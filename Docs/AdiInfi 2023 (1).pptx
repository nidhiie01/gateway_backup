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15"/>
  </p:notesMasterIdLst>
  <p:handoutMasterIdLst>
    <p:handoutMasterId r:id="rId16"/>
  </p:handoutMasterIdLst>
  <p:sldIdLst>
    <p:sldId id="282" r:id="rId5"/>
    <p:sldId id="281" r:id="rId6"/>
    <p:sldId id="284" r:id="rId7"/>
    <p:sldId id="285" r:id="rId8"/>
    <p:sldId id="286" r:id="rId9"/>
    <p:sldId id="287" r:id="rId10"/>
    <p:sldId id="289" r:id="rId11"/>
    <p:sldId id="288" r:id="rId12"/>
    <p:sldId id="290" r:id="rId13"/>
    <p:sldId id="28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7C42"/>
    <a:srgbClr val="1B8DCE"/>
    <a:srgbClr val="0D0D0D"/>
    <a:srgbClr val="D29161"/>
    <a:srgbClr val="000000"/>
    <a:srgbClr val="47A3D8"/>
    <a:srgbClr val="8D8D8F"/>
    <a:srgbClr val="151515"/>
    <a:srgbClr val="282829"/>
    <a:srgbClr val="4AC4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autoAdjust="0"/>
  </p:normalViewPr>
  <p:slideViewPr>
    <p:cSldViewPr snapToGrid="0">
      <p:cViewPr varScale="1">
        <p:scale>
          <a:sx n="113" d="100"/>
          <a:sy n="113" d="100"/>
        </p:scale>
        <p:origin x="510" y="11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EBE8C2-93BD-425E-92D9-338D03EC27D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6FCB3CB-E102-49BE-B6C6-260B1D9D57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16B6F7-0A6A-4B20-9F18-F1E0416B34D7}" type="datetimeFigureOut">
              <a:rPr lang="en-IN" smtClean="0"/>
              <a:t>12/30/2023</a:t>
            </a:fld>
            <a:endParaRPr lang="en-IN"/>
          </a:p>
        </p:txBody>
      </p:sp>
      <p:sp>
        <p:nvSpPr>
          <p:cNvPr id="4" name="Footer Placeholder 3">
            <a:extLst>
              <a:ext uri="{FF2B5EF4-FFF2-40B4-BE49-F238E27FC236}">
                <a16:creationId xmlns:a16="http://schemas.microsoft.com/office/drawing/2014/main" id="{310AB6A9-E0CE-4715-90F0-26FFE6F0FFE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7C32C231-9F67-4979-9569-6516F3C3E1E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18273E-5AFE-4125-AFAE-F2C6F3748841}" type="slidenum">
              <a:rPr lang="en-IN" smtClean="0"/>
              <a:t>‹#›</a:t>
            </a:fld>
            <a:endParaRPr lang="en-IN"/>
          </a:p>
        </p:txBody>
      </p:sp>
    </p:spTree>
    <p:extLst>
      <p:ext uri="{BB962C8B-B14F-4D97-AF65-F5344CB8AC3E}">
        <p14:creationId xmlns:p14="http://schemas.microsoft.com/office/powerpoint/2010/main" val="192852663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12/30/2023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87982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0059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702414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098279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885434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7761739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772776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5644643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235" name="Group 234">
            <a:extLst>
              <a:ext uri="{FF2B5EF4-FFF2-40B4-BE49-F238E27FC236}">
                <a16:creationId xmlns:a16="http://schemas.microsoft.com/office/drawing/2014/main" id="{87A4A0AB-386B-4A52-AA27-85F15AB1CA0E}"/>
              </a:ext>
            </a:extLst>
          </p:cNvPr>
          <p:cNvGrpSpPr/>
          <p:nvPr userDrawn="1"/>
        </p:nvGrpSpPr>
        <p:grpSpPr>
          <a:xfrm>
            <a:off x="-20830" y="0"/>
            <a:ext cx="12198567" cy="6863980"/>
            <a:chOff x="-3546" y="0"/>
            <a:chExt cx="12198567" cy="6863980"/>
          </a:xfrm>
        </p:grpSpPr>
        <p:pic>
          <p:nvPicPr>
            <p:cNvPr id="9" name="Picture 8">
              <a:extLst>
                <a:ext uri="{FF2B5EF4-FFF2-40B4-BE49-F238E27FC236}">
                  <a16:creationId xmlns:a16="http://schemas.microsoft.com/office/drawing/2014/main" id="{39095AE5-A750-4BAA-B8B6-A8FB883441E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3041" y="0"/>
              <a:ext cx="12191980" cy="6857988"/>
            </a:xfrm>
            <a:prstGeom prst="rect">
              <a:avLst/>
            </a:prstGeom>
          </p:spPr>
        </p:pic>
        <p:sp>
          <p:nvSpPr>
            <p:cNvPr id="3" name="Graphic 18" descr="Lamp">
              <a:extLst>
                <a:ext uri="{FF2B5EF4-FFF2-40B4-BE49-F238E27FC236}">
                  <a16:creationId xmlns:a16="http://schemas.microsoft.com/office/drawing/2014/main" id="{6C04B7F3-F6C6-4B7A-86BC-F25C5DDFD7FF}"/>
                </a:ext>
              </a:extLst>
            </p:cNvPr>
            <p:cNvSpPr/>
            <p:nvPr/>
          </p:nvSpPr>
          <p:spPr>
            <a:xfrm>
              <a:off x="-3546" y="5917562"/>
              <a:ext cx="585026" cy="946418"/>
            </a:xfrm>
            <a:custGeom>
              <a:avLst/>
              <a:gdLst>
                <a:gd name="connsiteX0" fmla="*/ 393768 w 585026"/>
                <a:gd name="connsiteY0" fmla="*/ 881890 h 946418"/>
                <a:gd name="connsiteX1" fmla="*/ 326265 w 585026"/>
                <a:gd name="connsiteY1" fmla="*/ 881890 h 946418"/>
                <a:gd name="connsiteX2" fmla="*/ 326265 w 585026"/>
                <a:gd name="connsiteY2" fmla="*/ 354907 h 946418"/>
                <a:gd name="connsiteX3" fmla="*/ 371267 w 585026"/>
                <a:gd name="connsiteY3" fmla="*/ 354907 h 946418"/>
                <a:gd name="connsiteX4" fmla="*/ 371267 w 585026"/>
                <a:gd name="connsiteY4" fmla="*/ 473209 h 946418"/>
                <a:gd name="connsiteX5" fmla="*/ 393768 w 585026"/>
                <a:gd name="connsiteY5" fmla="*/ 473209 h 946418"/>
                <a:gd name="connsiteX6" fmla="*/ 393768 w 585026"/>
                <a:gd name="connsiteY6" fmla="*/ 354907 h 946418"/>
                <a:gd name="connsiteX7" fmla="*/ 585027 w 585026"/>
                <a:gd name="connsiteY7" fmla="*/ 354907 h 946418"/>
                <a:gd name="connsiteX8" fmla="*/ 427519 w 585026"/>
                <a:gd name="connsiteY8" fmla="*/ 0 h 946418"/>
                <a:gd name="connsiteX9" fmla="*/ 292513 w 585026"/>
                <a:gd name="connsiteY9" fmla="*/ 0 h 946418"/>
                <a:gd name="connsiteX10" fmla="*/ 157507 w 585026"/>
                <a:gd name="connsiteY10" fmla="*/ 0 h 946418"/>
                <a:gd name="connsiteX11" fmla="*/ 0 w 585026"/>
                <a:gd name="connsiteY11" fmla="*/ 354907 h 946418"/>
                <a:gd name="connsiteX12" fmla="*/ 258762 w 585026"/>
                <a:gd name="connsiteY12" fmla="*/ 354907 h 946418"/>
                <a:gd name="connsiteX13" fmla="*/ 258762 w 585026"/>
                <a:gd name="connsiteY13" fmla="*/ 881890 h 946418"/>
                <a:gd name="connsiteX14" fmla="*/ 191259 w 585026"/>
                <a:gd name="connsiteY14" fmla="*/ 881890 h 946418"/>
                <a:gd name="connsiteX15" fmla="*/ 146257 w 585026"/>
                <a:gd name="connsiteY15" fmla="*/ 924909 h 946418"/>
                <a:gd name="connsiteX16" fmla="*/ 146257 w 585026"/>
                <a:gd name="connsiteY16" fmla="*/ 946418 h 946418"/>
                <a:gd name="connsiteX17" fmla="*/ 438770 w 585026"/>
                <a:gd name="connsiteY17" fmla="*/ 946418 h 946418"/>
                <a:gd name="connsiteX18" fmla="*/ 438770 w 585026"/>
                <a:gd name="connsiteY18" fmla="*/ 924909 h 946418"/>
                <a:gd name="connsiteX19" fmla="*/ 393768 w 585026"/>
                <a:gd name="connsiteY19" fmla="*/ 881890 h 94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5026" h="946418">
                  <a:moveTo>
                    <a:pt x="393768" y="881890"/>
                  </a:moveTo>
                  <a:lnTo>
                    <a:pt x="326265" y="881890"/>
                  </a:lnTo>
                  <a:lnTo>
                    <a:pt x="326265" y="354907"/>
                  </a:lnTo>
                  <a:lnTo>
                    <a:pt x="371267" y="354907"/>
                  </a:lnTo>
                  <a:lnTo>
                    <a:pt x="371267" y="473209"/>
                  </a:lnTo>
                  <a:lnTo>
                    <a:pt x="393768" y="473209"/>
                  </a:lnTo>
                  <a:lnTo>
                    <a:pt x="393768" y="354907"/>
                  </a:lnTo>
                  <a:lnTo>
                    <a:pt x="585027" y="354907"/>
                  </a:lnTo>
                  <a:lnTo>
                    <a:pt x="427519" y="0"/>
                  </a:lnTo>
                  <a:lnTo>
                    <a:pt x="292513" y="0"/>
                  </a:lnTo>
                  <a:lnTo>
                    <a:pt x="157507" y="0"/>
                  </a:lnTo>
                  <a:lnTo>
                    <a:pt x="0" y="354907"/>
                  </a:lnTo>
                  <a:lnTo>
                    <a:pt x="258762" y="354907"/>
                  </a:lnTo>
                  <a:lnTo>
                    <a:pt x="258762" y="881890"/>
                  </a:lnTo>
                  <a:lnTo>
                    <a:pt x="191259" y="881890"/>
                  </a:lnTo>
                  <a:cubicBezTo>
                    <a:pt x="166508" y="881890"/>
                    <a:pt x="146257" y="901248"/>
                    <a:pt x="146257" y="924909"/>
                  </a:cubicBezTo>
                  <a:lnTo>
                    <a:pt x="146257" y="946418"/>
                  </a:lnTo>
                  <a:lnTo>
                    <a:pt x="438770" y="946418"/>
                  </a:lnTo>
                  <a:lnTo>
                    <a:pt x="438770" y="924909"/>
                  </a:lnTo>
                  <a:cubicBezTo>
                    <a:pt x="438770" y="901248"/>
                    <a:pt x="418519" y="881890"/>
                    <a:pt x="393768" y="881890"/>
                  </a:cubicBezTo>
                  <a:close/>
                </a:path>
              </a:pathLst>
            </a:custGeom>
            <a:solidFill>
              <a:schemeClr val="tx1">
                <a:lumMod val="95000"/>
                <a:lumOff val="5000"/>
                <a:alpha val="5000"/>
              </a:schemeClr>
            </a:solidFill>
            <a:ln w="11212" cap="flat">
              <a:noFill/>
              <a:prstDash val="solid"/>
              <a:miter/>
            </a:ln>
          </p:spPr>
          <p:txBody>
            <a:bodyPr rtlCol="0" anchor="ctr"/>
            <a:lstStyle/>
            <a:p>
              <a:endParaRPr lang="en-IN"/>
            </a:p>
          </p:txBody>
        </p:sp>
        <p:sp>
          <p:nvSpPr>
            <p:cNvPr id="6" name="Freeform: Shape 5">
              <a:extLst>
                <a:ext uri="{FF2B5EF4-FFF2-40B4-BE49-F238E27FC236}">
                  <a16:creationId xmlns:a16="http://schemas.microsoft.com/office/drawing/2014/main" id="{82F430D2-E525-4DD0-A5FF-6C80359977A1}"/>
                </a:ext>
              </a:extLst>
            </p:cNvPr>
            <p:cNvSpPr/>
            <p:nvPr/>
          </p:nvSpPr>
          <p:spPr>
            <a:xfrm>
              <a:off x="1916843" y="4663015"/>
              <a:ext cx="450520" cy="234914"/>
            </a:xfrm>
            <a:custGeom>
              <a:avLst/>
              <a:gdLst>
                <a:gd name="connsiteX0" fmla="*/ 353981 w 450520"/>
                <a:gd name="connsiteY0" fmla="*/ 122284 h 234914"/>
                <a:gd name="connsiteX1" fmla="*/ 353981 w 450520"/>
                <a:gd name="connsiteY1" fmla="*/ 32180 h 234914"/>
                <a:gd name="connsiteX2" fmla="*/ 311074 w 450520"/>
                <a:gd name="connsiteY2" fmla="*/ 32180 h 234914"/>
                <a:gd name="connsiteX3" fmla="*/ 311074 w 450520"/>
                <a:gd name="connsiteY3" fmla="*/ 81523 h 234914"/>
                <a:gd name="connsiteX4" fmla="*/ 225260 w 450520"/>
                <a:gd name="connsiteY4" fmla="*/ 0 h 234914"/>
                <a:gd name="connsiteX5" fmla="*/ 225260 w 450520"/>
                <a:gd name="connsiteY5" fmla="*/ 0 h 234914"/>
                <a:gd name="connsiteX6" fmla="*/ 0 w 450520"/>
                <a:gd name="connsiteY6" fmla="*/ 214534 h 234914"/>
                <a:gd name="connsiteX7" fmla="*/ 24135 w 450520"/>
                <a:gd name="connsiteY7" fmla="*/ 234914 h 234914"/>
                <a:gd name="connsiteX8" fmla="*/ 225260 w 450520"/>
                <a:gd name="connsiteY8" fmla="*/ 43979 h 234914"/>
                <a:gd name="connsiteX9" fmla="*/ 225260 w 450520"/>
                <a:gd name="connsiteY9" fmla="*/ 43979 h 234914"/>
                <a:gd name="connsiteX10" fmla="*/ 426386 w 450520"/>
                <a:gd name="connsiteY10" fmla="*/ 234914 h 234914"/>
                <a:gd name="connsiteX11" fmla="*/ 450521 w 450520"/>
                <a:gd name="connsiteY11" fmla="*/ 214534 h 23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0520" h="234914">
                  <a:moveTo>
                    <a:pt x="353981" y="122284"/>
                  </a:moveTo>
                  <a:lnTo>
                    <a:pt x="353981" y="32180"/>
                  </a:lnTo>
                  <a:lnTo>
                    <a:pt x="311074" y="32180"/>
                  </a:lnTo>
                  <a:lnTo>
                    <a:pt x="311074" y="81523"/>
                  </a:lnTo>
                  <a:lnTo>
                    <a:pt x="225260" y="0"/>
                  </a:lnTo>
                  <a:lnTo>
                    <a:pt x="225260" y="0"/>
                  </a:lnTo>
                  <a:lnTo>
                    <a:pt x="0" y="214534"/>
                  </a:lnTo>
                  <a:lnTo>
                    <a:pt x="24135" y="234914"/>
                  </a:lnTo>
                  <a:lnTo>
                    <a:pt x="225260" y="43979"/>
                  </a:lnTo>
                  <a:lnTo>
                    <a:pt x="225260" y="43979"/>
                  </a:lnTo>
                  <a:lnTo>
                    <a:pt x="426386" y="234914"/>
                  </a:lnTo>
                  <a:lnTo>
                    <a:pt x="450521" y="214534"/>
                  </a:lnTo>
                  <a:close/>
                </a:path>
              </a:pathLst>
            </a:custGeom>
            <a:solidFill>
              <a:srgbClr val="000000">
                <a:alpha val="50000"/>
              </a:srgbClr>
            </a:solidFill>
            <a:ln w="5358"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F343E0CC-540E-4A1A-8250-E6969CE9046B}"/>
                </a:ext>
              </a:extLst>
            </p:cNvPr>
            <p:cNvSpPr/>
            <p:nvPr/>
          </p:nvSpPr>
          <p:spPr>
            <a:xfrm>
              <a:off x="1981203" y="4737029"/>
              <a:ext cx="321800" cy="312146"/>
            </a:xfrm>
            <a:custGeom>
              <a:avLst/>
              <a:gdLst>
                <a:gd name="connsiteX0" fmla="*/ 0 w 321800"/>
                <a:gd name="connsiteY0" fmla="*/ 152855 h 312146"/>
                <a:gd name="connsiteX1" fmla="*/ 0 w 321800"/>
                <a:gd name="connsiteY1" fmla="*/ 312147 h 312146"/>
                <a:gd name="connsiteX2" fmla="*/ 128720 w 321800"/>
                <a:gd name="connsiteY2" fmla="*/ 312147 h 312146"/>
                <a:gd name="connsiteX3" fmla="*/ 128720 w 321800"/>
                <a:gd name="connsiteY3" fmla="*/ 178063 h 312146"/>
                <a:gd name="connsiteX4" fmla="*/ 193080 w 321800"/>
                <a:gd name="connsiteY4" fmla="*/ 178063 h 312146"/>
                <a:gd name="connsiteX5" fmla="*/ 193080 w 321800"/>
                <a:gd name="connsiteY5" fmla="*/ 312147 h 312146"/>
                <a:gd name="connsiteX6" fmla="*/ 321801 w 321800"/>
                <a:gd name="connsiteY6" fmla="*/ 312147 h 312146"/>
                <a:gd name="connsiteX7" fmla="*/ 321801 w 321800"/>
                <a:gd name="connsiteY7" fmla="*/ 152855 h 312146"/>
                <a:gd name="connsiteX8" fmla="*/ 160900 w 321800"/>
                <a:gd name="connsiteY8" fmla="*/ 0 h 312146"/>
                <a:gd name="connsiteX9" fmla="*/ 0 w 321800"/>
                <a:gd name="connsiteY9" fmla="*/ 152855 h 312146"/>
                <a:gd name="connsiteX10" fmla="*/ 96540 w 321800"/>
                <a:gd name="connsiteY10" fmla="*/ 242423 h 312146"/>
                <a:gd name="connsiteX11" fmla="*/ 32180 w 321800"/>
                <a:gd name="connsiteY11" fmla="*/ 242423 h 312146"/>
                <a:gd name="connsiteX12" fmla="*/ 32180 w 321800"/>
                <a:gd name="connsiteY12" fmla="*/ 178063 h 312146"/>
                <a:gd name="connsiteX13" fmla="*/ 96540 w 321800"/>
                <a:gd name="connsiteY13" fmla="*/ 178063 h 312146"/>
                <a:gd name="connsiteX14" fmla="*/ 96540 w 321800"/>
                <a:gd name="connsiteY14" fmla="*/ 242423 h 312146"/>
                <a:gd name="connsiteX15" fmla="*/ 225260 w 321800"/>
                <a:gd name="connsiteY15" fmla="*/ 178063 h 312146"/>
                <a:gd name="connsiteX16" fmla="*/ 289621 w 321800"/>
                <a:gd name="connsiteY16" fmla="*/ 178063 h 312146"/>
                <a:gd name="connsiteX17" fmla="*/ 289621 w 321800"/>
                <a:gd name="connsiteY17" fmla="*/ 242423 h 312146"/>
                <a:gd name="connsiteX18" fmla="*/ 225260 w 321800"/>
                <a:gd name="connsiteY18" fmla="*/ 242423 h 312146"/>
                <a:gd name="connsiteX19" fmla="*/ 225260 w 321800"/>
                <a:gd name="connsiteY19" fmla="*/ 178063 h 312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1800" h="312146">
                  <a:moveTo>
                    <a:pt x="0" y="152855"/>
                  </a:moveTo>
                  <a:lnTo>
                    <a:pt x="0" y="312147"/>
                  </a:lnTo>
                  <a:lnTo>
                    <a:pt x="128720" y="312147"/>
                  </a:lnTo>
                  <a:lnTo>
                    <a:pt x="128720" y="178063"/>
                  </a:lnTo>
                  <a:lnTo>
                    <a:pt x="193080" y="178063"/>
                  </a:lnTo>
                  <a:lnTo>
                    <a:pt x="193080" y="312147"/>
                  </a:lnTo>
                  <a:lnTo>
                    <a:pt x="321801" y="312147"/>
                  </a:lnTo>
                  <a:lnTo>
                    <a:pt x="321801" y="152855"/>
                  </a:lnTo>
                  <a:lnTo>
                    <a:pt x="160900" y="0"/>
                  </a:lnTo>
                  <a:lnTo>
                    <a:pt x="0" y="152855"/>
                  </a:lnTo>
                  <a:close/>
                  <a:moveTo>
                    <a:pt x="96540" y="242423"/>
                  </a:moveTo>
                  <a:lnTo>
                    <a:pt x="32180" y="242423"/>
                  </a:lnTo>
                  <a:lnTo>
                    <a:pt x="32180" y="178063"/>
                  </a:lnTo>
                  <a:lnTo>
                    <a:pt x="96540" y="178063"/>
                  </a:lnTo>
                  <a:lnTo>
                    <a:pt x="96540" y="242423"/>
                  </a:lnTo>
                  <a:close/>
                  <a:moveTo>
                    <a:pt x="225260" y="178063"/>
                  </a:moveTo>
                  <a:lnTo>
                    <a:pt x="289621" y="178063"/>
                  </a:lnTo>
                  <a:lnTo>
                    <a:pt x="289621" y="242423"/>
                  </a:lnTo>
                  <a:lnTo>
                    <a:pt x="225260" y="242423"/>
                  </a:lnTo>
                  <a:lnTo>
                    <a:pt x="225260" y="178063"/>
                  </a:lnTo>
                  <a:close/>
                </a:path>
              </a:pathLst>
            </a:custGeom>
            <a:solidFill>
              <a:srgbClr val="000000">
                <a:alpha val="50000"/>
              </a:srgbClr>
            </a:solidFill>
            <a:ln w="5358" cap="flat">
              <a:noFill/>
              <a:prstDash val="solid"/>
              <a:miter/>
            </a:ln>
          </p:spPr>
          <p:txBody>
            <a:bodyPr rtlCol="0" anchor="ctr"/>
            <a:lstStyle/>
            <a:p>
              <a:endParaRPr lang="en-IN"/>
            </a:p>
          </p:txBody>
        </p:sp>
        <p:grpSp>
          <p:nvGrpSpPr>
            <p:cNvPr id="8" name="Graphic 20" descr="Database">
              <a:extLst>
                <a:ext uri="{FF2B5EF4-FFF2-40B4-BE49-F238E27FC236}">
                  <a16:creationId xmlns:a16="http://schemas.microsoft.com/office/drawing/2014/main" id="{CAB1F52E-6512-4E3D-BEA2-FCAD84E98681}"/>
                </a:ext>
              </a:extLst>
            </p:cNvPr>
            <p:cNvGrpSpPr/>
            <p:nvPr/>
          </p:nvGrpSpPr>
          <p:grpSpPr>
            <a:xfrm>
              <a:off x="5987496" y="2561820"/>
              <a:ext cx="132961" cy="180447"/>
              <a:chOff x="5987496" y="2561820"/>
              <a:chExt cx="132961" cy="180447"/>
            </a:xfrm>
            <a:solidFill>
              <a:schemeClr val="tx1">
                <a:lumMod val="95000"/>
                <a:lumOff val="5000"/>
                <a:alpha val="50000"/>
              </a:schemeClr>
            </a:solidFill>
          </p:grpSpPr>
          <p:sp>
            <p:nvSpPr>
              <p:cNvPr id="10" name="Freeform: Shape 9">
                <a:extLst>
                  <a:ext uri="{FF2B5EF4-FFF2-40B4-BE49-F238E27FC236}">
                    <a16:creationId xmlns:a16="http://schemas.microsoft.com/office/drawing/2014/main" id="{1990D84B-FFB5-43B2-9456-7666D5792D42}"/>
                  </a:ext>
                </a:extLst>
              </p:cNvPr>
              <p:cNvSpPr/>
              <p:nvPr/>
            </p:nvSpPr>
            <p:spPr>
              <a:xfrm>
                <a:off x="5987496" y="2561820"/>
                <a:ext cx="132961" cy="37989"/>
              </a:xfrm>
              <a:custGeom>
                <a:avLst/>
                <a:gdLst>
                  <a:gd name="connsiteX0" fmla="*/ 132962 w 132961"/>
                  <a:gd name="connsiteY0" fmla="*/ 18995 h 37989"/>
                  <a:gd name="connsiteX1" fmla="*/ 66481 w 132961"/>
                  <a:gd name="connsiteY1" fmla="*/ 37989 h 37989"/>
                  <a:gd name="connsiteX2" fmla="*/ 0 w 132961"/>
                  <a:gd name="connsiteY2" fmla="*/ 18995 h 37989"/>
                  <a:gd name="connsiteX3" fmla="*/ 66481 w 132961"/>
                  <a:gd name="connsiteY3" fmla="*/ 0 h 37989"/>
                  <a:gd name="connsiteX4" fmla="*/ 132962 w 132961"/>
                  <a:gd name="connsiteY4" fmla="*/ 18995 h 3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961" h="37989">
                    <a:moveTo>
                      <a:pt x="132962" y="18995"/>
                    </a:moveTo>
                    <a:cubicBezTo>
                      <a:pt x="132962" y="29485"/>
                      <a:pt x="103197" y="37989"/>
                      <a:pt x="66481" y="37989"/>
                    </a:cubicBezTo>
                    <a:cubicBezTo>
                      <a:pt x="29764" y="37989"/>
                      <a:pt x="0" y="29485"/>
                      <a:pt x="0" y="18995"/>
                    </a:cubicBezTo>
                    <a:cubicBezTo>
                      <a:pt x="0" y="8504"/>
                      <a:pt x="29764" y="0"/>
                      <a:pt x="66481" y="0"/>
                    </a:cubicBezTo>
                    <a:cubicBezTo>
                      <a:pt x="103197" y="0"/>
                      <a:pt x="132962" y="8504"/>
                      <a:pt x="132962" y="18995"/>
                    </a:cubicBezTo>
                    <a:close/>
                  </a:path>
                </a:pathLst>
              </a:custGeom>
              <a:solidFill>
                <a:schemeClr val="tx1">
                  <a:lumMod val="95000"/>
                  <a:lumOff val="5000"/>
                  <a:alpha val="50000"/>
                </a:schemeClr>
              </a:solidFill>
              <a:ln w="2282"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8F092E38-4F78-476B-893C-04C2FB5E10C3}"/>
                  </a:ext>
                </a:extLst>
              </p:cNvPr>
              <p:cNvSpPr/>
              <p:nvPr/>
            </p:nvSpPr>
            <p:spPr>
              <a:xfrm>
                <a:off x="5987496" y="2590311"/>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81EAA9A0-8282-4465-9F44-1081473BCDEA}"/>
                  </a:ext>
                </a:extLst>
              </p:cNvPr>
              <p:cNvSpPr/>
              <p:nvPr/>
            </p:nvSpPr>
            <p:spPr>
              <a:xfrm>
                <a:off x="5987496" y="2637798"/>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6A92E9A9-3FA1-4551-88E6-63937E8C94B0}"/>
                  </a:ext>
                </a:extLst>
              </p:cNvPr>
              <p:cNvSpPr/>
              <p:nvPr/>
            </p:nvSpPr>
            <p:spPr>
              <a:xfrm>
                <a:off x="5987496" y="2685284"/>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endParaRPr lang="en-IN"/>
              </a:p>
            </p:txBody>
          </p:sp>
        </p:grpSp>
        <p:sp>
          <p:nvSpPr>
            <p:cNvPr id="36" name="Graphic 21" descr="Tablet">
              <a:extLst>
                <a:ext uri="{FF2B5EF4-FFF2-40B4-BE49-F238E27FC236}">
                  <a16:creationId xmlns:a16="http://schemas.microsoft.com/office/drawing/2014/main" id="{51186B83-20BC-4D92-A8FD-3DFC9C61F1A3}"/>
                </a:ext>
              </a:extLst>
            </p:cNvPr>
            <p:cNvSpPr/>
            <p:nvPr/>
          </p:nvSpPr>
          <p:spPr>
            <a:xfrm>
              <a:off x="635843" y="330836"/>
              <a:ext cx="118770" cy="83139"/>
            </a:xfrm>
            <a:custGeom>
              <a:avLst/>
              <a:gdLst>
                <a:gd name="connsiteX0" fmla="*/ 109862 w 118770"/>
                <a:gd name="connsiteY0" fmla="*/ 74231 h 83139"/>
                <a:gd name="connsiteX1" fmla="*/ 8908 w 118770"/>
                <a:gd name="connsiteY1" fmla="*/ 74231 h 83139"/>
                <a:gd name="connsiteX2" fmla="*/ 8908 w 118770"/>
                <a:gd name="connsiteY2" fmla="*/ 8908 h 83139"/>
                <a:gd name="connsiteX3" fmla="*/ 109862 w 118770"/>
                <a:gd name="connsiteY3" fmla="*/ 8908 h 83139"/>
                <a:gd name="connsiteX4" fmla="*/ 109862 w 118770"/>
                <a:gd name="connsiteY4" fmla="*/ 74231 h 83139"/>
                <a:gd name="connsiteX5" fmla="*/ 66808 w 118770"/>
                <a:gd name="connsiteY5" fmla="*/ 80170 h 83139"/>
                <a:gd name="connsiteX6" fmla="*/ 51962 w 118770"/>
                <a:gd name="connsiteY6" fmla="*/ 80170 h 83139"/>
                <a:gd name="connsiteX7" fmla="*/ 50477 w 118770"/>
                <a:gd name="connsiteY7" fmla="*/ 78685 h 83139"/>
                <a:gd name="connsiteX8" fmla="*/ 51962 w 118770"/>
                <a:gd name="connsiteY8" fmla="*/ 77201 h 83139"/>
                <a:gd name="connsiteX9" fmla="*/ 66808 w 118770"/>
                <a:gd name="connsiteY9" fmla="*/ 77201 h 83139"/>
                <a:gd name="connsiteX10" fmla="*/ 68293 w 118770"/>
                <a:gd name="connsiteY10" fmla="*/ 78685 h 83139"/>
                <a:gd name="connsiteX11" fmla="*/ 66808 w 118770"/>
                <a:gd name="connsiteY11" fmla="*/ 80170 h 83139"/>
                <a:gd name="connsiteX12" fmla="*/ 59385 w 118770"/>
                <a:gd name="connsiteY12" fmla="*/ 2969 h 83139"/>
                <a:gd name="connsiteX13" fmla="*/ 60870 w 118770"/>
                <a:gd name="connsiteY13" fmla="*/ 4454 h 83139"/>
                <a:gd name="connsiteX14" fmla="*/ 59385 w 118770"/>
                <a:gd name="connsiteY14" fmla="*/ 5939 h 83139"/>
                <a:gd name="connsiteX15" fmla="*/ 57900 w 118770"/>
                <a:gd name="connsiteY15" fmla="*/ 4454 h 83139"/>
                <a:gd name="connsiteX16" fmla="*/ 59385 w 118770"/>
                <a:gd name="connsiteY16" fmla="*/ 2969 h 83139"/>
                <a:gd name="connsiteX17" fmla="*/ 112832 w 118770"/>
                <a:gd name="connsiteY17" fmla="*/ 0 h 83139"/>
                <a:gd name="connsiteX18" fmla="*/ 5939 w 118770"/>
                <a:gd name="connsiteY18" fmla="*/ 0 h 83139"/>
                <a:gd name="connsiteX19" fmla="*/ 0 w 118770"/>
                <a:gd name="connsiteY19" fmla="*/ 5939 h 83139"/>
                <a:gd name="connsiteX20" fmla="*/ 0 w 118770"/>
                <a:gd name="connsiteY20" fmla="*/ 77201 h 83139"/>
                <a:gd name="connsiteX21" fmla="*/ 5939 w 118770"/>
                <a:gd name="connsiteY21" fmla="*/ 83139 h 83139"/>
                <a:gd name="connsiteX22" fmla="*/ 112832 w 118770"/>
                <a:gd name="connsiteY22" fmla="*/ 83139 h 83139"/>
                <a:gd name="connsiteX23" fmla="*/ 118770 w 118770"/>
                <a:gd name="connsiteY23" fmla="*/ 77201 h 83139"/>
                <a:gd name="connsiteX24" fmla="*/ 118770 w 118770"/>
                <a:gd name="connsiteY24" fmla="*/ 5939 h 83139"/>
                <a:gd name="connsiteX25" fmla="*/ 112832 w 118770"/>
                <a:gd name="connsiteY25" fmla="*/ 0 h 8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770" h="83139">
                  <a:moveTo>
                    <a:pt x="109862" y="74231"/>
                  </a:moveTo>
                  <a:lnTo>
                    <a:pt x="8908" y="74231"/>
                  </a:lnTo>
                  <a:lnTo>
                    <a:pt x="8908" y="8908"/>
                  </a:lnTo>
                  <a:lnTo>
                    <a:pt x="109862" y="8908"/>
                  </a:lnTo>
                  <a:lnTo>
                    <a:pt x="109862" y="74231"/>
                  </a:lnTo>
                  <a:close/>
                  <a:moveTo>
                    <a:pt x="66808" y="80170"/>
                  </a:moveTo>
                  <a:lnTo>
                    <a:pt x="51962" y="80170"/>
                  </a:lnTo>
                  <a:cubicBezTo>
                    <a:pt x="51071" y="80170"/>
                    <a:pt x="50477" y="79576"/>
                    <a:pt x="50477" y="78685"/>
                  </a:cubicBezTo>
                  <a:cubicBezTo>
                    <a:pt x="50477" y="77794"/>
                    <a:pt x="51071" y="77201"/>
                    <a:pt x="51962" y="77201"/>
                  </a:cubicBezTo>
                  <a:lnTo>
                    <a:pt x="66808" y="77201"/>
                  </a:lnTo>
                  <a:cubicBezTo>
                    <a:pt x="67699" y="77201"/>
                    <a:pt x="68293" y="77794"/>
                    <a:pt x="68293" y="78685"/>
                  </a:cubicBezTo>
                  <a:cubicBezTo>
                    <a:pt x="68293" y="79576"/>
                    <a:pt x="67699" y="80170"/>
                    <a:pt x="66808" y="80170"/>
                  </a:cubicBezTo>
                  <a:close/>
                  <a:moveTo>
                    <a:pt x="59385" y="2969"/>
                  </a:moveTo>
                  <a:cubicBezTo>
                    <a:pt x="60276" y="2969"/>
                    <a:pt x="60870" y="3563"/>
                    <a:pt x="60870" y="4454"/>
                  </a:cubicBezTo>
                  <a:cubicBezTo>
                    <a:pt x="60870" y="5345"/>
                    <a:pt x="60276" y="5939"/>
                    <a:pt x="59385" y="5939"/>
                  </a:cubicBezTo>
                  <a:cubicBezTo>
                    <a:pt x="58494" y="5939"/>
                    <a:pt x="57900" y="5345"/>
                    <a:pt x="57900" y="4454"/>
                  </a:cubicBezTo>
                  <a:cubicBezTo>
                    <a:pt x="57900" y="3563"/>
                    <a:pt x="58494" y="2969"/>
                    <a:pt x="59385" y="2969"/>
                  </a:cubicBezTo>
                  <a:close/>
                  <a:moveTo>
                    <a:pt x="112832" y="0"/>
                  </a:moveTo>
                  <a:lnTo>
                    <a:pt x="5939" y="0"/>
                  </a:lnTo>
                  <a:cubicBezTo>
                    <a:pt x="2672" y="0"/>
                    <a:pt x="0" y="2672"/>
                    <a:pt x="0" y="5939"/>
                  </a:cubicBezTo>
                  <a:lnTo>
                    <a:pt x="0" y="77201"/>
                  </a:lnTo>
                  <a:cubicBezTo>
                    <a:pt x="0" y="80467"/>
                    <a:pt x="2672" y="83139"/>
                    <a:pt x="5939" y="83139"/>
                  </a:cubicBezTo>
                  <a:lnTo>
                    <a:pt x="112832" y="83139"/>
                  </a:lnTo>
                  <a:cubicBezTo>
                    <a:pt x="116098" y="83139"/>
                    <a:pt x="118770" y="80467"/>
                    <a:pt x="118770" y="77201"/>
                  </a:cubicBezTo>
                  <a:lnTo>
                    <a:pt x="118770" y="5939"/>
                  </a:lnTo>
                  <a:cubicBezTo>
                    <a:pt x="118770" y="2672"/>
                    <a:pt x="116098" y="0"/>
                    <a:pt x="112832" y="0"/>
                  </a:cubicBezTo>
                  <a:close/>
                </a:path>
              </a:pathLst>
            </a:custGeom>
            <a:solidFill>
              <a:schemeClr val="tx1">
                <a:lumMod val="95000"/>
                <a:lumOff val="5000"/>
                <a:alpha val="50000"/>
              </a:schemeClr>
            </a:solidFill>
            <a:ln w="1389" cap="flat">
              <a:noFill/>
              <a:prstDash val="solid"/>
              <a:miter/>
            </a:ln>
          </p:spPr>
          <p:txBody>
            <a:bodyPr rtlCol="0" anchor="ctr"/>
            <a:lstStyle/>
            <a:p>
              <a:endParaRPr lang="en-IN"/>
            </a:p>
          </p:txBody>
        </p:sp>
        <p:sp>
          <p:nvSpPr>
            <p:cNvPr id="38" name="Graphic 22" descr="Smart Phone">
              <a:extLst>
                <a:ext uri="{FF2B5EF4-FFF2-40B4-BE49-F238E27FC236}">
                  <a16:creationId xmlns:a16="http://schemas.microsoft.com/office/drawing/2014/main" id="{7675F8E3-8E6F-448B-94FE-8ABDED003DFC}"/>
                </a:ext>
              </a:extLst>
            </p:cNvPr>
            <p:cNvSpPr/>
            <p:nvPr/>
          </p:nvSpPr>
          <p:spPr>
            <a:xfrm>
              <a:off x="6932923" y="335023"/>
              <a:ext cx="78388" cy="143711"/>
            </a:xfrm>
            <a:custGeom>
              <a:avLst/>
              <a:gdLst>
                <a:gd name="connsiteX0" fmla="*/ 68590 w 78388"/>
                <a:gd name="connsiteY0" fmla="*/ 124114 h 143711"/>
                <a:gd name="connsiteX1" fmla="*/ 9799 w 78388"/>
                <a:gd name="connsiteY1" fmla="*/ 124114 h 143711"/>
                <a:gd name="connsiteX2" fmla="*/ 9799 w 78388"/>
                <a:gd name="connsiteY2" fmla="*/ 19597 h 143711"/>
                <a:gd name="connsiteX3" fmla="*/ 68590 w 78388"/>
                <a:gd name="connsiteY3" fmla="*/ 19597 h 143711"/>
                <a:gd name="connsiteX4" fmla="*/ 68590 w 78388"/>
                <a:gd name="connsiteY4" fmla="*/ 124114 h 143711"/>
                <a:gd name="connsiteX5" fmla="*/ 32662 w 78388"/>
                <a:gd name="connsiteY5" fmla="*/ 6532 h 143711"/>
                <a:gd name="connsiteX6" fmla="*/ 45726 w 78388"/>
                <a:gd name="connsiteY6" fmla="*/ 6532 h 143711"/>
                <a:gd name="connsiteX7" fmla="*/ 48993 w 78388"/>
                <a:gd name="connsiteY7" fmla="*/ 9799 h 143711"/>
                <a:gd name="connsiteX8" fmla="*/ 45726 w 78388"/>
                <a:gd name="connsiteY8" fmla="*/ 13065 h 143711"/>
                <a:gd name="connsiteX9" fmla="*/ 32662 w 78388"/>
                <a:gd name="connsiteY9" fmla="*/ 13065 h 143711"/>
                <a:gd name="connsiteX10" fmla="*/ 29396 w 78388"/>
                <a:gd name="connsiteY10" fmla="*/ 9799 h 143711"/>
                <a:gd name="connsiteX11" fmla="*/ 32662 w 78388"/>
                <a:gd name="connsiteY11" fmla="*/ 6532 h 143711"/>
                <a:gd name="connsiteX12" fmla="*/ 75122 w 78388"/>
                <a:gd name="connsiteY12" fmla="*/ 0 h 143711"/>
                <a:gd name="connsiteX13" fmla="*/ 3266 w 78388"/>
                <a:gd name="connsiteY13" fmla="*/ 0 h 143711"/>
                <a:gd name="connsiteX14" fmla="*/ 0 w 78388"/>
                <a:gd name="connsiteY14" fmla="*/ 3266 h 143711"/>
                <a:gd name="connsiteX15" fmla="*/ 0 w 78388"/>
                <a:gd name="connsiteY15" fmla="*/ 140445 h 143711"/>
                <a:gd name="connsiteX16" fmla="*/ 3266 w 78388"/>
                <a:gd name="connsiteY16" fmla="*/ 143711 h 143711"/>
                <a:gd name="connsiteX17" fmla="*/ 75122 w 78388"/>
                <a:gd name="connsiteY17" fmla="*/ 143711 h 143711"/>
                <a:gd name="connsiteX18" fmla="*/ 78388 w 78388"/>
                <a:gd name="connsiteY18" fmla="*/ 140445 h 143711"/>
                <a:gd name="connsiteX19" fmla="*/ 78388 w 78388"/>
                <a:gd name="connsiteY19" fmla="*/ 3266 h 143711"/>
                <a:gd name="connsiteX20" fmla="*/ 75122 w 78388"/>
                <a:gd name="connsiteY20" fmla="*/ 0 h 14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8" h="143711">
                  <a:moveTo>
                    <a:pt x="68590" y="124114"/>
                  </a:moveTo>
                  <a:lnTo>
                    <a:pt x="9799" y="124114"/>
                  </a:lnTo>
                  <a:lnTo>
                    <a:pt x="9799" y="19597"/>
                  </a:lnTo>
                  <a:lnTo>
                    <a:pt x="68590" y="19597"/>
                  </a:lnTo>
                  <a:lnTo>
                    <a:pt x="68590" y="124114"/>
                  </a:lnTo>
                  <a:close/>
                  <a:moveTo>
                    <a:pt x="32662" y="6532"/>
                  </a:moveTo>
                  <a:lnTo>
                    <a:pt x="45726" y="6532"/>
                  </a:lnTo>
                  <a:cubicBezTo>
                    <a:pt x="47523" y="6532"/>
                    <a:pt x="48993" y="8002"/>
                    <a:pt x="48993" y="9799"/>
                  </a:cubicBezTo>
                  <a:cubicBezTo>
                    <a:pt x="48993" y="11595"/>
                    <a:pt x="47523" y="13065"/>
                    <a:pt x="45726" y="13065"/>
                  </a:cubicBezTo>
                  <a:lnTo>
                    <a:pt x="32662" y="13065"/>
                  </a:lnTo>
                  <a:cubicBezTo>
                    <a:pt x="30865" y="13065"/>
                    <a:pt x="29396" y="11595"/>
                    <a:pt x="29396" y="9799"/>
                  </a:cubicBezTo>
                  <a:cubicBezTo>
                    <a:pt x="29396" y="8002"/>
                    <a:pt x="30865" y="6532"/>
                    <a:pt x="32662" y="6532"/>
                  </a:cubicBezTo>
                  <a:close/>
                  <a:moveTo>
                    <a:pt x="75122" y="0"/>
                  </a:moveTo>
                  <a:lnTo>
                    <a:pt x="3266" y="0"/>
                  </a:lnTo>
                  <a:cubicBezTo>
                    <a:pt x="1470" y="0"/>
                    <a:pt x="0" y="1470"/>
                    <a:pt x="0" y="3266"/>
                  </a:cubicBezTo>
                  <a:lnTo>
                    <a:pt x="0" y="140445"/>
                  </a:lnTo>
                  <a:cubicBezTo>
                    <a:pt x="0" y="142242"/>
                    <a:pt x="1470" y="143711"/>
                    <a:pt x="3266" y="143711"/>
                  </a:cubicBezTo>
                  <a:lnTo>
                    <a:pt x="75122" y="143711"/>
                  </a:lnTo>
                  <a:cubicBezTo>
                    <a:pt x="76918" y="143711"/>
                    <a:pt x="78388" y="142242"/>
                    <a:pt x="78388" y="140445"/>
                  </a:cubicBezTo>
                  <a:lnTo>
                    <a:pt x="78388" y="3266"/>
                  </a:lnTo>
                  <a:cubicBezTo>
                    <a:pt x="78388" y="1470"/>
                    <a:pt x="76918" y="0"/>
                    <a:pt x="75122" y="0"/>
                  </a:cubicBezTo>
                  <a:close/>
                </a:path>
              </a:pathLst>
            </a:custGeom>
            <a:solidFill>
              <a:schemeClr val="tx1">
                <a:lumMod val="95000"/>
                <a:lumOff val="5000"/>
                <a:alpha val="50000"/>
              </a:schemeClr>
            </a:solidFill>
            <a:ln w="1588"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A948B3EF-6D3D-419E-A22D-25CAAA05C27D}"/>
                </a:ext>
              </a:extLst>
            </p:cNvPr>
            <p:cNvSpPr/>
            <p:nvPr/>
          </p:nvSpPr>
          <p:spPr>
            <a:xfrm>
              <a:off x="8014343" y="1782683"/>
              <a:ext cx="100954" cy="68292"/>
            </a:xfrm>
            <a:custGeom>
              <a:avLst/>
              <a:gdLst>
                <a:gd name="connsiteX0" fmla="*/ 92047 w 100954"/>
                <a:gd name="connsiteY0" fmla="*/ 59385 h 68292"/>
                <a:gd name="connsiteX1" fmla="*/ 8908 w 100954"/>
                <a:gd name="connsiteY1" fmla="*/ 59385 h 68292"/>
                <a:gd name="connsiteX2" fmla="*/ 8908 w 100954"/>
                <a:gd name="connsiteY2" fmla="*/ 8908 h 68292"/>
                <a:gd name="connsiteX3" fmla="*/ 92047 w 100954"/>
                <a:gd name="connsiteY3" fmla="*/ 8908 h 68292"/>
                <a:gd name="connsiteX4" fmla="*/ 92047 w 100954"/>
                <a:gd name="connsiteY4" fmla="*/ 59385 h 68292"/>
                <a:gd name="connsiteX5" fmla="*/ 100955 w 100954"/>
                <a:gd name="connsiteY5" fmla="*/ 5939 h 68292"/>
                <a:gd name="connsiteX6" fmla="*/ 95016 w 100954"/>
                <a:gd name="connsiteY6" fmla="*/ 0 h 68292"/>
                <a:gd name="connsiteX7" fmla="*/ 5939 w 100954"/>
                <a:gd name="connsiteY7" fmla="*/ 0 h 68292"/>
                <a:gd name="connsiteX8" fmla="*/ 0 w 100954"/>
                <a:gd name="connsiteY8" fmla="*/ 5939 h 68292"/>
                <a:gd name="connsiteX9" fmla="*/ 0 w 100954"/>
                <a:gd name="connsiteY9" fmla="*/ 68293 h 68292"/>
                <a:gd name="connsiteX10" fmla="*/ 100955 w 100954"/>
                <a:gd name="connsiteY10" fmla="*/ 68293 h 68292"/>
                <a:gd name="connsiteX11" fmla="*/ 100955 w 100954"/>
                <a:gd name="connsiteY11" fmla="*/ 5939 h 6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54" h="68292">
                  <a:moveTo>
                    <a:pt x="92047" y="59385"/>
                  </a:moveTo>
                  <a:lnTo>
                    <a:pt x="8908" y="59385"/>
                  </a:lnTo>
                  <a:lnTo>
                    <a:pt x="8908" y="8908"/>
                  </a:lnTo>
                  <a:lnTo>
                    <a:pt x="92047" y="8908"/>
                  </a:lnTo>
                  <a:lnTo>
                    <a:pt x="92047" y="59385"/>
                  </a:lnTo>
                  <a:close/>
                  <a:moveTo>
                    <a:pt x="100955" y="5939"/>
                  </a:moveTo>
                  <a:cubicBezTo>
                    <a:pt x="100955" y="2672"/>
                    <a:pt x="98282" y="0"/>
                    <a:pt x="95016" y="0"/>
                  </a:cubicBezTo>
                  <a:lnTo>
                    <a:pt x="5939" y="0"/>
                  </a:lnTo>
                  <a:cubicBezTo>
                    <a:pt x="2672" y="0"/>
                    <a:pt x="0" y="2672"/>
                    <a:pt x="0" y="5939"/>
                  </a:cubicBezTo>
                  <a:lnTo>
                    <a:pt x="0" y="68293"/>
                  </a:lnTo>
                  <a:lnTo>
                    <a:pt x="100955" y="68293"/>
                  </a:lnTo>
                  <a:lnTo>
                    <a:pt x="100955" y="5939"/>
                  </a:lnTo>
                  <a:close/>
                </a:path>
              </a:pathLst>
            </a:custGeom>
            <a:solidFill>
              <a:schemeClr val="tx1">
                <a:lumMod val="95000"/>
                <a:lumOff val="5000"/>
                <a:alpha val="50000"/>
              </a:schemeClr>
            </a:solidFill>
            <a:ln w="1389"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24FC2B5B-5A5C-4286-BAD3-C238311AEDFB}"/>
                </a:ext>
              </a:extLst>
            </p:cNvPr>
            <p:cNvSpPr/>
            <p:nvPr/>
          </p:nvSpPr>
          <p:spPr>
            <a:xfrm>
              <a:off x="7996528" y="1856914"/>
              <a:ext cx="136585" cy="8907"/>
            </a:xfrm>
            <a:custGeom>
              <a:avLst/>
              <a:gdLst>
                <a:gd name="connsiteX0" fmla="*/ 77201 w 136585"/>
                <a:gd name="connsiteY0" fmla="*/ 0 h 8907"/>
                <a:gd name="connsiteX1" fmla="*/ 77201 w 136585"/>
                <a:gd name="connsiteY1" fmla="*/ 1485 h 8907"/>
                <a:gd name="connsiteX2" fmla="*/ 75716 w 136585"/>
                <a:gd name="connsiteY2" fmla="*/ 2969 h 8907"/>
                <a:gd name="connsiteX3" fmla="*/ 60870 w 136585"/>
                <a:gd name="connsiteY3" fmla="*/ 2969 h 8907"/>
                <a:gd name="connsiteX4" fmla="*/ 59385 w 136585"/>
                <a:gd name="connsiteY4" fmla="*/ 1485 h 8907"/>
                <a:gd name="connsiteX5" fmla="*/ 59385 w 136585"/>
                <a:gd name="connsiteY5" fmla="*/ 0 h 8907"/>
                <a:gd name="connsiteX6" fmla="*/ 0 w 136585"/>
                <a:gd name="connsiteY6" fmla="*/ 0 h 8907"/>
                <a:gd name="connsiteX7" fmla="*/ 0 w 136585"/>
                <a:gd name="connsiteY7" fmla="*/ 2969 h 8907"/>
                <a:gd name="connsiteX8" fmla="*/ 5939 w 136585"/>
                <a:gd name="connsiteY8" fmla="*/ 8908 h 8907"/>
                <a:gd name="connsiteX9" fmla="*/ 130647 w 136585"/>
                <a:gd name="connsiteY9" fmla="*/ 8908 h 8907"/>
                <a:gd name="connsiteX10" fmla="*/ 136586 w 136585"/>
                <a:gd name="connsiteY10" fmla="*/ 2969 h 8907"/>
                <a:gd name="connsiteX11" fmla="*/ 136586 w 136585"/>
                <a:gd name="connsiteY11" fmla="*/ 0 h 8907"/>
                <a:gd name="connsiteX12" fmla="*/ 77201 w 136585"/>
                <a:gd name="connsiteY12" fmla="*/ 0 h 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6585" h="8907">
                  <a:moveTo>
                    <a:pt x="77201" y="0"/>
                  </a:moveTo>
                  <a:lnTo>
                    <a:pt x="77201" y="1485"/>
                  </a:lnTo>
                  <a:cubicBezTo>
                    <a:pt x="77201" y="2375"/>
                    <a:pt x="76607" y="2969"/>
                    <a:pt x="75716" y="2969"/>
                  </a:cubicBezTo>
                  <a:lnTo>
                    <a:pt x="60870" y="2969"/>
                  </a:lnTo>
                  <a:cubicBezTo>
                    <a:pt x="59979" y="2969"/>
                    <a:pt x="59385" y="2375"/>
                    <a:pt x="59385" y="1485"/>
                  </a:cubicBezTo>
                  <a:lnTo>
                    <a:pt x="59385" y="0"/>
                  </a:lnTo>
                  <a:lnTo>
                    <a:pt x="0" y="0"/>
                  </a:lnTo>
                  <a:lnTo>
                    <a:pt x="0" y="2969"/>
                  </a:lnTo>
                  <a:cubicBezTo>
                    <a:pt x="0" y="6235"/>
                    <a:pt x="2672" y="8908"/>
                    <a:pt x="5939" y="8908"/>
                  </a:cubicBezTo>
                  <a:lnTo>
                    <a:pt x="130647" y="8908"/>
                  </a:lnTo>
                  <a:cubicBezTo>
                    <a:pt x="133913" y="8908"/>
                    <a:pt x="136586" y="6235"/>
                    <a:pt x="136586" y="2969"/>
                  </a:cubicBezTo>
                  <a:lnTo>
                    <a:pt x="136586" y="0"/>
                  </a:lnTo>
                  <a:lnTo>
                    <a:pt x="77201" y="0"/>
                  </a:lnTo>
                  <a:close/>
                </a:path>
              </a:pathLst>
            </a:custGeom>
            <a:solidFill>
              <a:schemeClr val="tx1">
                <a:lumMod val="95000"/>
                <a:lumOff val="5000"/>
                <a:alpha val="50000"/>
              </a:schemeClr>
            </a:solidFill>
            <a:ln w="1389"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CFFAA574-03E0-47DA-8538-30CE1DA44CA2}"/>
                </a:ext>
              </a:extLst>
            </p:cNvPr>
            <p:cNvSpPr/>
            <p:nvPr/>
          </p:nvSpPr>
          <p:spPr>
            <a:xfrm>
              <a:off x="10364349" y="630703"/>
              <a:ext cx="75794" cy="75794"/>
            </a:xfrm>
            <a:custGeom>
              <a:avLst/>
              <a:gdLst>
                <a:gd name="connsiteX0" fmla="*/ 14346 w 75794"/>
                <a:gd name="connsiteY0" fmla="*/ 75795 h 75794"/>
                <a:gd name="connsiteX1" fmla="*/ 0 w 75794"/>
                <a:gd name="connsiteY1" fmla="*/ 75795 h 75794"/>
                <a:gd name="connsiteX2" fmla="*/ 75795 w 75794"/>
                <a:gd name="connsiteY2" fmla="*/ 0 h 75794"/>
                <a:gd name="connsiteX3" fmla="*/ 75795 w 75794"/>
                <a:gd name="connsiteY3" fmla="*/ 14346 h 75794"/>
                <a:gd name="connsiteX4" fmla="*/ 14346 w 75794"/>
                <a:gd name="connsiteY4" fmla="*/ 75795 h 75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4" h="75794">
                  <a:moveTo>
                    <a:pt x="14346" y="75795"/>
                  </a:moveTo>
                  <a:lnTo>
                    <a:pt x="0" y="75795"/>
                  </a:lnTo>
                  <a:cubicBezTo>
                    <a:pt x="53" y="33956"/>
                    <a:pt x="33956" y="53"/>
                    <a:pt x="75795" y="0"/>
                  </a:cubicBezTo>
                  <a:lnTo>
                    <a:pt x="75795" y="14346"/>
                  </a:lnTo>
                  <a:cubicBezTo>
                    <a:pt x="41874" y="14385"/>
                    <a:pt x="14385" y="41874"/>
                    <a:pt x="14346" y="75795"/>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06BDC48F-CE90-4BDB-A1A3-6A68343A7507}"/>
                </a:ext>
              </a:extLst>
            </p:cNvPr>
            <p:cNvSpPr/>
            <p:nvPr/>
          </p:nvSpPr>
          <p:spPr>
            <a:xfrm>
              <a:off x="10326930" y="593379"/>
              <a:ext cx="113213" cy="113118"/>
            </a:xfrm>
            <a:custGeom>
              <a:avLst/>
              <a:gdLst>
                <a:gd name="connsiteX0" fmla="*/ 14346 w 113213"/>
                <a:gd name="connsiteY0" fmla="*/ 113118 h 113118"/>
                <a:gd name="connsiteX1" fmla="*/ 0 w 113213"/>
                <a:gd name="connsiteY1" fmla="*/ 113118 h 113118"/>
                <a:gd name="connsiteX2" fmla="*/ 113214 w 113213"/>
                <a:gd name="connsiteY2" fmla="*/ 0 h 113118"/>
                <a:gd name="connsiteX3" fmla="*/ 113214 w 113213"/>
                <a:gd name="connsiteY3" fmla="*/ 14346 h 113118"/>
                <a:gd name="connsiteX4" fmla="*/ 14346 w 113213"/>
                <a:gd name="connsiteY4" fmla="*/ 113118 h 113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13" h="113118">
                  <a:moveTo>
                    <a:pt x="14346" y="113118"/>
                  </a:moveTo>
                  <a:lnTo>
                    <a:pt x="0" y="113118"/>
                  </a:lnTo>
                  <a:cubicBezTo>
                    <a:pt x="119" y="50657"/>
                    <a:pt x="50752" y="66"/>
                    <a:pt x="113214" y="0"/>
                  </a:cubicBezTo>
                  <a:lnTo>
                    <a:pt x="113214" y="14346"/>
                  </a:lnTo>
                  <a:cubicBezTo>
                    <a:pt x="58675" y="14412"/>
                    <a:pt x="14465" y="58580"/>
                    <a:pt x="14346" y="113118"/>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ECE61793-A61B-43CC-9CAF-D2CF65957A6F}"/>
                </a:ext>
              </a:extLst>
            </p:cNvPr>
            <p:cNvSpPr/>
            <p:nvPr/>
          </p:nvSpPr>
          <p:spPr>
            <a:xfrm>
              <a:off x="10289511" y="555865"/>
              <a:ext cx="150633" cy="150633"/>
            </a:xfrm>
            <a:custGeom>
              <a:avLst/>
              <a:gdLst>
                <a:gd name="connsiteX0" fmla="*/ 14346 w 150633"/>
                <a:gd name="connsiteY0" fmla="*/ 150633 h 150633"/>
                <a:gd name="connsiteX1" fmla="*/ 0 w 150633"/>
                <a:gd name="connsiteY1" fmla="*/ 150633 h 150633"/>
                <a:gd name="connsiteX2" fmla="*/ 150633 w 150633"/>
                <a:gd name="connsiteY2" fmla="*/ 0 h 150633"/>
                <a:gd name="connsiteX3" fmla="*/ 150633 w 150633"/>
                <a:gd name="connsiteY3" fmla="*/ 14346 h 150633"/>
                <a:gd name="connsiteX4" fmla="*/ 14346 w 150633"/>
                <a:gd name="connsiteY4" fmla="*/ 150633 h 15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633" h="150633">
                  <a:moveTo>
                    <a:pt x="14346" y="150633"/>
                  </a:moveTo>
                  <a:lnTo>
                    <a:pt x="0" y="150633"/>
                  </a:lnTo>
                  <a:cubicBezTo>
                    <a:pt x="92" y="67479"/>
                    <a:pt x="67479" y="92"/>
                    <a:pt x="150633" y="0"/>
                  </a:cubicBezTo>
                  <a:lnTo>
                    <a:pt x="150633" y="14346"/>
                  </a:lnTo>
                  <a:cubicBezTo>
                    <a:pt x="75397" y="14425"/>
                    <a:pt x="14425" y="75397"/>
                    <a:pt x="14346" y="150633"/>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A8E3CA6B-9065-4E96-A2F7-B58A1BB5F216}"/>
                </a:ext>
              </a:extLst>
            </p:cNvPr>
            <p:cNvSpPr/>
            <p:nvPr/>
          </p:nvSpPr>
          <p:spPr>
            <a:xfrm>
              <a:off x="10402701" y="669150"/>
              <a:ext cx="37443" cy="37443"/>
            </a:xfrm>
            <a:custGeom>
              <a:avLst/>
              <a:gdLst>
                <a:gd name="connsiteX0" fmla="*/ 37443 w 37443"/>
                <a:gd name="connsiteY0" fmla="*/ 18722 h 37443"/>
                <a:gd name="connsiteX1" fmla="*/ 18722 w 37443"/>
                <a:gd name="connsiteY1" fmla="*/ 37443 h 37443"/>
                <a:gd name="connsiteX2" fmla="*/ 0 w 37443"/>
                <a:gd name="connsiteY2" fmla="*/ 18722 h 37443"/>
                <a:gd name="connsiteX3" fmla="*/ 18722 w 37443"/>
                <a:gd name="connsiteY3" fmla="*/ 0 h 37443"/>
                <a:gd name="connsiteX4" fmla="*/ 37443 w 37443"/>
                <a:gd name="connsiteY4" fmla="*/ 18722 h 37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43" h="37443">
                  <a:moveTo>
                    <a:pt x="37443" y="18722"/>
                  </a:moveTo>
                  <a:cubicBezTo>
                    <a:pt x="37443" y="29061"/>
                    <a:pt x="29061" y="37443"/>
                    <a:pt x="18722" y="37443"/>
                  </a:cubicBezTo>
                  <a:cubicBezTo>
                    <a:pt x="8382" y="37443"/>
                    <a:pt x="0" y="29061"/>
                    <a:pt x="0" y="18722"/>
                  </a:cubicBezTo>
                  <a:cubicBezTo>
                    <a:pt x="0" y="8382"/>
                    <a:pt x="8382" y="0"/>
                    <a:pt x="18722" y="0"/>
                  </a:cubicBezTo>
                  <a:cubicBezTo>
                    <a:pt x="29061" y="0"/>
                    <a:pt x="37443" y="8382"/>
                    <a:pt x="37443" y="18722"/>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5B2F1960-DFE4-490A-9E69-6FB81F036229}"/>
                </a:ext>
              </a:extLst>
            </p:cNvPr>
            <p:cNvSpPr/>
            <p:nvPr/>
          </p:nvSpPr>
          <p:spPr>
            <a:xfrm>
              <a:off x="6967965" y="1945325"/>
              <a:ext cx="16571" cy="44711"/>
            </a:xfrm>
            <a:custGeom>
              <a:avLst/>
              <a:gdLst>
                <a:gd name="connsiteX0" fmla="*/ 9207 w 16571"/>
                <a:gd name="connsiteY0" fmla="*/ 44712 h 44711"/>
                <a:gd name="connsiteX1" fmla="*/ 16571 w 16571"/>
                <a:gd name="connsiteY1" fmla="*/ 37347 h 44711"/>
                <a:gd name="connsiteX2" fmla="*/ 16571 w 16571"/>
                <a:gd name="connsiteY2" fmla="*/ 7364 h 44711"/>
                <a:gd name="connsiteX3" fmla="*/ 9207 w 16571"/>
                <a:gd name="connsiteY3" fmla="*/ 0 h 44711"/>
                <a:gd name="connsiteX4" fmla="*/ 9207 w 16571"/>
                <a:gd name="connsiteY4" fmla="*/ 44712 h 44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1" h="44711">
                  <a:moveTo>
                    <a:pt x="9207" y="44712"/>
                  </a:moveTo>
                  <a:lnTo>
                    <a:pt x="16571" y="37347"/>
                  </a:lnTo>
                  <a:cubicBezTo>
                    <a:pt x="8501" y="28982"/>
                    <a:pt x="8501" y="15730"/>
                    <a:pt x="16571" y="7364"/>
                  </a:cubicBezTo>
                  <a:lnTo>
                    <a:pt x="9207" y="0"/>
                  </a:lnTo>
                  <a:cubicBezTo>
                    <a:pt x="-3069" y="12376"/>
                    <a:pt x="-3069" y="32336"/>
                    <a:pt x="9207" y="44712"/>
                  </a:cubicBez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FBBDDC94-3C29-48B4-BA57-60E4828BBF31}"/>
                </a:ext>
              </a:extLst>
            </p:cNvPr>
            <p:cNvSpPr/>
            <p:nvPr/>
          </p:nvSpPr>
          <p:spPr>
            <a:xfrm>
              <a:off x="6946927" y="1930597"/>
              <a:ext cx="22879" cy="74168"/>
            </a:xfrm>
            <a:custGeom>
              <a:avLst/>
              <a:gdLst>
                <a:gd name="connsiteX0" fmla="*/ 15516 w 22879"/>
                <a:gd name="connsiteY0" fmla="*/ 74169 h 74168"/>
                <a:gd name="connsiteX1" fmla="*/ 22880 w 22879"/>
                <a:gd name="connsiteY1" fmla="*/ 66805 h 74168"/>
                <a:gd name="connsiteX2" fmla="*/ 22691 w 22879"/>
                <a:gd name="connsiteY2" fmla="*/ 7553 h 74168"/>
                <a:gd name="connsiteX3" fmla="*/ 22880 w 22879"/>
                <a:gd name="connsiteY3" fmla="*/ 7364 h 74168"/>
                <a:gd name="connsiteX4" fmla="*/ 15516 w 22879"/>
                <a:gd name="connsiteY4" fmla="*/ 0 h 74168"/>
                <a:gd name="connsiteX5" fmla="*/ 14992 w 22879"/>
                <a:gd name="connsiteY5" fmla="*/ 73645 h 74168"/>
                <a:gd name="connsiteX6" fmla="*/ 15516 w 22879"/>
                <a:gd name="connsiteY6" fmla="*/ 74169 h 7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79" h="74168">
                  <a:moveTo>
                    <a:pt x="15516" y="74169"/>
                  </a:moveTo>
                  <a:lnTo>
                    <a:pt x="22880" y="66805"/>
                  </a:lnTo>
                  <a:cubicBezTo>
                    <a:pt x="6466" y="50495"/>
                    <a:pt x="6382" y="23967"/>
                    <a:pt x="22691" y="7553"/>
                  </a:cubicBezTo>
                  <a:cubicBezTo>
                    <a:pt x="22754" y="7490"/>
                    <a:pt x="22817" y="7427"/>
                    <a:pt x="22880" y="7364"/>
                  </a:cubicBezTo>
                  <a:lnTo>
                    <a:pt x="15516" y="0"/>
                  </a:lnTo>
                  <a:cubicBezTo>
                    <a:pt x="-4965" y="20192"/>
                    <a:pt x="-5200" y="53164"/>
                    <a:pt x="14992" y="73645"/>
                  </a:cubicBezTo>
                  <a:cubicBezTo>
                    <a:pt x="15165" y="73821"/>
                    <a:pt x="15340" y="73995"/>
                    <a:pt x="15516" y="74169"/>
                  </a:cubicBez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56E8140D-0C62-47E9-9E68-2BB22F1E33AC}"/>
                </a:ext>
              </a:extLst>
            </p:cNvPr>
            <p:cNvSpPr/>
            <p:nvPr/>
          </p:nvSpPr>
          <p:spPr>
            <a:xfrm>
              <a:off x="6925879" y="1915605"/>
              <a:ext cx="28936" cy="104152"/>
            </a:xfrm>
            <a:custGeom>
              <a:avLst/>
              <a:gdLst>
                <a:gd name="connsiteX0" fmla="*/ 28936 w 28936"/>
                <a:gd name="connsiteY0" fmla="*/ 96788 h 104152"/>
                <a:gd name="connsiteX1" fmla="*/ 28936 w 28936"/>
                <a:gd name="connsiteY1" fmla="*/ 7364 h 104152"/>
                <a:gd name="connsiteX2" fmla="*/ 21572 w 28936"/>
                <a:gd name="connsiteY2" fmla="*/ 0 h 104152"/>
                <a:gd name="connsiteX3" fmla="*/ 21567 w 28936"/>
                <a:gd name="connsiteY3" fmla="*/ 104147 h 104152"/>
                <a:gd name="connsiteX4" fmla="*/ 21572 w 28936"/>
                <a:gd name="connsiteY4" fmla="*/ 104152 h 10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6" h="104152">
                  <a:moveTo>
                    <a:pt x="28936" y="96788"/>
                  </a:moveTo>
                  <a:cubicBezTo>
                    <a:pt x="4385" y="72036"/>
                    <a:pt x="4385" y="32116"/>
                    <a:pt x="28936" y="7364"/>
                  </a:cubicBezTo>
                  <a:lnTo>
                    <a:pt x="21572" y="0"/>
                  </a:lnTo>
                  <a:cubicBezTo>
                    <a:pt x="-7189" y="28758"/>
                    <a:pt x="-7191" y="75386"/>
                    <a:pt x="21567" y="104147"/>
                  </a:cubicBezTo>
                  <a:cubicBezTo>
                    <a:pt x="21569" y="104149"/>
                    <a:pt x="21570" y="104150"/>
                    <a:pt x="21572" y="104152"/>
                  </a:cubicBez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BF31903A-BB68-4C17-BFA5-B1B88B928484}"/>
                </a:ext>
              </a:extLst>
            </p:cNvPr>
            <p:cNvSpPr/>
            <p:nvPr/>
          </p:nvSpPr>
          <p:spPr>
            <a:xfrm>
              <a:off x="7014519" y="1945325"/>
              <a:ext cx="16571" cy="44711"/>
            </a:xfrm>
            <a:custGeom>
              <a:avLst/>
              <a:gdLst>
                <a:gd name="connsiteX0" fmla="*/ 7364 w 16571"/>
                <a:gd name="connsiteY0" fmla="*/ 44712 h 44711"/>
                <a:gd name="connsiteX1" fmla="*/ 7364 w 16571"/>
                <a:gd name="connsiteY1" fmla="*/ 0 h 44711"/>
                <a:gd name="connsiteX2" fmla="*/ 0 w 16571"/>
                <a:gd name="connsiteY2" fmla="*/ 7364 h 44711"/>
                <a:gd name="connsiteX3" fmla="*/ 6049 w 16571"/>
                <a:gd name="connsiteY3" fmla="*/ 22356 h 44711"/>
                <a:gd name="connsiteX4" fmla="*/ 0 w 16571"/>
                <a:gd name="connsiteY4" fmla="*/ 37347 h 44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1" h="44711">
                  <a:moveTo>
                    <a:pt x="7364" y="44712"/>
                  </a:moveTo>
                  <a:cubicBezTo>
                    <a:pt x="19640" y="32336"/>
                    <a:pt x="19640" y="12376"/>
                    <a:pt x="7364" y="0"/>
                  </a:cubicBezTo>
                  <a:lnTo>
                    <a:pt x="0" y="7364"/>
                  </a:lnTo>
                  <a:cubicBezTo>
                    <a:pt x="3932" y="11357"/>
                    <a:pt x="6109" y="16752"/>
                    <a:pt x="6049" y="22356"/>
                  </a:cubicBezTo>
                  <a:cubicBezTo>
                    <a:pt x="6058" y="27949"/>
                    <a:pt x="3889" y="33327"/>
                    <a:pt x="0" y="37347"/>
                  </a:cubicBez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4EEB2D13-3CF4-4904-A2C4-C3461E97FF5E}"/>
                </a:ext>
              </a:extLst>
            </p:cNvPr>
            <p:cNvSpPr/>
            <p:nvPr/>
          </p:nvSpPr>
          <p:spPr>
            <a:xfrm>
              <a:off x="7029248" y="1930597"/>
              <a:ext cx="22879" cy="74168"/>
            </a:xfrm>
            <a:custGeom>
              <a:avLst/>
              <a:gdLst>
                <a:gd name="connsiteX0" fmla="*/ 0 w 22879"/>
                <a:gd name="connsiteY0" fmla="*/ 66805 h 74168"/>
                <a:gd name="connsiteX1" fmla="*/ 7364 w 22879"/>
                <a:gd name="connsiteY1" fmla="*/ 74169 h 74168"/>
                <a:gd name="connsiteX2" fmla="*/ 7888 w 22879"/>
                <a:gd name="connsiteY2" fmla="*/ 524 h 74168"/>
                <a:gd name="connsiteX3" fmla="*/ 7364 w 22879"/>
                <a:gd name="connsiteY3" fmla="*/ 0 h 74168"/>
                <a:gd name="connsiteX4" fmla="*/ 0 w 22879"/>
                <a:gd name="connsiteY4" fmla="*/ 7364 h 74168"/>
                <a:gd name="connsiteX5" fmla="*/ 189 w 22879"/>
                <a:gd name="connsiteY5" fmla="*/ 66616 h 74168"/>
                <a:gd name="connsiteX6" fmla="*/ 0 w 22879"/>
                <a:gd name="connsiteY6" fmla="*/ 66805 h 7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79" h="74168">
                  <a:moveTo>
                    <a:pt x="0" y="66805"/>
                  </a:moveTo>
                  <a:lnTo>
                    <a:pt x="7364" y="74169"/>
                  </a:lnTo>
                  <a:cubicBezTo>
                    <a:pt x="27845" y="53977"/>
                    <a:pt x="28080" y="21005"/>
                    <a:pt x="7888" y="524"/>
                  </a:cubicBezTo>
                  <a:cubicBezTo>
                    <a:pt x="7715" y="348"/>
                    <a:pt x="7540" y="174"/>
                    <a:pt x="7364" y="0"/>
                  </a:cubicBezTo>
                  <a:lnTo>
                    <a:pt x="0" y="7364"/>
                  </a:lnTo>
                  <a:cubicBezTo>
                    <a:pt x="16414" y="23674"/>
                    <a:pt x="16498" y="50202"/>
                    <a:pt x="189" y="66616"/>
                  </a:cubicBezTo>
                  <a:cubicBezTo>
                    <a:pt x="126" y="66679"/>
                    <a:pt x="63" y="66742"/>
                    <a:pt x="0" y="66805"/>
                  </a:cubicBez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1A7200AA-F1EA-4391-A2DB-E1ED8EEC88B0}"/>
                </a:ext>
              </a:extLst>
            </p:cNvPr>
            <p:cNvSpPr/>
            <p:nvPr/>
          </p:nvSpPr>
          <p:spPr>
            <a:xfrm>
              <a:off x="7044239" y="1915605"/>
              <a:ext cx="28936" cy="104152"/>
            </a:xfrm>
            <a:custGeom>
              <a:avLst/>
              <a:gdLst>
                <a:gd name="connsiteX0" fmla="*/ 0 w 28936"/>
                <a:gd name="connsiteY0" fmla="*/ 96788 h 104152"/>
                <a:gd name="connsiteX1" fmla="*/ 7364 w 28936"/>
                <a:gd name="connsiteY1" fmla="*/ 104152 h 104152"/>
                <a:gd name="connsiteX2" fmla="*/ 7370 w 28936"/>
                <a:gd name="connsiteY2" fmla="*/ 5 h 104152"/>
                <a:gd name="connsiteX3" fmla="*/ 7364 w 28936"/>
                <a:gd name="connsiteY3" fmla="*/ 0 h 104152"/>
                <a:gd name="connsiteX4" fmla="*/ 0 w 28936"/>
                <a:gd name="connsiteY4" fmla="*/ 7364 h 104152"/>
                <a:gd name="connsiteX5" fmla="*/ 0 w 28936"/>
                <a:gd name="connsiteY5" fmla="*/ 96788 h 10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36" h="104152">
                  <a:moveTo>
                    <a:pt x="0" y="96788"/>
                  </a:moveTo>
                  <a:lnTo>
                    <a:pt x="7364" y="104152"/>
                  </a:lnTo>
                  <a:cubicBezTo>
                    <a:pt x="36125" y="75394"/>
                    <a:pt x="36127" y="28766"/>
                    <a:pt x="7370" y="5"/>
                  </a:cubicBezTo>
                  <a:cubicBezTo>
                    <a:pt x="7368" y="4"/>
                    <a:pt x="7366" y="2"/>
                    <a:pt x="7364" y="0"/>
                  </a:cubicBezTo>
                  <a:lnTo>
                    <a:pt x="0" y="7364"/>
                  </a:lnTo>
                  <a:cubicBezTo>
                    <a:pt x="24552" y="32116"/>
                    <a:pt x="24552" y="72036"/>
                    <a:pt x="0" y="96788"/>
                  </a:cubicBez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24934DA1-AFCA-4E83-A2BA-CE34583877EC}"/>
                </a:ext>
              </a:extLst>
            </p:cNvPr>
            <p:cNvSpPr/>
            <p:nvPr/>
          </p:nvSpPr>
          <p:spPr>
            <a:xfrm>
              <a:off x="6919418" y="1957137"/>
              <a:ext cx="160332" cy="174926"/>
            </a:xfrm>
            <a:custGeom>
              <a:avLst/>
              <a:gdLst>
                <a:gd name="connsiteX0" fmla="*/ 160328 w 160332"/>
                <a:gd name="connsiteY0" fmla="*/ 168903 h 174926"/>
                <a:gd name="connsiteX1" fmla="*/ 160328 w 160332"/>
                <a:gd name="connsiteY1" fmla="*/ 168903 h 174926"/>
                <a:gd name="connsiteX2" fmla="*/ 159881 w 160332"/>
                <a:gd name="connsiteY2" fmla="*/ 167562 h 174926"/>
                <a:gd name="connsiteX3" fmla="*/ 159881 w 160332"/>
                <a:gd name="connsiteY3" fmla="*/ 167404 h 174926"/>
                <a:gd name="connsiteX4" fmla="*/ 84923 w 160332"/>
                <a:gd name="connsiteY4" fmla="*/ 21433 h 174926"/>
                <a:gd name="connsiteX5" fmla="*/ 84055 w 160332"/>
                <a:gd name="connsiteY5" fmla="*/ 20276 h 174926"/>
                <a:gd name="connsiteX6" fmla="*/ 89862 w 160332"/>
                <a:gd name="connsiteY6" fmla="*/ 6578 h 174926"/>
                <a:gd name="connsiteX7" fmla="*/ 76164 w 160332"/>
                <a:gd name="connsiteY7" fmla="*/ 770 h 174926"/>
                <a:gd name="connsiteX8" fmla="*/ 70357 w 160332"/>
                <a:gd name="connsiteY8" fmla="*/ 14468 h 174926"/>
                <a:gd name="connsiteX9" fmla="*/ 76164 w 160332"/>
                <a:gd name="connsiteY9" fmla="*/ 20276 h 174926"/>
                <a:gd name="connsiteX10" fmla="*/ 75454 w 160332"/>
                <a:gd name="connsiteY10" fmla="*/ 21302 h 174926"/>
                <a:gd name="connsiteX11" fmla="*/ 496 w 160332"/>
                <a:gd name="connsiteY11" fmla="*/ 167272 h 174926"/>
                <a:gd name="connsiteX12" fmla="*/ 496 w 160332"/>
                <a:gd name="connsiteY12" fmla="*/ 167430 h 174926"/>
                <a:gd name="connsiteX13" fmla="*/ 49 w 160332"/>
                <a:gd name="connsiteY13" fmla="*/ 168772 h 174926"/>
                <a:gd name="connsiteX14" fmla="*/ 49 w 160332"/>
                <a:gd name="connsiteY14" fmla="*/ 168772 h 174926"/>
                <a:gd name="connsiteX15" fmla="*/ 49 w 160332"/>
                <a:gd name="connsiteY15" fmla="*/ 170087 h 174926"/>
                <a:gd name="connsiteX16" fmla="*/ 49 w 160332"/>
                <a:gd name="connsiteY16" fmla="*/ 170402 h 174926"/>
                <a:gd name="connsiteX17" fmla="*/ 417 w 160332"/>
                <a:gd name="connsiteY17" fmla="*/ 171638 h 174926"/>
                <a:gd name="connsiteX18" fmla="*/ 417 w 160332"/>
                <a:gd name="connsiteY18" fmla="*/ 171638 h 174926"/>
                <a:gd name="connsiteX19" fmla="*/ 786 w 160332"/>
                <a:gd name="connsiteY19" fmla="*/ 172217 h 174926"/>
                <a:gd name="connsiteX20" fmla="*/ 1312 w 160332"/>
                <a:gd name="connsiteY20" fmla="*/ 172980 h 174926"/>
                <a:gd name="connsiteX21" fmla="*/ 1312 w 160332"/>
                <a:gd name="connsiteY21" fmla="*/ 172980 h 174926"/>
                <a:gd name="connsiteX22" fmla="*/ 1732 w 160332"/>
                <a:gd name="connsiteY22" fmla="*/ 173295 h 174926"/>
                <a:gd name="connsiteX23" fmla="*/ 2469 w 160332"/>
                <a:gd name="connsiteY23" fmla="*/ 173874 h 174926"/>
                <a:gd name="connsiteX24" fmla="*/ 3100 w 160332"/>
                <a:gd name="connsiteY24" fmla="*/ 174163 h 174926"/>
                <a:gd name="connsiteX25" fmla="*/ 3889 w 160332"/>
                <a:gd name="connsiteY25" fmla="*/ 174453 h 174926"/>
                <a:gd name="connsiteX26" fmla="*/ 4573 w 160332"/>
                <a:gd name="connsiteY26" fmla="*/ 174453 h 174926"/>
                <a:gd name="connsiteX27" fmla="*/ 5152 w 160332"/>
                <a:gd name="connsiteY27" fmla="*/ 174926 h 174926"/>
                <a:gd name="connsiteX28" fmla="*/ 5520 w 160332"/>
                <a:gd name="connsiteY28" fmla="*/ 174926 h 174926"/>
                <a:gd name="connsiteX29" fmla="*/ 5862 w 160332"/>
                <a:gd name="connsiteY29" fmla="*/ 174926 h 174926"/>
                <a:gd name="connsiteX30" fmla="*/ 7256 w 160332"/>
                <a:gd name="connsiteY30" fmla="*/ 174558 h 174926"/>
                <a:gd name="connsiteX31" fmla="*/ 80162 w 160332"/>
                <a:gd name="connsiteY31" fmla="*/ 142497 h 174926"/>
                <a:gd name="connsiteX32" fmla="*/ 152963 w 160332"/>
                <a:gd name="connsiteY32" fmla="*/ 174479 h 174926"/>
                <a:gd name="connsiteX33" fmla="*/ 155067 w 160332"/>
                <a:gd name="connsiteY33" fmla="*/ 174926 h 174926"/>
                <a:gd name="connsiteX34" fmla="*/ 155067 w 160332"/>
                <a:gd name="connsiteY34" fmla="*/ 174926 h 174926"/>
                <a:gd name="connsiteX35" fmla="*/ 156356 w 160332"/>
                <a:gd name="connsiteY35" fmla="*/ 174742 h 174926"/>
                <a:gd name="connsiteX36" fmla="*/ 156724 w 160332"/>
                <a:gd name="connsiteY36" fmla="*/ 174742 h 174926"/>
                <a:gd name="connsiteX37" fmla="*/ 157698 w 160332"/>
                <a:gd name="connsiteY37" fmla="*/ 174295 h 174926"/>
                <a:gd name="connsiteX38" fmla="*/ 157934 w 160332"/>
                <a:gd name="connsiteY38" fmla="*/ 174137 h 174926"/>
                <a:gd name="connsiteX39" fmla="*/ 158881 w 160332"/>
                <a:gd name="connsiteY39" fmla="*/ 173374 h 174926"/>
                <a:gd name="connsiteX40" fmla="*/ 158881 w 160332"/>
                <a:gd name="connsiteY40" fmla="*/ 173374 h 174926"/>
                <a:gd name="connsiteX41" fmla="*/ 159433 w 160332"/>
                <a:gd name="connsiteY41" fmla="*/ 172559 h 174926"/>
                <a:gd name="connsiteX42" fmla="*/ 159749 w 160332"/>
                <a:gd name="connsiteY42" fmla="*/ 172033 h 174926"/>
                <a:gd name="connsiteX43" fmla="*/ 159749 w 160332"/>
                <a:gd name="connsiteY43" fmla="*/ 172033 h 174926"/>
                <a:gd name="connsiteX44" fmla="*/ 160117 w 160332"/>
                <a:gd name="connsiteY44" fmla="*/ 170770 h 174926"/>
                <a:gd name="connsiteX45" fmla="*/ 160117 w 160332"/>
                <a:gd name="connsiteY45" fmla="*/ 170481 h 174926"/>
                <a:gd name="connsiteX46" fmla="*/ 160328 w 160332"/>
                <a:gd name="connsiteY46" fmla="*/ 168903 h 174926"/>
                <a:gd name="connsiteX47" fmla="*/ 115616 w 160332"/>
                <a:gd name="connsiteY47" fmla="*/ 104334 h 174926"/>
                <a:gd name="connsiteX48" fmla="*/ 89052 w 160332"/>
                <a:gd name="connsiteY48" fmla="*/ 86370 h 174926"/>
                <a:gd name="connsiteX49" fmla="*/ 101860 w 160332"/>
                <a:gd name="connsiteY49" fmla="*/ 77612 h 174926"/>
                <a:gd name="connsiteX50" fmla="*/ 80109 w 160332"/>
                <a:gd name="connsiteY50" fmla="*/ 35215 h 174926"/>
                <a:gd name="connsiteX51" fmla="*/ 97021 w 160332"/>
                <a:gd name="connsiteY51" fmla="*/ 68117 h 174926"/>
                <a:gd name="connsiteX52" fmla="*/ 79715 w 160332"/>
                <a:gd name="connsiteY52" fmla="*/ 80032 h 174926"/>
                <a:gd name="connsiteX53" fmla="*/ 63934 w 160332"/>
                <a:gd name="connsiteY53" fmla="*/ 69511 h 174926"/>
                <a:gd name="connsiteX54" fmla="*/ 62830 w 160332"/>
                <a:gd name="connsiteY54" fmla="*/ 68933 h 174926"/>
                <a:gd name="connsiteX55" fmla="*/ 58069 w 160332"/>
                <a:gd name="connsiteY55" fmla="*/ 78112 h 174926"/>
                <a:gd name="connsiteX56" fmla="*/ 70404 w 160332"/>
                <a:gd name="connsiteY56" fmla="*/ 86449 h 174926"/>
                <a:gd name="connsiteX57" fmla="*/ 44603 w 160332"/>
                <a:gd name="connsiteY57" fmla="*/ 104150 h 174926"/>
                <a:gd name="connsiteX58" fmla="*/ 16592 w 160332"/>
                <a:gd name="connsiteY58" fmla="*/ 158909 h 174926"/>
                <a:gd name="connsiteX59" fmla="*/ 35161 w 160332"/>
                <a:gd name="connsiteY59" fmla="*/ 122718 h 174926"/>
                <a:gd name="connsiteX60" fmla="*/ 67064 w 160332"/>
                <a:gd name="connsiteY60" fmla="*/ 136737 h 174926"/>
                <a:gd name="connsiteX61" fmla="*/ 46023 w 160332"/>
                <a:gd name="connsiteY61" fmla="*/ 116012 h 174926"/>
                <a:gd name="connsiteX62" fmla="*/ 79768 w 160332"/>
                <a:gd name="connsiteY62" fmla="*/ 92788 h 174926"/>
                <a:gd name="connsiteX63" fmla="*/ 114169 w 160332"/>
                <a:gd name="connsiteY63" fmla="*/ 116064 h 174926"/>
                <a:gd name="connsiteX64" fmla="*/ 80162 w 160332"/>
                <a:gd name="connsiteY64" fmla="*/ 131003 h 174926"/>
                <a:gd name="connsiteX65" fmla="*/ 135447 w 160332"/>
                <a:gd name="connsiteY65" fmla="*/ 155305 h 174926"/>
                <a:gd name="connsiteX66" fmla="*/ 93234 w 160332"/>
                <a:gd name="connsiteY66" fmla="*/ 136763 h 174926"/>
                <a:gd name="connsiteX67" fmla="*/ 125084 w 160332"/>
                <a:gd name="connsiteY67" fmla="*/ 122771 h 174926"/>
                <a:gd name="connsiteX68" fmla="*/ 143627 w 160332"/>
                <a:gd name="connsiteY68" fmla="*/ 158882 h 174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60332" h="174926">
                  <a:moveTo>
                    <a:pt x="160328" y="168903"/>
                  </a:moveTo>
                  <a:lnTo>
                    <a:pt x="160328" y="168903"/>
                  </a:lnTo>
                  <a:cubicBezTo>
                    <a:pt x="160247" y="168436"/>
                    <a:pt x="160096" y="167984"/>
                    <a:pt x="159881" y="167562"/>
                  </a:cubicBezTo>
                  <a:cubicBezTo>
                    <a:pt x="159881" y="167562"/>
                    <a:pt x="159881" y="167562"/>
                    <a:pt x="159881" y="167404"/>
                  </a:cubicBezTo>
                  <a:lnTo>
                    <a:pt x="84923" y="21433"/>
                  </a:lnTo>
                  <a:cubicBezTo>
                    <a:pt x="84694" y="21005"/>
                    <a:pt x="84402" y="20615"/>
                    <a:pt x="84055" y="20276"/>
                  </a:cubicBezTo>
                  <a:cubicBezTo>
                    <a:pt x="89441" y="18097"/>
                    <a:pt x="92041" y="11964"/>
                    <a:pt x="89862" y="6578"/>
                  </a:cubicBezTo>
                  <a:cubicBezTo>
                    <a:pt x="87683" y="1192"/>
                    <a:pt x="81551" y="-1408"/>
                    <a:pt x="76164" y="770"/>
                  </a:cubicBezTo>
                  <a:cubicBezTo>
                    <a:pt x="70778" y="2949"/>
                    <a:pt x="68178" y="9082"/>
                    <a:pt x="70357" y="14468"/>
                  </a:cubicBezTo>
                  <a:cubicBezTo>
                    <a:pt x="71426" y="17111"/>
                    <a:pt x="73522" y="19207"/>
                    <a:pt x="76164" y="20276"/>
                  </a:cubicBezTo>
                  <a:cubicBezTo>
                    <a:pt x="75883" y="20585"/>
                    <a:pt x="75645" y="20930"/>
                    <a:pt x="75454" y="21302"/>
                  </a:cubicBezTo>
                  <a:lnTo>
                    <a:pt x="496" y="167272"/>
                  </a:lnTo>
                  <a:cubicBezTo>
                    <a:pt x="496" y="167272"/>
                    <a:pt x="496" y="167272"/>
                    <a:pt x="496" y="167430"/>
                  </a:cubicBezTo>
                  <a:cubicBezTo>
                    <a:pt x="281" y="167852"/>
                    <a:pt x="130" y="168305"/>
                    <a:pt x="49" y="168772"/>
                  </a:cubicBezTo>
                  <a:lnTo>
                    <a:pt x="49" y="168772"/>
                  </a:lnTo>
                  <a:cubicBezTo>
                    <a:pt x="-16" y="169207"/>
                    <a:pt x="-16" y="169651"/>
                    <a:pt x="49" y="170087"/>
                  </a:cubicBezTo>
                  <a:cubicBezTo>
                    <a:pt x="49" y="170087"/>
                    <a:pt x="49" y="170297"/>
                    <a:pt x="49" y="170402"/>
                  </a:cubicBezTo>
                  <a:cubicBezTo>
                    <a:pt x="121" y="170828"/>
                    <a:pt x="244" y="171243"/>
                    <a:pt x="417" y="171638"/>
                  </a:cubicBezTo>
                  <a:cubicBezTo>
                    <a:pt x="417" y="171638"/>
                    <a:pt x="417" y="171638"/>
                    <a:pt x="417" y="171638"/>
                  </a:cubicBezTo>
                  <a:cubicBezTo>
                    <a:pt x="417" y="171638"/>
                    <a:pt x="680" y="172007"/>
                    <a:pt x="786" y="172217"/>
                  </a:cubicBezTo>
                  <a:cubicBezTo>
                    <a:pt x="946" y="172481"/>
                    <a:pt x="1121" y="172736"/>
                    <a:pt x="1312" y="172980"/>
                  </a:cubicBezTo>
                  <a:lnTo>
                    <a:pt x="1312" y="172980"/>
                  </a:lnTo>
                  <a:cubicBezTo>
                    <a:pt x="1445" y="173093"/>
                    <a:pt x="1586" y="173199"/>
                    <a:pt x="1732" y="173295"/>
                  </a:cubicBezTo>
                  <a:cubicBezTo>
                    <a:pt x="1960" y="173510"/>
                    <a:pt x="2206" y="173704"/>
                    <a:pt x="2469" y="173874"/>
                  </a:cubicBezTo>
                  <a:cubicBezTo>
                    <a:pt x="2674" y="173981"/>
                    <a:pt x="2885" y="174078"/>
                    <a:pt x="3100" y="174163"/>
                  </a:cubicBezTo>
                  <a:lnTo>
                    <a:pt x="3889" y="174453"/>
                  </a:lnTo>
                  <a:lnTo>
                    <a:pt x="4573" y="174453"/>
                  </a:lnTo>
                  <a:lnTo>
                    <a:pt x="5152" y="174926"/>
                  </a:lnTo>
                  <a:lnTo>
                    <a:pt x="5520" y="174926"/>
                  </a:lnTo>
                  <a:lnTo>
                    <a:pt x="5862" y="174926"/>
                  </a:lnTo>
                  <a:cubicBezTo>
                    <a:pt x="6343" y="174881"/>
                    <a:pt x="6815" y="174756"/>
                    <a:pt x="7256" y="174558"/>
                  </a:cubicBezTo>
                  <a:lnTo>
                    <a:pt x="80162" y="142497"/>
                  </a:lnTo>
                  <a:lnTo>
                    <a:pt x="152963" y="174479"/>
                  </a:lnTo>
                  <a:cubicBezTo>
                    <a:pt x="153624" y="174780"/>
                    <a:pt x="154342" y="174932"/>
                    <a:pt x="155067" y="174926"/>
                  </a:cubicBezTo>
                  <a:lnTo>
                    <a:pt x="155067" y="174926"/>
                  </a:lnTo>
                  <a:cubicBezTo>
                    <a:pt x="155503" y="174918"/>
                    <a:pt x="155936" y="174856"/>
                    <a:pt x="156356" y="174742"/>
                  </a:cubicBezTo>
                  <a:lnTo>
                    <a:pt x="156724" y="174742"/>
                  </a:lnTo>
                  <a:cubicBezTo>
                    <a:pt x="157058" y="174615"/>
                    <a:pt x="157384" y="174466"/>
                    <a:pt x="157698" y="174295"/>
                  </a:cubicBezTo>
                  <a:lnTo>
                    <a:pt x="157934" y="174137"/>
                  </a:lnTo>
                  <a:cubicBezTo>
                    <a:pt x="158278" y="173920"/>
                    <a:pt x="158596" y="173664"/>
                    <a:pt x="158881" y="173374"/>
                  </a:cubicBezTo>
                  <a:lnTo>
                    <a:pt x="158881" y="173374"/>
                  </a:lnTo>
                  <a:cubicBezTo>
                    <a:pt x="159086" y="173117"/>
                    <a:pt x="159271" y="172845"/>
                    <a:pt x="159433" y="172559"/>
                  </a:cubicBezTo>
                  <a:cubicBezTo>
                    <a:pt x="159548" y="172390"/>
                    <a:pt x="159654" y="172214"/>
                    <a:pt x="159749" y="172033"/>
                  </a:cubicBezTo>
                  <a:cubicBezTo>
                    <a:pt x="159749" y="172033"/>
                    <a:pt x="159749" y="172033"/>
                    <a:pt x="159749" y="172033"/>
                  </a:cubicBezTo>
                  <a:cubicBezTo>
                    <a:pt x="159927" y="171630"/>
                    <a:pt x="160051" y="171206"/>
                    <a:pt x="160117" y="170770"/>
                  </a:cubicBezTo>
                  <a:cubicBezTo>
                    <a:pt x="160117" y="170770"/>
                    <a:pt x="160117" y="170586"/>
                    <a:pt x="160117" y="170481"/>
                  </a:cubicBezTo>
                  <a:cubicBezTo>
                    <a:pt x="160282" y="169972"/>
                    <a:pt x="160354" y="169437"/>
                    <a:pt x="160328" y="168903"/>
                  </a:cubicBezTo>
                  <a:close/>
                  <a:moveTo>
                    <a:pt x="115616" y="104334"/>
                  </a:moveTo>
                  <a:lnTo>
                    <a:pt x="89052" y="86370"/>
                  </a:lnTo>
                  <a:lnTo>
                    <a:pt x="101860" y="77612"/>
                  </a:lnTo>
                  <a:close/>
                  <a:moveTo>
                    <a:pt x="80109" y="35215"/>
                  </a:moveTo>
                  <a:lnTo>
                    <a:pt x="97021" y="68117"/>
                  </a:lnTo>
                  <a:lnTo>
                    <a:pt x="79715" y="80032"/>
                  </a:lnTo>
                  <a:lnTo>
                    <a:pt x="63934" y="69511"/>
                  </a:lnTo>
                  <a:cubicBezTo>
                    <a:pt x="63592" y="69273"/>
                    <a:pt x="63221" y="69078"/>
                    <a:pt x="62830" y="68933"/>
                  </a:cubicBezTo>
                  <a:close/>
                  <a:moveTo>
                    <a:pt x="58069" y="78112"/>
                  </a:moveTo>
                  <a:lnTo>
                    <a:pt x="70404" y="86449"/>
                  </a:lnTo>
                  <a:lnTo>
                    <a:pt x="44603" y="104150"/>
                  </a:lnTo>
                  <a:close/>
                  <a:moveTo>
                    <a:pt x="16592" y="158909"/>
                  </a:moveTo>
                  <a:lnTo>
                    <a:pt x="35161" y="122718"/>
                  </a:lnTo>
                  <a:lnTo>
                    <a:pt x="67064" y="136737"/>
                  </a:lnTo>
                  <a:close/>
                  <a:moveTo>
                    <a:pt x="46023" y="116012"/>
                  </a:moveTo>
                  <a:lnTo>
                    <a:pt x="79768" y="92788"/>
                  </a:lnTo>
                  <a:lnTo>
                    <a:pt x="114169" y="116064"/>
                  </a:lnTo>
                  <a:lnTo>
                    <a:pt x="80162" y="131003"/>
                  </a:lnTo>
                  <a:close/>
                  <a:moveTo>
                    <a:pt x="135447" y="155305"/>
                  </a:moveTo>
                  <a:lnTo>
                    <a:pt x="93234" y="136763"/>
                  </a:lnTo>
                  <a:lnTo>
                    <a:pt x="125084" y="122771"/>
                  </a:lnTo>
                  <a:lnTo>
                    <a:pt x="143627" y="158882"/>
                  </a:ln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69E217AC-EE2E-4395-901A-B9F48738A2B1}"/>
                </a:ext>
              </a:extLst>
            </p:cNvPr>
            <p:cNvSpPr/>
            <p:nvPr/>
          </p:nvSpPr>
          <p:spPr>
            <a:xfrm>
              <a:off x="3228267" y="2567959"/>
              <a:ext cx="56010" cy="56010"/>
            </a:xfrm>
            <a:custGeom>
              <a:avLst/>
              <a:gdLst>
                <a:gd name="connsiteX0" fmla="*/ 56011 w 56010"/>
                <a:gd name="connsiteY0" fmla="*/ 28005 h 56010"/>
                <a:gd name="connsiteX1" fmla="*/ 28005 w 56010"/>
                <a:gd name="connsiteY1" fmla="*/ 56011 h 56010"/>
                <a:gd name="connsiteX2" fmla="*/ 0 w 56010"/>
                <a:gd name="connsiteY2" fmla="*/ 28005 h 56010"/>
                <a:gd name="connsiteX3" fmla="*/ 28005 w 56010"/>
                <a:gd name="connsiteY3" fmla="*/ 0 h 56010"/>
                <a:gd name="connsiteX4" fmla="*/ 56011 w 56010"/>
                <a:gd name="connsiteY4" fmla="*/ 28005 h 56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10" h="56010">
                  <a:moveTo>
                    <a:pt x="56011" y="28005"/>
                  </a:moveTo>
                  <a:cubicBezTo>
                    <a:pt x="56011" y="43472"/>
                    <a:pt x="43472" y="56011"/>
                    <a:pt x="28005" y="56011"/>
                  </a:cubicBezTo>
                  <a:cubicBezTo>
                    <a:pt x="12538" y="56011"/>
                    <a:pt x="0" y="43472"/>
                    <a:pt x="0" y="28005"/>
                  </a:cubicBezTo>
                  <a:cubicBezTo>
                    <a:pt x="0" y="12538"/>
                    <a:pt x="12538" y="0"/>
                    <a:pt x="28005" y="0"/>
                  </a:cubicBezTo>
                  <a:cubicBezTo>
                    <a:pt x="43472" y="0"/>
                    <a:pt x="56011" y="12538"/>
                    <a:pt x="56011" y="28005"/>
                  </a:cubicBezTo>
                  <a:close/>
                </a:path>
              </a:pathLst>
            </a:custGeom>
            <a:solidFill>
              <a:schemeClr val="tx1">
                <a:lumMod val="95000"/>
                <a:lumOff val="5000"/>
                <a:alpha val="50000"/>
              </a:schemeClr>
            </a:solidFill>
            <a:ln w="3473"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15EA6BE8-D5FF-4C88-9A40-F38DDF3D62C2}"/>
                </a:ext>
              </a:extLst>
            </p:cNvPr>
            <p:cNvSpPr/>
            <p:nvPr/>
          </p:nvSpPr>
          <p:spPr>
            <a:xfrm>
              <a:off x="3396299" y="2567959"/>
              <a:ext cx="56010" cy="56010"/>
            </a:xfrm>
            <a:custGeom>
              <a:avLst/>
              <a:gdLst>
                <a:gd name="connsiteX0" fmla="*/ 56011 w 56010"/>
                <a:gd name="connsiteY0" fmla="*/ 28005 h 56010"/>
                <a:gd name="connsiteX1" fmla="*/ 28005 w 56010"/>
                <a:gd name="connsiteY1" fmla="*/ 56011 h 56010"/>
                <a:gd name="connsiteX2" fmla="*/ 0 w 56010"/>
                <a:gd name="connsiteY2" fmla="*/ 28005 h 56010"/>
                <a:gd name="connsiteX3" fmla="*/ 28005 w 56010"/>
                <a:gd name="connsiteY3" fmla="*/ 0 h 56010"/>
                <a:gd name="connsiteX4" fmla="*/ 56011 w 56010"/>
                <a:gd name="connsiteY4" fmla="*/ 28005 h 56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10" h="56010">
                  <a:moveTo>
                    <a:pt x="56011" y="28005"/>
                  </a:moveTo>
                  <a:cubicBezTo>
                    <a:pt x="56011" y="43472"/>
                    <a:pt x="43472" y="56011"/>
                    <a:pt x="28005" y="56011"/>
                  </a:cubicBezTo>
                  <a:cubicBezTo>
                    <a:pt x="12538" y="56011"/>
                    <a:pt x="0" y="43472"/>
                    <a:pt x="0" y="28005"/>
                  </a:cubicBezTo>
                  <a:cubicBezTo>
                    <a:pt x="0" y="12538"/>
                    <a:pt x="12538" y="0"/>
                    <a:pt x="28005" y="0"/>
                  </a:cubicBezTo>
                  <a:cubicBezTo>
                    <a:pt x="43472" y="0"/>
                    <a:pt x="56011" y="12538"/>
                    <a:pt x="56011" y="28005"/>
                  </a:cubicBezTo>
                  <a:close/>
                </a:path>
              </a:pathLst>
            </a:custGeom>
            <a:solidFill>
              <a:schemeClr val="tx1">
                <a:lumMod val="95000"/>
                <a:lumOff val="5000"/>
                <a:alpha val="50000"/>
              </a:schemeClr>
            </a:solidFill>
            <a:ln w="3473"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1A37467B-15F6-4574-8EA5-1C7A74254C99}"/>
                </a:ext>
              </a:extLst>
            </p:cNvPr>
            <p:cNvSpPr/>
            <p:nvPr/>
          </p:nvSpPr>
          <p:spPr>
            <a:xfrm>
              <a:off x="3186259" y="2469940"/>
              <a:ext cx="308058" cy="126024"/>
            </a:xfrm>
            <a:custGeom>
              <a:avLst/>
              <a:gdLst>
                <a:gd name="connsiteX0" fmla="*/ 122523 w 308058"/>
                <a:gd name="connsiteY0" fmla="*/ 56011 h 126024"/>
                <a:gd name="connsiteX1" fmla="*/ 122523 w 308058"/>
                <a:gd name="connsiteY1" fmla="*/ 14003 h 126024"/>
                <a:gd name="connsiteX2" fmla="*/ 170482 w 308058"/>
                <a:gd name="connsiteY2" fmla="*/ 14003 h 126024"/>
                <a:gd name="connsiteX3" fmla="*/ 180284 w 308058"/>
                <a:gd name="connsiteY3" fmla="*/ 18203 h 126024"/>
                <a:gd name="connsiteX4" fmla="*/ 218092 w 308058"/>
                <a:gd name="connsiteY4" fmla="*/ 56011 h 126024"/>
                <a:gd name="connsiteX5" fmla="*/ 122523 w 308058"/>
                <a:gd name="connsiteY5" fmla="*/ 56011 h 126024"/>
                <a:gd name="connsiteX6" fmla="*/ 108521 w 308058"/>
                <a:gd name="connsiteY6" fmla="*/ 56011 h 126024"/>
                <a:gd name="connsiteX7" fmla="*/ 19954 w 308058"/>
                <a:gd name="connsiteY7" fmla="*/ 56011 h 126024"/>
                <a:gd name="connsiteX8" fmla="*/ 57761 w 308058"/>
                <a:gd name="connsiteY8" fmla="*/ 18203 h 126024"/>
                <a:gd name="connsiteX9" fmla="*/ 67563 w 308058"/>
                <a:gd name="connsiteY9" fmla="*/ 14003 h 126024"/>
                <a:gd name="connsiteX10" fmla="*/ 108521 w 308058"/>
                <a:gd name="connsiteY10" fmla="*/ 14003 h 126024"/>
                <a:gd name="connsiteX11" fmla="*/ 108521 w 308058"/>
                <a:gd name="connsiteY11" fmla="*/ 56011 h 126024"/>
                <a:gd name="connsiteX12" fmla="*/ 273052 w 308058"/>
                <a:gd name="connsiteY12" fmla="*/ 56011 h 126024"/>
                <a:gd name="connsiteX13" fmla="*/ 243996 w 308058"/>
                <a:gd name="connsiteY13" fmla="*/ 56011 h 126024"/>
                <a:gd name="connsiteX14" fmla="*/ 234195 w 308058"/>
                <a:gd name="connsiteY14" fmla="*/ 51810 h 126024"/>
                <a:gd name="connsiteX15" fmla="*/ 190086 w 308058"/>
                <a:gd name="connsiteY15" fmla="*/ 8052 h 126024"/>
                <a:gd name="connsiteX16" fmla="*/ 170132 w 308058"/>
                <a:gd name="connsiteY16" fmla="*/ 0 h 126024"/>
                <a:gd name="connsiteX17" fmla="*/ 67563 w 308058"/>
                <a:gd name="connsiteY17" fmla="*/ 0 h 126024"/>
                <a:gd name="connsiteX18" fmla="*/ 47609 w 308058"/>
                <a:gd name="connsiteY18" fmla="*/ 8052 h 126024"/>
                <a:gd name="connsiteX19" fmla="*/ 4201 w 308058"/>
                <a:gd name="connsiteY19" fmla="*/ 51810 h 126024"/>
                <a:gd name="connsiteX20" fmla="*/ 0 w 308058"/>
                <a:gd name="connsiteY20" fmla="*/ 61962 h 126024"/>
                <a:gd name="connsiteX21" fmla="*/ 0 w 308058"/>
                <a:gd name="connsiteY21" fmla="*/ 98019 h 126024"/>
                <a:gd name="connsiteX22" fmla="*/ 28005 w 308058"/>
                <a:gd name="connsiteY22" fmla="*/ 126024 h 126024"/>
                <a:gd name="connsiteX23" fmla="*/ 31506 w 308058"/>
                <a:gd name="connsiteY23" fmla="*/ 126024 h 126024"/>
                <a:gd name="connsiteX24" fmla="*/ 70013 w 308058"/>
                <a:gd name="connsiteY24" fmla="*/ 87517 h 126024"/>
                <a:gd name="connsiteX25" fmla="*/ 108521 w 308058"/>
                <a:gd name="connsiteY25" fmla="*/ 126024 h 126024"/>
                <a:gd name="connsiteX26" fmla="*/ 199538 w 308058"/>
                <a:gd name="connsiteY26" fmla="*/ 126024 h 126024"/>
                <a:gd name="connsiteX27" fmla="*/ 238045 w 308058"/>
                <a:gd name="connsiteY27" fmla="*/ 87517 h 126024"/>
                <a:gd name="connsiteX28" fmla="*/ 276553 w 308058"/>
                <a:gd name="connsiteY28" fmla="*/ 126024 h 126024"/>
                <a:gd name="connsiteX29" fmla="*/ 294056 w 308058"/>
                <a:gd name="connsiteY29" fmla="*/ 126024 h 126024"/>
                <a:gd name="connsiteX30" fmla="*/ 308059 w 308058"/>
                <a:gd name="connsiteY30" fmla="*/ 112021 h 126024"/>
                <a:gd name="connsiteX31" fmla="*/ 308059 w 308058"/>
                <a:gd name="connsiteY31" fmla="*/ 91017 h 126024"/>
                <a:gd name="connsiteX32" fmla="*/ 273052 w 308058"/>
                <a:gd name="connsiteY32" fmla="*/ 56011 h 12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8058" h="126024">
                  <a:moveTo>
                    <a:pt x="122523" y="56011"/>
                  </a:moveTo>
                  <a:lnTo>
                    <a:pt x="122523" y="14003"/>
                  </a:lnTo>
                  <a:lnTo>
                    <a:pt x="170482" y="14003"/>
                  </a:lnTo>
                  <a:cubicBezTo>
                    <a:pt x="174333" y="14003"/>
                    <a:pt x="177834" y="15403"/>
                    <a:pt x="180284" y="18203"/>
                  </a:cubicBezTo>
                  <a:lnTo>
                    <a:pt x="218092" y="56011"/>
                  </a:lnTo>
                  <a:lnTo>
                    <a:pt x="122523" y="56011"/>
                  </a:lnTo>
                  <a:close/>
                  <a:moveTo>
                    <a:pt x="108521" y="56011"/>
                  </a:moveTo>
                  <a:lnTo>
                    <a:pt x="19954" y="56011"/>
                  </a:lnTo>
                  <a:lnTo>
                    <a:pt x="57761" y="18203"/>
                  </a:lnTo>
                  <a:cubicBezTo>
                    <a:pt x="60562" y="15403"/>
                    <a:pt x="64062" y="14003"/>
                    <a:pt x="67563" y="14003"/>
                  </a:cubicBezTo>
                  <a:lnTo>
                    <a:pt x="108521" y="14003"/>
                  </a:lnTo>
                  <a:lnTo>
                    <a:pt x="108521" y="56011"/>
                  </a:lnTo>
                  <a:close/>
                  <a:moveTo>
                    <a:pt x="273052" y="56011"/>
                  </a:moveTo>
                  <a:lnTo>
                    <a:pt x="243996" y="56011"/>
                  </a:lnTo>
                  <a:cubicBezTo>
                    <a:pt x="240146" y="56011"/>
                    <a:pt x="236645" y="54610"/>
                    <a:pt x="234195" y="51810"/>
                  </a:cubicBezTo>
                  <a:lnTo>
                    <a:pt x="190086" y="8052"/>
                  </a:lnTo>
                  <a:cubicBezTo>
                    <a:pt x="184835" y="2801"/>
                    <a:pt x="177834" y="0"/>
                    <a:pt x="170132" y="0"/>
                  </a:cubicBezTo>
                  <a:lnTo>
                    <a:pt x="67563" y="0"/>
                  </a:lnTo>
                  <a:cubicBezTo>
                    <a:pt x="60211" y="0"/>
                    <a:pt x="52860" y="2801"/>
                    <a:pt x="47609" y="8052"/>
                  </a:cubicBezTo>
                  <a:lnTo>
                    <a:pt x="4201" y="51810"/>
                  </a:lnTo>
                  <a:cubicBezTo>
                    <a:pt x="1400" y="54610"/>
                    <a:pt x="0" y="58111"/>
                    <a:pt x="0" y="61962"/>
                  </a:cubicBezTo>
                  <a:lnTo>
                    <a:pt x="0" y="98019"/>
                  </a:lnTo>
                  <a:cubicBezTo>
                    <a:pt x="0" y="113422"/>
                    <a:pt x="12602" y="126024"/>
                    <a:pt x="28005" y="126024"/>
                  </a:cubicBezTo>
                  <a:lnTo>
                    <a:pt x="31506" y="126024"/>
                  </a:lnTo>
                  <a:cubicBezTo>
                    <a:pt x="31506" y="104670"/>
                    <a:pt x="48659" y="87517"/>
                    <a:pt x="70013" y="87517"/>
                  </a:cubicBezTo>
                  <a:cubicBezTo>
                    <a:pt x="91367" y="87517"/>
                    <a:pt x="108521" y="104670"/>
                    <a:pt x="108521" y="126024"/>
                  </a:cubicBezTo>
                  <a:lnTo>
                    <a:pt x="199538" y="126024"/>
                  </a:lnTo>
                  <a:cubicBezTo>
                    <a:pt x="199538" y="104670"/>
                    <a:pt x="216691" y="87517"/>
                    <a:pt x="238045" y="87517"/>
                  </a:cubicBezTo>
                  <a:cubicBezTo>
                    <a:pt x="259399" y="87517"/>
                    <a:pt x="276553" y="104670"/>
                    <a:pt x="276553" y="126024"/>
                  </a:cubicBezTo>
                  <a:lnTo>
                    <a:pt x="294056" y="126024"/>
                  </a:lnTo>
                  <a:cubicBezTo>
                    <a:pt x="301757" y="126024"/>
                    <a:pt x="308059" y="119723"/>
                    <a:pt x="308059" y="112021"/>
                  </a:cubicBezTo>
                  <a:lnTo>
                    <a:pt x="308059" y="91017"/>
                  </a:lnTo>
                  <a:cubicBezTo>
                    <a:pt x="308059" y="71764"/>
                    <a:pt x="292306" y="56011"/>
                    <a:pt x="273052" y="56011"/>
                  </a:cubicBezTo>
                  <a:close/>
                </a:path>
              </a:pathLst>
            </a:custGeom>
            <a:solidFill>
              <a:schemeClr val="tx1">
                <a:lumMod val="95000"/>
                <a:lumOff val="5000"/>
                <a:alpha val="50000"/>
              </a:schemeClr>
            </a:solidFill>
            <a:ln w="3473" cap="flat">
              <a:noFill/>
              <a:prstDash val="solid"/>
              <a:miter/>
            </a:ln>
          </p:spPr>
          <p:txBody>
            <a:bodyPr rtlCol="0" anchor="ctr"/>
            <a:lstStyle/>
            <a:p>
              <a:endParaRPr lang="en-IN"/>
            </a:p>
          </p:txBody>
        </p:sp>
        <p:sp>
          <p:nvSpPr>
            <p:cNvPr id="82" name="Graphic 27" descr="Network">
              <a:extLst>
                <a:ext uri="{FF2B5EF4-FFF2-40B4-BE49-F238E27FC236}">
                  <a16:creationId xmlns:a16="http://schemas.microsoft.com/office/drawing/2014/main" id="{318AB2B3-5946-4A0F-B767-2CE1C96BB233}"/>
                </a:ext>
              </a:extLst>
            </p:cNvPr>
            <p:cNvSpPr/>
            <p:nvPr/>
          </p:nvSpPr>
          <p:spPr>
            <a:xfrm>
              <a:off x="10668184" y="2363528"/>
              <a:ext cx="179875" cy="168864"/>
            </a:xfrm>
            <a:custGeom>
              <a:avLst/>
              <a:gdLst>
                <a:gd name="connsiteX0" fmla="*/ 178421 w 179875"/>
                <a:gd name="connsiteY0" fmla="*/ 59058 h 168864"/>
                <a:gd name="connsiteX1" fmla="*/ 153315 w 179875"/>
                <a:gd name="connsiteY1" fmla="*/ 48776 h 168864"/>
                <a:gd name="connsiteX2" fmla="*/ 141600 w 179875"/>
                <a:gd name="connsiteY2" fmla="*/ 69100 h 168864"/>
                <a:gd name="connsiteX3" fmla="*/ 110756 w 179875"/>
                <a:gd name="connsiteY3" fmla="*/ 82011 h 168864"/>
                <a:gd name="connsiteX4" fmla="*/ 94736 w 179875"/>
                <a:gd name="connsiteY4" fmla="*/ 70774 h 168864"/>
                <a:gd name="connsiteX5" fmla="*/ 94736 w 179875"/>
                <a:gd name="connsiteY5" fmla="*/ 37539 h 168864"/>
                <a:gd name="connsiteX6" fmla="*/ 109082 w 179875"/>
                <a:gd name="connsiteY6" fmla="*/ 19128 h 168864"/>
                <a:gd name="connsiteX7" fmla="*/ 89954 w 179875"/>
                <a:gd name="connsiteY7" fmla="*/ 0 h 168864"/>
                <a:gd name="connsiteX8" fmla="*/ 89954 w 179875"/>
                <a:gd name="connsiteY8" fmla="*/ 0 h 168864"/>
                <a:gd name="connsiteX9" fmla="*/ 70826 w 179875"/>
                <a:gd name="connsiteY9" fmla="*/ 19128 h 168864"/>
                <a:gd name="connsiteX10" fmla="*/ 85172 w 179875"/>
                <a:gd name="connsiteY10" fmla="*/ 37539 h 168864"/>
                <a:gd name="connsiteX11" fmla="*/ 85172 w 179875"/>
                <a:gd name="connsiteY11" fmla="*/ 70535 h 168864"/>
                <a:gd name="connsiteX12" fmla="*/ 69152 w 179875"/>
                <a:gd name="connsiteY12" fmla="*/ 81772 h 168864"/>
                <a:gd name="connsiteX13" fmla="*/ 38308 w 179875"/>
                <a:gd name="connsiteY13" fmla="*/ 68861 h 168864"/>
                <a:gd name="connsiteX14" fmla="*/ 26592 w 179875"/>
                <a:gd name="connsiteY14" fmla="*/ 48537 h 168864"/>
                <a:gd name="connsiteX15" fmla="*/ 1487 w 179875"/>
                <a:gd name="connsiteY15" fmla="*/ 58819 h 168864"/>
                <a:gd name="connsiteX16" fmla="*/ 11768 w 179875"/>
                <a:gd name="connsiteY16" fmla="*/ 83924 h 168864"/>
                <a:gd name="connsiteX17" fmla="*/ 34244 w 179875"/>
                <a:gd name="connsiteY17" fmla="*/ 77708 h 168864"/>
                <a:gd name="connsiteX18" fmla="*/ 65805 w 179875"/>
                <a:gd name="connsiteY18" fmla="*/ 90619 h 168864"/>
                <a:gd name="connsiteX19" fmla="*/ 65566 w 179875"/>
                <a:gd name="connsiteY19" fmla="*/ 93727 h 168864"/>
                <a:gd name="connsiteX20" fmla="*/ 70348 w 179875"/>
                <a:gd name="connsiteY20" fmla="*/ 108073 h 168864"/>
                <a:gd name="connsiteX21" fmla="*/ 45481 w 179875"/>
                <a:gd name="connsiteY21" fmla="*/ 133179 h 168864"/>
                <a:gd name="connsiteX22" fmla="*/ 22289 w 179875"/>
                <a:gd name="connsiteY22" fmla="*/ 136048 h 168864"/>
                <a:gd name="connsiteX23" fmla="*/ 22289 w 179875"/>
                <a:gd name="connsiteY23" fmla="*/ 163066 h 168864"/>
                <a:gd name="connsiteX24" fmla="*/ 49307 w 179875"/>
                <a:gd name="connsiteY24" fmla="*/ 163066 h 168864"/>
                <a:gd name="connsiteX25" fmla="*/ 52176 w 179875"/>
                <a:gd name="connsiteY25" fmla="*/ 139874 h 168864"/>
                <a:gd name="connsiteX26" fmla="*/ 77521 w 179875"/>
                <a:gd name="connsiteY26" fmla="*/ 114529 h 168864"/>
                <a:gd name="connsiteX27" fmla="*/ 89476 w 179875"/>
                <a:gd name="connsiteY27" fmla="*/ 117876 h 168864"/>
                <a:gd name="connsiteX28" fmla="*/ 89954 w 179875"/>
                <a:gd name="connsiteY28" fmla="*/ 117876 h 168864"/>
                <a:gd name="connsiteX29" fmla="*/ 90432 w 179875"/>
                <a:gd name="connsiteY29" fmla="*/ 117876 h 168864"/>
                <a:gd name="connsiteX30" fmla="*/ 102387 w 179875"/>
                <a:gd name="connsiteY30" fmla="*/ 114529 h 168864"/>
                <a:gd name="connsiteX31" fmla="*/ 127732 w 179875"/>
                <a:gd name="connsiteY31" fmla="*/ 139874 h 168864"/>
                <a:gd name="connsiteX32" fmla="*/ 130601 w 179875"/>
                <a:gd name="connsiteY32" fmla="*/ 163305 h 168864"/>
                <a:gd name="connsiteX33" fmla="*/ 157619 w 179875"/>
                <a:gd name="connsiteY33" fmla="*/ 163305 h 168864"/>
                <a:gd name="connsiteX34" fmla="*/ 157619 w 179875"/>
                <a:gd name="connsiteY34" fmla="*/ 136287 h 168864"/>
                <a:gd name="connsiteX35" fmla="*/ 134427 w 179875"/>
                <a:gd name="connsiteY35" fmla="*/ 133418 h 168864"/>
                <a:gd name="connsiteX36" fmla="*/ 109560 w 179875"/>
                <a:gd name="connsiteY36" fmla="*/ 108312 h 168864"/>
                <a:gd name="connsiteX37" fmla="*/ 114342 w 179875"/>
                <a:gd name="connsiteY37" fmla="*/ 93966 h 168864"/>
                <a:gd name="connsiteX38" fmla="*/ 114103 w 179875"/>
                <a:gd name="connsiteY38" fmla="*/ 90858 h 168864"/>
                <a:gd name="connsiteX39" fmla="*/ 145664 w 179875"/>
                <a:gd name="connsiteY39" fmla="*/ 77947 h 168864"/>
                <a:gd name="connsiteX40" fmla="*/ 168140 w 179875"/>
                <a:gd name="connsiteY40" fmla="*/ 84163 h 168864"/>
                <a:gd name="connsiteX41" fmla="*/ 178421 w 179875"/>
                <a:gd name="connsiteY41" fmla="*/ 59058 h 168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79875" h="168864">
                  <a:moveTo>
                    <a:pt x="178421" y="59058"/>
                  </a:moveTo>
                  <a:cubicBezTo>
                    <a:pt x="174356" y="49255"/>
                    <a:pt x="163119" y="44712"/>
                    <a:pt x="153315" y="48776"/>
                  </a:cubicBezTo>
                  <a:cubicBezTo>
                    <a:pt x="145186" y="52124"/>
                    <a:pt x="140404" y="60731"/>
                    <a:pt x="141600" y="69100"/>
                  </a:cubicBezTo>
                  <a:lnTo>
                    <a:pt x="110756" y="82011"/>
                  </a:lnTo>
                  <a:cubicBezTo>
                    <a:pt x="107408" y="76273"/>
                    <a:pt x="101431" y="71969"/>
                    <a:pt x="94736" y="70774"/>
                  </a:cubicBezTo>
                  <a:lnTo>
                    <a:pt x="94736" y="37539"/>
                  </a:lnTo>
                  <a:cubicBezTo>
                    <a:pt x="102865" y="35387"/>
                    <a:pt x="109082" y="27975"/>
                    <a:pt x="109082" y="19128"/>
                  </a:cubicBezTo>
                  <a:cubicBezTo>
                    <a:pt x="109082" y="8608"/>
                    <a:pt x="100474" y="0"/>
                    <a:pt x="89954" y="0"/>
                  </a:cubicBezTo>
                  <a:lnTo>
                    <a:pt x="89954" y="0"/>
                  </a:lnTo>
                  <a:cubicBezTo>
                    <a:pt x="79434" y="0"/>
                    <a:pt x="70826" y="8608"/>
                    <a:pt x="70826" y="19128"/>
                  </a:cubicBezTo>
                  <a:cubicBezTo>
                    <a:pt x="70826" y="27975"/>
                    <a:pt x="77043" y="35387"/>
                    <a:pt x="85172" y="37539"/>
                  </a:cubicBezTo>
                  <a:lnTo>
                    <a:pt x="85172" y="70535"/>
                  </a:lnTo>
                  <a:cubicBezTo>
                    <a:pt x="78238" y="71730"/>
                    <a:pt x="72500" y="76034"/>
                    <a:pt x="69152" y="81772"/>
                  </a:cubicBezTo>
                  <a:lnTo>
                    <a:pt x="38308" y="68861"/>
                  </a:lnTo>
                  <a:cubicBezTo>
                    <a:pt x="39504" y="60492"/>
                    <a:pt x="34961" y="51885"/>
                    <a:pt x="26592" y="48537"/>
                  </a:cubicBezTo>
                  <a:cubicBezTo>
                    <a:pt x="16789" y="44473"/>
                    <a:pt x="5552" y="49016"/>
                    <a:pt x="1487" y="58819"/>
                  </a:cubicBezTo>
                  <a:cubicBezTo>
                    <a:pt x="-2578" y="68622"/>
                    <a:pt x="1965" y="79859"/>
                    <a:pt x="11768" y="83924"/>
                  </a:cubicBezTo>
                  <a:cubicBezTo>
                    <a:pt x="19898" y="87272"/>
                    <a:pt x="29223" y="84641"/>
                    <a:pt x="34244" y="77708"/>
                  </a:cubicBezTo>
                  <a:lnTo>
                    <a:pt x="65805" y="90619"/>
                  </a:lnTo>
                  <a:cubicBezTo>
                    <a:pt x="65566" y="91575"/>
                    <a:pt x="65566" y="92771"/>
                    <a:pt x="65566" y="93727"/>
                  </a:cubicBezTo>
                  <a:cubicBezTo>
                    <a:pt x="65566" y="98987"/>
                    <a:pt x="67239" y="104009"/>
                    <a:pt x="70348" y="108073"/>
                  </a:cubicBezTo>
                  <a:lnTo>
                    <a:pt x="45481" y="133179"/>
                  </a:lnTo>
                  <a:cubicBezTo>
                    <a:pt x="38069" y="128875"/>
                    <a:pt x="28505" y="129831"/>
                    <a:pt x="22289" y="136048"/>
                  </a:cubicBezTo>
                  <a:cubicBezTo>
                    <a:pt x="14877" y="143460"/>
                    <a:pt x="14877" y="155654"/>
                    <a:pt x="22289" y="163066"/>
                  </a:cubicBezTo>
                  <a:cubicBezTo>
                    <a:pt x="29701" y="170478"/>
                    <a:pt x="41895" y="170478"/>
                    <a:pt x="49307" y="163066"/>
                  </a:cubicBezTo>
                  <a:cubicBezTo>
                    <a:pt x="55524" y="156850"/>
                    <a:pt x="56480" y="147286"/>
                    <a:pt x="52176" y="139874"/>
                  </a:cubicBezTo>
                  <a:lnTo>
                    <a:pt x="77521" y="114529"/>
                  </a:lnTo>
                  <a:cubicBezTo>
                    <a:pt x="81107" y="116681"/>
                    <a:pt x="85172" y="117876"/>
                    <a:pt x="89476" y="117876"/>
                  </a:cubicBezTo>
                  <a:cubicBezTo>
                    <a:pt x="89715" y="117876"/>
                    <a:pt x="89715" y="117876"/>
                    <a:pt x="89954" y="117876"/>
                  </a:cubicBezTo>
                  <a:cubicBezTo>
                    <a:pt x="90193" y="117876"/>
                    <a:pt x="90193" y="117876"/>
                    <a:pt x="90432" y="117876"/>
                  </a:cubicBezTo>
                  <a:cubicBezTo>
                    <a:pt x="94736" y="117876"/>
                    <a:pt x="98801" y="116681"/>
                    <a:pt x="102387" y="114529"/>
                  </a:cubicBezTo>
                  <a:lnTo>
                    <a:pt x="127732" y="139874"/>
                  </a:lnTo>
                  <a:cubicBezTo>
                    <a:pt x="123428" y="147286"/>
                    <a:pt x="124384" y="156850"/>
                    <a:pt x="130601" y="163305"/>
                  </a:cubicBezTo>
                  <a:cubicBezTo>
                    <a:pt x="138013" y="170717"/>
                    <a:pt x="150207" y="170717"/>
                    <a:pt x="157619" y="163305"/>
                  </a:cubicBezTo>
                  <a:cubicBezTo>
                    <a:pt x="165031" y="155893"/>
                    <a:pt x="165031" y="143699"/>
                    <a:pt x="157619" y="136287"/>
                  </a:cubicBezTo>
                  <a:cubicBezTo>
                    <a:pt x="151403" y="130070"/>
                    <a:pt x="141839" y="129114"/>
                    <a:pt x="134427" y="133418"/>
                  </a:cubicBezTo>
                  <a:lnTo>
                    <a:pt x="109560" y="108312"/>
                  </a:lnTo>
                  <a:cubicBezTo>
                    <a:pt x="112668" y="104248"/>
                    <a:pt x="114342" y="99466"/>
                    <a:pt x="114342" y="93966"/>
                  </a:cubicBezTo>
                  <a:cubicBezTo>
                    <a:pt x="114342" y="93010"/>
                    <a:pt x="114342" y="91814"/>
                    <a:pt x="114103" y="90858"/>
                  </a:cubicBezTo>
                  <a:lnTo>
                    <a:pt x="145664" y="77947"/>
                  </a:lnTo>
                  <a:cubicBezTo>
                    <a:pt x="150685" y="84641"/>
                    <a:pt x="160010" y="87511"/>
                    <a:pt x="168140" y="84163"/>
                  </a:cubicBezTo>
                  <a:cubicBezTo>
                    <a:pt x="177704" y="79859"/>
                    <a:pt x="182486" y="68861"/>
                    <a:pt x="178421" y="59058"/>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24278871-F38F-46D8-8A74-62BE575AD1E4}"/>
                </a:ext>
              </a:extLst>
            </p:cNvPr>
            <p:cNvSpPr/>
            <p:nvPr/>
          </p:nvSpPr>
          <p:spPr>
            <a:xfrm>
              <a:off x="3558777" y="2991760"/>
              <a:ext cx="27664" cy="63233"/>
            </a:xfrm>
            <a:custGeom>
              <a:avLst/>
              <a:gdLst>
                <a:gd name="connsiteX0" fmla="*/ 0 w 27664"/>
                <a:gd name="connsiteY0" fmla="*/ 0 h 63233"/>
                <a:gd name="connsiteX1" fmla="*/ 27664 w 27664"/>
                <a:gd name="connsiteY1" fmla="*/ 0 h 63233"/>
                <a:gd name="connsiteX2" fmla="*/ 27664 w 27664"/>
                <a:gd name="connsiteY2" fmla="*/ 63233 h 63233"/>
                <a:gd name="connsiteX3" fmla="*/ 0 w 27664"/>
                <a:gd name="connsiteY3" fmla="*/ 63233 h 63233"/>
              </a:gdLst>
              <a:ahLst/>
              <a:cxnLst>
                <a:cxn ang="0">
                  <a:pos x="connsiteX0" y="connsiteY0"/>
                </a:cxn>
                <a:cxn ang="0">
                  <a:pos x="connsiteX1" y="connsiteY1"/>
                </a:cxn>
                <a:cxn ang="0">
                  <a:pos x="connsiteX2" y="connsiteY2"/>
                </a:cxn>
                <a:cxn ang="0">
                  <a:pos x="connsiteX3" y="connsiteY3"/>
                </a:cxn>
              </a:cxnLst>
              <a:rect l="l" t="t" r="r" b="b"/>
              <a:pathLst>
                <a:path w="27664" h="63233">
                  <a:moveTo>
                    <a:pt x="0" y="0"/>
                  </a:moveTo>
                  <a:lnTo>
                    <a:pt x="27664" y="0"/>
                  </a:lnTo>
                  <a:lnTo>
                    <a:pt x="27664" y="63233"/>
                  </a:lnTo>
                  <a:lnTo>
                    <a:pt x="0" y="63233"/>
                  </a:lnTo>
                  <a:close/>
                </a:path>
              </a:pathLst>
            </a:custGeom>
            <a:solidFill>
              <a:schemeClr val="tx1">
                <a:lumMod val="95000"/>
                <a:lumOff val="5000"/>
                <a:alpha val="50000"/>
              </a:schemeClr>
            </a:solidFill>
            <a:ln w="1885"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F809C277-5E4D-4C48-852B-C9277D4C4D9E}"/>
                </a:ext>
              </a:extLst>
            </p:cNvPr>
            <p:cNvSpPr/>
            <p:nvPr/>
          </p:nvSpPr>
          <p:spPr>
            <a:xfrm>
              <a:off x="3594345" y="2956192"/>
              <a:ext cx="27664" cy="98801"/>
            </a:xfrm>
            <a:custGeom>
              <a:avLst/>
              <a:gdLst>
                <a:gd name="connsiteX0" fmla="*/ 0 w 27664"/>
                <a:gd name="connsiteY0" fmla="*/ 0 h 98801"/>
                <a:gd name="connsiteX1" fmla="*/ 27664 w 27664"/>
                <a:gd name="connsiteY1" fmla="*/ 0 h 98801"/>
                <a:gd name="connsiteX2" fmla="*/ 27664 w 27664"/>
                <a:gd name="connsiteY2" fmla="*/ 98802 h 98801"/>
                <a:gd name="connsiteX3" fmla="*/ 0 w 27664"/>
                <a:gd name="connsiteY3" fmla="*/ 98802 h 98801"/>
              </a:gdLst>
              <a:ahLst/>
              <a:cxnLst>
                <a:cxn ang="0">
                  <a:pos x="connsiteX0" y="connsiteY0"/>
                </a:cxn>
                <a:cxn ang="0">
                  <a:pos x="connsiteX1" y="connsiteY1"/>
                </a:cxn>
                <a:cxn ang="0">
                  <a:pos x="connsiteX2" y="connsiteY2"/>
                </a:cxn>
                <a:cxn ang="0">
                  <a:pos x="connsiteX3" y="connsiteY3"/>
                </a:cxn>
              </a:cxnLst>
              <a:rect l="l" t="t" r="r" b="b"/>
              <a:pathLst>
                <a:path w="27664" h="98801">
                  <a:moveTo>
                    <a:pt x="0" y="0"/>
                  </a:moveTo>
                  <a:lnTo>
                    <a:pt x="27664" y="0"/>
                  </a:lnTo>
                  <a:lnTo>
                    <a:pt x="27664" y="98802"/>
                  </a:lnTo>
                  <a:lnTo>
                    <a:pt x="0" y="98802"/>
                  </a:lnTo>
                  <a:close/>
                </a:path>
              </a:pathLst>
            </a:custGeom>
            <a:solidFill>
              <a:schemeClr val="tx1">
                <a:lumMod val="95000"/>
                <a:lumOff val="5000"/>
                <a:alpha val="50000"/>
              </a:schemeClr>
            </a:solidFill>
            <a:ln w="1885"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62B14F98-8DCE-4263-AA1D-1F1F50D4C248}"/>
                </a:ext>
              </a:extLst>
            </p:cNvPr>
            <p:cNvSpPr/>
            <p:nvPr/>
          </p:nvSpPr>
          <p:spPr>
            <a:xfrm>
              <a:off x="3629914" y="2920623"/>
              <a:ext cx="27664" cy="134370"/>
            </a:xfrm>
            <a:custGeom>
              <a:avLst/>
              <a:gdLst>
                <a:gd name="connsiteX0" fmla="*/ 0 w 27664"/>
                <a:gd name="connsiteY0" fmla="*/ 0 h 134370"/>
                <a:gd name="connsiteX1" fmla="*/ 27664 w 27664"/>
                <a:gd name="connsiteY1" fmla="*/ 0 h 134370"/>
                <a:gd name="connsiteX2" fmla="*/ 27664 w 27664"/>
                <a:gd name="connsiteY2" fmla="*/ 134370 h 134370"/>
                <a:gd name="connsiteX3" fmla="*/ 0 w 27664"/>
                <a:gd name="connsiteY3" fmla="*/ 134370 h 134370"/>
              </a:gdLst>
              <a:ahLst/>
              <a:cxnLst>
                <a:cxn ang="0">
                  <a:pos x="connsiteX0" y="connsiteY0"/>
                </a:cxn>
                <a:cxn ang="0">
                  <a:pos x="connsiteX1" y="connsiteY1"/>
                </a:cxn>
                <a:cxn ang="0">
                  <a:pos x="connsiteX2" y="connsiteY2"/>
                </a:cxn>
                <a:cxn ang="0">
                  <a:pos x="connsiteX3" y="connsiteY3"/>
                </a:cxn>
              </a:cxnLst>
              <a:rect l="l" t="t" r="r" b="b"/>
              <a:pathLst>
                <a:path w="27664" h="134370">
                  <a:moveTo>
                    <a:pt x="0" y="0"/>
                  </a:moveTo>
                  <a:lnTo>
                    <a:pt x="27664" y="0"/>
                  </a:lnTo>
                  <a:lnTo>
                    <a:pt x="27664" y="134370"/>
                  </a:lnTo>
                  <a:lnTo>
                    <a:pt x="0" y="134370"/>
                  </a:lnTo>
                  <a:close/>
                </a:path>
              </a:pathLst>
            </a:custGeom>
            <a:solidFill>
              <a:schemeClr val="tx1">
                <a:lumMod val="95000"/>
                <a:lumOff val="5000"/>
                <a:alpha val="50000"/>
              </a:schemeClr>
            </a:solidFill>
            <a:ln w="1885"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28105768-2DDC-456C-9DF6-4DCEF9AAF5E6}"/>
                </a:ext>
              </a:extLst>
            </p:cNvPr>
            <p:cNvSpPr/>
            <p:nvPr/>
          </p:nvSpPr>
          <p:spPr>
            <a:xfrm>
              <a:off x="3523208" y="3027329"/>
              <a:ext cx="27664" cy="27664"/>
            </a:xfrm>
            <a:custGeom>
              <a:avLst/>
              <a:gdLst>
                <a:gd name="connsiteX0" fmla="*/ 0 w 27664"/>
                <a:gd name="connsiteY0" fmla="*/ 0 h 27664"/>
                <a:gd name="connsiteX1" fmla="*/ 27664 w 27664"/>
                <a:gd name="connsiteY1" fmla="*/ 0 h 27664"/>
                <a:gd name="connsiteX2" fmla="*/ 27664 w 27664"/>
                <a:gd name="connsiteY2" fmla="*/ 27664 h 27664"/>
                <a:gd name="connsiteX3" fmla="*/ 0 w 27664"/>
                <a:gd name="connsiteY3" fmla="*/ 27664 h 27664"/>
              </a:gdLst>
              <a:ahLst/>
              <a:cxnLst>
                <a:cxn ang="0">
                  <a:pos x="connsiteX0" y="connsiteY0"/>
                </a:cxn>
                <a:cxn ang="0">
                  <a:pos x="connsiteX1" y="connsiteY1"/>
                </a:cxn>
                <a:cxn ang="0">
                  <a:pos x="connsiteX2" y="connsiteY2"/>
                </a:cxn>
                <a:cxn ang="0">
                  <a:pos x="connsiteX3" y="connsiteY3"/>
                </a:cxn>
              </a:cxnLst>
              <a:rect l="l" t="t" r="r" b="b"/>
              <a:pathLst>
                <a:path w="27664" h="27664">
                  <a:moveTo>
                    <a:pt x="0" y="0"/>
                  </a:moveTo>
                  <a:lnTo>
                    <a:pt x="27664" y="0"/>
                  </a:lnTo>
                  <a:lnTo>
                    <a:pt x="27664" y="27664"/>
                  </a:lnTo>
                  <a:lnTo>
                    <a:pt x="0" y="27664"/>
                  </a:lnTo>
                  <a:close/>
                </a:path>
              </a:pathLst>
            </a:custGeom>
            <a:solidFill>
              <a:schemeClr val="tx1">
                <a:lumMod val="95000"/>
                <a:lumOff val="5000"/>
                <a:alpha val="50000"/>
              </a:schemeClr>
            </a:solidFill>
            <a:ln w="1885"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8D084895-70DB-4E78-ADA6-B44F321B8FC6}"/>
                </a:ext>
              </a:extLst>
            </p:cNvPr>
            <p:cNvSpPr/>
            <p:nvPr/>
          </p:nvSpPr>
          <p:spPr>
            <a:xfrm rot="5400000">
              <a:off x="2254836" y="4670486"/>
              <a:ext cx="75794" cy="75794"/>
            </a:xfrm>
            <a:custGeom>
              <a:avLst/>
              <a:gdLst>
                <a:gd name="connsiteX0" fmla="*/ 14346 w 75794"/>
                <a:gd name="connsiteY0" fmla="*/ 75795 h 75794"/>
                <a:gd name="connsiteX1" fmla="*/ 0 w 75794"/>
                <a:gd name="connsiteY1" fmla="*/ 75795 h 75794"/>
                <a:gd name="connsiteX2" fmla="*/ 75795 w 75794"/>
                <a:gd name="connsiteY2" fmla="*/ 0 h 75794"/>
                <a:gd name="connsiteX3" fmla="*/ 75795 w 75794"/>
                <a:gd name="connsiteY3" fmla="*/ 14346 h 75794"/>
                <a:gd name="connsiteX4" fmla="*/ 14346 w 75794"/>
                <a:gd name="connsiteY4" fmla="*/ 75795 h 75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4" h="75794">
                  <a:moveTo>
                    <a:pt x="14346" y="75795"/>
                  </a:moveTo>
                  <a:lnTo>
                    <a:pt x="0" y="75795"/>
                  </a:lnTo>
                  <a:cubicBezTo>
                    <a:pt x="53" y="33956"/>
                    <a:pt x="33956" y="53"/>
                    <a:pt x="75795" y="0"/>
                  </a:cubicBezTo>
                  <a:lnTo>
                    <a:pt x="75795" y="14346"/>
                  </a:lnTo>
                  <a:cubicBezTo>
                    <a:pt x="41874" y="14385"/>
                    <a:pt x="14385" y="41874"/>
                    <a:pt x="14346" y="75795"/>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FB3FB7F2-263C-4262-B3DB-F034431C5F28}"/>
                </a:ext>
              </a:extLst>
            </p:cNvPr>
            <p:cNvSpPr/>
            <p:nvPr/>
          </p:nvSpPr>
          <p:spPr>
            <a:xfrm rot="5400000">
              <a:off x="2254789" y="4633115"/>
              <a:ext cx="113213" cy="113118"/>
            </a:xfrm>
            <a:custGeom>
              <a:avLst/>
              <a:gdLst>
                <a:gd name="connsiteX0" fmla="*/ 14346 w 113213"/>
                <a:gd name="connsiteY0" fmla="*/ 113118 h 113118"/>
                <a:gd name="connsiteX1" fmla="*/ 0 w 113213"/>
                <a:gd name="connsiteY1" fmla="*/ 113118 h 113118"/>
                <a:gd name="connsiteX2" fmla="*/ 113214 w 113213"/>
                <a:gd name="connsiteY2" fmla="*/ 0 h 113118"/>
                <a:gd name="connsiteX3" fmla="*/ 113214 w 113213"/>
                <a:gd name="connsiteY3" fmla="*/ 14346 h 113118"/>
                <a:gd name="connsiteX4" fmla="*/ 14346 w 113213"/>
                <a:gd name="connsiteY4" fmla="*/ 113118 h 113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13" h="113118">
                  <a:moveTo>
                    <a:pt x="14346" y="113118"/>
                  </a:moveTo>
                  <a:lnTo>
                    <a:pt x="0" y="113118"/>
                  </a:lnTo>
                  <a:cubicBezTo>
                    <a:pt x="119" y="50657"/>
                    <a:pt x="50752" y="66"/>
                    <a:pt x="113214" y="0"/>
                  </a:cubicBezTo>
                  <a:lnTo>
                    <a:pt x="113214" y="14346"/>
                  </a:lnTo>
                  <a:cubicBezTo>
                    <a:pt x="58675" y="14412"/>
                    <a:pt x="14465" y="58580"/>
                    <a:pt x="14346" y="113118"/>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25B3DBC7-A247-41EB-A7DA-99078F268CC3}"/>
                </a:ext>
              </a:extLst>
            </p:cNvPr>
            <p:cNvSpPr/>
            <p:nvPr/>
          </p:nvSpPr>
          <p:spPr>
            <a:xfrm rot="5400000">
              <a:off x="2254835" y="4595648"/>
              <a:ext cx="150633" cy="150633"/>
            </a:xfrm>
            <a:custGeom>
              <a:avLst/>
              <a:gdLst>
                <a:gd name="connsiteX0" fmla="*/ 14346 w 150633"/>
                <a:gd name="connsiteY0" fmla="*/ 150633 h 150633"/>
                <a:gd name="connsiteX1" fmla="*/ 0 w 150633"/>
                <a:gd name="connsiteY1" fmla="*/ 150633 h 150633"/>
                <a:gd name="connsiteX2" fmla="*/ 150633 w 150633"/>
                <a:gd name="connsiteY2" fmla="*/ 0 h 150633"/>
                <a:gd name="connsiteX3" fmla="*/ 150633 w 150633"/>
                <a:gd name="connsiteY3" fmla="*/ 14346 h 150633"/>
                <a:gd name="connsiteX4" fmla="*/ 14346 w 150633"/>
                <a:gd name="connsiteY4" fmla="*/ 150633 h 15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633" h="150633">
                  <a:moveTo>
                    <a:pt x="14346" y="150633"/>
                  </a:moveTo>
                  <a:lnTo>
                    <a:pt x="0" y="150633"/>
                  </a:lnTo>
                  <a:cubicBezTo>
                    <a:pt x="92" y="67479"/>
                    <a:pt x="67479" y="92"/>
                    <a:pt x="150633" y="0"/>
                  </a:cubicBezTo>
                  <a:lnTo>
                    <a:pt x="150633" y="14346"/>
                  </a:lnTo>
                  <a:cubicBezTo>
                    <a:pt x="75397" y="14425"/>
                    <a:pt x="14425" y="75397"/>
                    <a:pt x="14346" y="150633"/>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92" name="Freeform: Shape 91">
              <a:extLst>
                <a:ext uri="{FF2B5EF4-FFF2-40B4-BE49-F238E27FC236}">
                  <a16:creationId xmlns:a16="http://schemas.microsoft.com/office/drawing/2014/main" id="{183A0D02-7457-4FA5-BF9B-EDD726237604}"/>
                </a:ext>
              </a:extLst>
            </p:cNvPr>
            <p:cNvSpPr/>
            <p:nvPr/>
          </p:nvSpPr>
          <p:spPr>
            <a:xfrm rot="5400000">
              <a:off x="2254740" y="4708838"/>
              <a:ext cx="37443" cy="37443"/>
            </a:xfrm>
            <a:custGeom>
              <a:avLst/>
              <a:gdLst>
                <a:gd name="connsiteX0" fmla="*/ 37443 w 37443"/>
                <a:gd name="connsiteY0" fmla="*/ 18722 h 37443"/>
                <a:gd name="connsiteX1" fmla="*/ 18722 w 37443"/>
                <a:gd name="connsiteY1" fmla="*/ 37443 h 37443"/>
                <a:gd name="connsiteX2" fmla="*/ 0 w 37443"/>
                <a:gd name="connsiteY2" fmla="*/ 18722 h 37443"/>
                <a:gd name="connsiteX3" fmla="*/ 18722 w 37443"/>
                <a:gd name="connsiteY3" fmla="*/ 0 h 37443"/>
                <a:gd name="connsiteX4" fmla="*/ 37443 w 37443"/>
                <a:gd name="connsiteY4" fmla="*/ 18722 h 37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43" h="37443">
                  <a:moveTo>
                    <a:pt x="37443" y="18722"/>
                  </a:moveTo>
                  <a:cubicBezTo>
                    <a:pt x="37443" y="29061"/>
                    <a:pt x="29061" y="37443"/>
                    <a:pt x="18722" y="37443"/>
                  </a:cubicBezTo>
                  <a:cubicBezTo>
                    <a:pt x="8382" y="37443"/>
                    <a:pt x="0" y="29061"/>
                    <a:pt x="0" y="18722"/>
                  </a:cubicBezTo>
                  <a:cubicBezTo>
                    <a:pt x="0" y="8382"/>
                    <a:pt x="8382" y="0"/>
                    <a:pt x="18722" y="0"/>
                  </a:cubicBezTo>
                  <a:cubicBezTo>
                    <a:pt x="29061" y="0"/>
                    <a:pt x="37443" y="8382"/>
                    <a:pt x="37443" y="18722"/>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94" name="Freeform: Shape 93">
              <a:extLst>
                <a:ext uri="{FF2B5EF4-FFF2-40B4-BE49-F238E27FC236}">
                  <a16:creationId xmlns:a16="http://schemas.microsoft.com/office/drawing/2014/main" id="{699465B4-4EF9-45E8-B9C0-FF065206B589}"/>
                </a:ext>
              </a:extLst>
            </p:cNvPr>
            <p:cNvSpPr/>
            <p:nvPr/>
          </p:nvSpPr>
          <p:spPr>
            <a:xfrm flipH="1">
              <a:off x="1164420" y="1066369"/>
              <a:ext cx="243448" cy="171400"/>
            </a:xfrm>
            <a:custGeom>
              <a:avLst/>
              <a:gdLst>
                <a:gd name="connsiteX0" fmla="*/ 0 w 243448"/>
                <a:gd name="connsiteY0" fmla="*/ 0 h 171400"/>
                <a:gd name="connsiteX1" fmla="*/ 171401 w 243448"/>
                <a:gd name="connsiteY1" fmla="*/ 171401 h 171400"/>
                <a:gd name="connsiteX2" fmla="*/ 243448 w 243448"/>
                <a:gd name="connsiteY2" fmla="*/ 0 h 171400"/>
              </a:gdLst>
              <a:ahLst/>
              <a:cxnLst>
                <a:cxn ang="0">
                  <a:pos x="connsiteX0" y="connsiteY0"/>
                </a:cxn>
                <a:cxn ang="0">
                  <a:pos x="connsiteX1" y="connsiteY1"/>
                </a:cxn>
                <a:cxn ang="0">
                  <a:pos x="connsiteX2" y="connsiteY2"/>
                </a:cxn>
              </a:cxnLst>
              <a:rect l="l" t="t" r="r" b="b"/>
              <a:pathLst>
                <a:path w="243448" h="171400">
                  <a:moveTo>
                    <a:pt x="0" y="0"/>
                  </a:moveTo>
                  <a:lnTo>
                    <a:pt x="171401" y="171401"/>
                  </a:lnTo>
                  <a:cubicBezTo>
                    <a:pt x="213453" y="123644"/>
                    <a:pt x="238751" y="63458"/>
                    <a:pt x="243448" y="0"/>
                  </a:cubicBezTo>
                  <a:close/>
                </a:path>
              </a:pathLst>
            </a:custGeom>
            <a:solidFill>
              <a:srgbClr val="282829">
                <a:alpha val="5000"/>
              </a:srgbClr>
            </a:solidFill>
            <a:ln w="20935" cap="flat">
              <a:noFill/>
              <a:prstDash val="solid"/>
              <a:miter/>
            </a:ln>
          </p:spPr>
          <p:txBody>
            <a:bodyPr rtlCol="0" anchor="ctr"/>
            <a:lstStyle/>
            <a:p>
              <a:endParaRPr lang="en-IN"/>
            </a:p>
          </p:txBody>
        </p:sp>
        <p:sp>
          <p:nvSpPr>
            <p:cNvPr id="95" name="Freeform: Shape 94">
              <a:extLst>
                <a:ext uri="{FF2B5EF4-FFF2-40B4-BE49-F238E27FC236}">
                  <a16:creationId xmlns:a16="http://schemas.microsoft.com/office/drawing/2014/main" id="{97B7A807-84EE-426D-8A89-B3B7E753AE6B}"/>
                </a:ext>
              </a:extLst>
            </p:cNvPr>
            <p:cNvSpPr/>
            <p:nvPr/>
          </p:nvSpPr>
          <p:spPr>
            <a:xfrm flipH="1">
              <a:off x="1266084" y="752344"/>
              <a:ext cx="487321" cy="587460"/>
            </a:xfrm>
            <a:custGeom>
              <a:avLst/>
              <a:gdLst>
                <a:gd name="connsiteX0" fmla="*/ 273910 w 487321"/>
                <a:gd name="connsiteY0" fmla="*/ 301632 h 587460"/>
                <a:gd name="connsiteX1" fmla="*/ 273910 w 487321"/>
                <a:gd name="connsiteY1" fmla="*/ 0 h 587460"/>
                <a:gd name="connsiteX2" fmla="*/ 705 w 487321"/>
                <a:gd name="connsiteY2" fmla="*/ 313548 h 587460"/>
                <a:gd name="connsiteX3" fmla="*/ 314253 w 487321"/>
                <a:gd name="connsiteY3" fmla="*/ 586756 h 587460"/>
                <a:gd name="connsiteX4" fmla="*/ 487321 w 487321"/>
                <a:gd name="connsiteY4" fmla="*/ 515043 h 587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321" h="587460">
                  <a:moveTo>
                    <a:pt x="273910" y="301632"/>
                  </a:moveTo>
                  <a:lnTo>
                    <a:pt x="273910" y="0"/>
                  </a:lnTo>
                  <a:cubicBezTo>
                    <a:pt x="111882" y="11139"/>
                    <a:pt x="-10437" y="151520"/>
                    <a:pt x="705" y="313548"/>
                  </a:cubicBezTo>
                  <a:cubicBezTo>
                    <a:pt x="11843" y="475577"/>
                    <a:pt x="152224" y="597895"/>
                    <a:pt x="314253" y="586756"/>
                  </a:cubicBezTo>
                  <a:cubicBezTo>
                    <a:pt x="378217" y="582358"/>
                    <a:pt x="438991" y="557175"/>
                    <a:pt x="487321" y="515043"/>
                  </a:cubicBezTo>
                  <a:close/>
                </a:path>
              </a:pathLst>
            </a:custGeom>
            <a:solidFill>
              <a:srgbClr val="282829">
                <a:alpha val="5000"/>
              </a:srgbClr>
            </a:solidFill>
            <a:ln w="20935"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36D19E02-F7F6-4FC6-B8B2-2019F026CE09}"/>
                </a:ext>
              </a:extLst>
            </p:cNvPr>
            <p:cNvSpPr/>
            <p:nvPr/>
          </p:nvSpPr>
          <p:spPr>
            <a:xfrm flipH="1">
              <a:off x="1164420" y="752344"/>
              <a:ext cx="273065" cy="272014"/>
            </a:xfrm>
            <a:custGeom>
              <a:avLst/>
              <a:gdLst>
                <a:gd name="connsiteX0" fmla="*/ 0 w 273065"/>
                <a:gd name="connsiteY0" fmla="*/ 272015 h 272014"/>
                <a:gd name="connsiteX1" fmla="*/ 273065 w 273065"/>
                <a:gd name="connsiteY1" fmla="*/ 272015 h 272014"/>
                <a:gd name="connsiteX2" fmla="*/ 0 w 273065"/>
                <a:gd name="connsiteY2" fmla="*/ 0 h 272014"/>
              </a:gdLst>
              <a:ahLst/>
              <a:cxnLst>
                <a:cxn ang="0">
                  <a:pos x="connsiteX0" y="connsiteY0"/>
                </a:cxn>
                <a:cxn ang="0">
                  <a:pos x="connsiteX1" y="connsiteY1"/>
                </a:cxn>
                <a:cxn ang="0">
                  <a:pos x="connsiteX2" y="connsiteY2"/>
                </a:cxn>
              </a:cxnLst>
              <a:rect l="l" t="t" r="r" b="b"/>
              <a:pathLst>
                <a:path w="273065" h="272014">
                  <a:moveTo>
                    <a:pt x="0" y="272015"/>
                  </a:moveTo>
                  <a:lnTo>
                    <a:pt x="273065" y="272015"/>
                  </a:lnTo>
                  <a:cubicBezTo>
                    <a:pt x="262432" y="126017"/>
                    <a:pt x="146037" y="10070"/>
                    <a:pt x="0" y="0"/>
                  </a:cubicBezTo>
                  <a:close/>
                </a:path>
              </a:pathLst>
            </a:custGeom>
            <a:solidFill>
              <a:srgbClr val="282829">
                <a:alpha val="5000"/>
              </a:srgbClr>
            </a:solidFill>
            <a:ln w="20935" cap="flat">
              <a:noFill/>
              <a:prstDash val="solid"/>
              <a:miter/>
            </a:ln>
          </p:spPr>
          <p:txBody>
            <a:bodyPr rtlCol="0" anchor="ctr"/>
            <a:lstStyle/>
            <a:p>
              <a:endParaRPr lang="en-IN"/>
            </a:p>
          </p:txBody>
        </p:sp>
        <p:sp>
          <p:nvSpPr>
            <p:cNvPr id="97" name="Freeform: Shape 96">
              <a:extLst>
                <a:ext uri="{FF2B5EF4-FFF2-40B4-BE49-F238E27FC236}">
                  <a16:creationId xmlns:a16="http://schemas.microsoft.com/office/drawing/2014/main" id="{67ACABDD-7598-4648-90E3-260CACB9820C}"/>
                </a:ext>
              </a:extLst>
            </p:cNvPr>
            <p:cNvSpPr/>
            <p:nvPr/>
          </p:nvSpPr>
          <p:spPr>
            <a:xfrm flipH="1">
              <a:off x="660300" y="436219"/>
              <a:ext cx="1596380" cy="1575375"/>
            </a:xfrm>
            <a:custGeom>
              <a:avLst/>
              <a:gdLst>
                <a:gd name="connsiteX0" fmla="*/ 1386331 w 1596380"/>
                <a:gd name="connsiteY0" fmla="*/ 231055 h 1575375"/>
                <a:gd name="connsiteX1" fmla="*/ 1386331 w 1596380"/>
                <a:gd name="connsiteY1" fmla="*/ 987236 h 1575375"/>
                <a:gd name="connsiteX2" fmla="*/ 210050 w 1596380"/>
                <a:gd name="connsiteY2" fmla="*/ 987236 h 1575375"/>
                <a:gd name="connsiteX3" fmla="*/ 210050 w 1596380"/>
                <a:gd name="connsiteY3" fmla="*/ 231055 h 1575375"/>
                <a:gd name="connsiteX4" fmla="*/ 1554371 w 1596380"/>
                <a:gd name="connsiteY4" fmla="*/ 1029246 h 1575375"/>
                <a:gd name="connsiteX5" fmla="*/ 1512361 w 1596380"/>
                <a:gd name="connsiteY5" fmla="*/ 1029246 h 1575375"/>
                <a:gd name="connsiteX6" fmla="*/ 1512361 w 1596380"/>
                <a:gd name="connsiteY6" fmla="*/ 168040 h 1575375"/>
                <a:gd name="connsiteX7" fmla="*/ 1554371 w 1596380"/>
                <a:gd name="connsiteY7" fmla="*/ 168040 h 1575375"/>
                <a:gd name="connsiteX8" fmla="*/ 1596381 w 1596380"/>
                <a:gd name="connsiteY8" fmla="*/ 126030 h 1575375"/>
                <a:gd name="connsiteX9" fmla="*/ 1554371 w 1596380"/>
                <a:gd name="connsiteY9" fmla="*/ 84020 h 1575375"/>
                <a:gd name="connsiteX10" fmla="*/ 840200 w 1596380"/>
                <a:gd name="connsiteY10" fmla="*/ 84020 h 1575375"/>
                <a:gd name="connsiteX11" fmla="*/ 840200 w 1596380"/>
                <a:gd name="connsiteY11" fmla="*/ 42010 h 1575375"/>
                <a:gd name="connsiteX12" fmla="*/ 798190 w 1596380"/>
                <a:gd name="connsiteY12" fmla="*/ 0 h 1575375"/>
                <a:gd name="connsiteX13" fmla="*/ 756180 w 1596380"/>
                <a:gd name="connsiteY13" fmla="*/ 42010 h 1575375"/>
                <a:gd name="connsiteX14" fmla="*/ 756180 w 1596380"/>
                <a:gd name="connsiteY14" fmla="*/ 84020 h 1575375"/>
                <a:gd name="connsiteX15" fmla="*/ 42010 w 1596380"/>
                <a:gd name="connsiteY15" fmla="*/ 84020 h 1575375"/>
                <a:gd name="connsiteX16" fmla="*/ 0 w 1596380"/>
                <a:gd name="connsiteY16" fmla="*/ 126030 h 1575375"/>
                <a:gd name="connsiteX17" fmla="*/ 42010 w 1596380"/>
                <a:gd name="connsiteY17" fmla="*/ 168040 h 1575375"/>
                <a:gd name="connsiteX18" fmla="*/ 84020 w 1596380"/>
                <a:gd name="connsiteY18" fmla="*/ 168040 h 1575375"/>
                <a:gd name="connsiteX19" fmla="*/ 84020 w 1596380"/>
                <a:gd name="connsiteY19" fmla="*/ 1029246 h 1575375"/>
                <a:gd name="connsiteX20" fmla="*/ 42010 w 1596380"/>
                <a:gd name="connsiteY20" fmla="*/ 1029246 h 1575375"/>
                <a:gd name="connsiteX21" fmla="*/ 0 w 1596380"/>
                <a:gd name="connsiteY21" fmla="*/ 1071256 h 1575375"/>
                <a:gd name="connsiteX22" fmla="*/ 42010 w 1596380"/>
                <a:gd name="connsiteY22" fmla="*/ 1113266 h 1575375"/>
                <a:gd name="connsiteX23" fmla="*/ 683503 w 1596380"/>
                <a:gd name="connsiteY23" fmla="*/ 1113266 h 1575375"/>
                <a:gd name="connsiteX24" fmla="*/ 360026 w 1596380"/>
                <a:gd name="connsiteY24" fmla="*/ 1436743 h 1575375"/>
                <a:gd name="connsiteX25" fmla="*/ 360341 w 1596380"/>
                <a:gd name="connsiteY25" fmla="*/ 1496502 h 1575375"/>
                <a:gd name="connsiteX26" fmla="*/ 420100 w 1596380"/>
                <a:gd name="connsiteY26" fmla="*/ 1496187 h 1575375"/>
                <a:gd name="connsiteX27" fmla="*/ 756180 w 1596380"/>
                <a:gd name="connsiteY27" fmla="*/ 1160107 h 1575375"/>
                <a:gd name="connsiteX28" fmla="*/ 756180 w 1596380"/>
                <a:gd name="connsiteY28" fmla="*/ 1533366 h 1575375"/>
                <a:gd name="connsiteX29" fmla="*/ 798190 w 1596380"/>
                <a:gd name="connsiteY29" fmla="*/ 1575376 h 1575375"/>
                <a:gd name="connsiteX30" fmla="*/ 840200 w 1596380"/>
                <a:gd name="connsiteY30" fmla="*/ 1533366 h 1575375"/>
                <a:gd name="connsiteX31" fmla="*/ 840200 w 1596380"/>
                <a:gd name="connsiteY31" fmla="*/ 1159477 h 1575375"/>
                <a:gd name="connsiteX32" fmla="*/ 1176281 w 1596380"/>
                <a:gd name="connsiteY32" fmla="*/ 1495557 h 1575375"/>
                <a:gd name="connsiteX33" fmla="*/ 1235725 w 1596380"/>
                <a:gd name="connsiteY33" fmla="*/ 1495557 h 1575375"/>
                <a:gd name="connsiteX34" fmla="*/ 1235725 w 1596380"/>
                <a:gd name="connsiteY34" fmla="*/ 1436113 h 1575375"/>
                <a:gd name="connsiteX35" fmla="*/ 912878 w 1596380"/>
                <a:gd name="connsiteY35" fmla="*/ 1113266 h 1575375"/>
                <a:gd name="connsiteX36" fmla="*/ 1554371 w 1596380"/>
                <a:gd name="connsiteY36" fmla="*/ 1113266 h 1575375"/>
                <a:gd name="connsiteX37" fmla="*/ 1596381 w 1596380"/>
                <a:gd name="connsiteY37" fmla="*/ 1071256 h 1575375"/>
                <a:gd name="connsiteX38" fmla="*/ 1554371 w 1596380"/>
                <a:gd name="connsiteY38" fmla="*/ 1029246 h 15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96380" h="1575375">
                  <a:moveTo>
                    <a:pt x="1386331" y="231055"/>
                  </a:moveTo>
                  <a:lnTo>
                    <a:pt x="1386331" y="987236"/>
                  </a:lnTo>
                  <a:lnTo>
                    <a:pt x="210050" y="987236"/>
                  </a:lnTo>
                  <a:lnTo>
                    <a:pt x="210050" y="231055"/>
                  </a:lnTo>
                  <a:close/>
                  <a:moveTo>
                    <a:pt x="1554371" y="1029246"/>
                  </a:moveTo>
                  <a:lnTo>
                    <a:pt x="1512361" y="1029246"/>
                  </a:lnTo>
                  <a:lnTo>
                    <a:pt x="1512361" y="168040"/>
                  </a:lnTo>
                  <a:lnTo>
                    <a:pt x="1554371" y="168040"/>
                  </a:lnTo>
                  <a:cubicBezTo>
                    <a:pt x="1577573" y="168040"/>
                    <a:pt x="1596381" y="149232"/>
                    <a:pt x="1596381" y="126030"/>
                  </a:cubicBezTo>
                  <a:cubicBezTo>
                    <a:pt x="1596381" y="102828"/>
                    <a:pt x="1577573" y="84020"/>
                    <a:pt x="1554371" y="84020"/>
                  </a:cubicBezTo>
                  <a:lnTo>
                    <a:pt x="840200" y="84020"/>
                  </a:lnTo>
                  <a:lnTo>
                    <a:pt x="840200" y="42010"/>
                  </a:lnTo>
                  <a:cubicBezTo>
                    <a:pt x="840200" y="18808"/>
                    <a:pt x="821393" y="0"/>
                    <a:pt x="798190" y="0"/>
                  </a:cubicBezTo>
                  <a:cubicBezTo>
                    <a:pt x="774988" y="0"/>
                    <a:pt x="756180" y="18808"/>
                    <a:pt x="756180" y="42010"/>
                  </a:cubicBezTo>
                  <a:lnTo>
                    <a:pt x="756180" y="84020"/>
                  </a:lnTo>
                  <a:lnTo>
                    <a:pt x="42010" y="84020"/>
                  </a:lnTo>
                  <a:cubicBezTo>
                    <a:pt x="18808" y="84020"/>
                    <a:pt x="0" y="102828"/>
                    <a:pt x="0" y="126030"/>
                  </a:cubicBezTo>
                  <a:cubicBezTo>
                    <a:pt x="0" y="149232"/>
                    <a:pt x="18808" y="168040"/>
                    <a:pt x="42010" y="168040"/>
                  </a:cubicBezTo>
                  <a:lnTo>
                    <a:pt x="84020" y="168040"/>
                  </a:lnTo>
                  <a:lnTo>
                    <a:pt x="84020" y="1029246"/>
                  </a:lnTo>
                  <a:lnTo>
                    <a:pt x="42010" y="1029246"/>
                  </a:lnTo>
                  <a:cubicBezTo>
                    <a:pt x="18808" y="1029246"/>
                    <a:pt x="0" y="1048053"/>
                    <a:pt x="0" y="1071256"/>
                  </a:cubicBezTo>
                  <a:cubicBezTo>
                    <a:pt x="0" y="1094458"/>
                    <a:pt x="18808" y="1113266"/>
                    <a:pt x="42010" y="1113266"/>
                  </a:cubicBezTo>
                  <a:lnTo>
                    <a:pt x="683503" y="1113266"/>
                  </a:lnTo>
                  <a:lnTo>
                    <a:pt x="360026" y="1436743"/>
                  </a:lnTo>
                  <a:cubicBezTo>
                    <a:pt x="343610" y="1453332"/>
                    <a:pt x="343751" y="1480087"/>
                    <a:pt x="360341" y="1496502"/>
                  </a:cubicBezTo>
                  <a:cubicBezTo>
                    <a:pt x="376931" y="1512917"/>
                    <a:pt x="403685" y="1512777"/>
                    <a:pt x="420100" y="1496187"/>
                  </a:cubicBezTo>
                  <a:lnTo>
                    <a:pt x="756180" y="1160107"/>
                  </a:lnTo>
                  <a:lnTo>
                    <a:pt x="756180" y="1533366"/>
                  </a:lnTo>
                  <a:cubicBezTo>
                    <a:pt x="756180" y="1556568"/>
                    <a:pt x="774988" y="1575376"/>
                    <a:pt x="798190" y="1575376"/>
                  </a:cubicBezTo>
                  <a:cubicBezTo>
                    <a:pt x="821393" y="1575376"/>
                    <a:pt x="840200" y="1556568"/>
                    <a:pt x="840200" y="1533366"/>
                  </a:cubicBezTo>
                  <a:lnTo>
                    <a:pt x="840200" y="1159477"/>
                  </a:lnTo>
                  <a:lnTo>
                    <a:pt x="1176281" y="1495557"/>
                  </a:lnTo>
                  <a:cubicBezTo>
                    <a:pt x="1192696" y="1511972"/>
                    <a:pt x="1219309" y="1511972"/>
                    <a:pt x="1235725" y="1495557"/>
                  </a:cubicBezTo>
                  <a:cubicBezTo>
                    <a:pt x="1252140" y="1479141"/>
                    <a:pt x="1252140" y="1452528"/>
                    <a:pt x="1235725" y="1436113"/>
                  </a:cubicBezTo>
                  <a:lnTo>
                    <a:pt x="912878" y="1113266"/>
                  </a:lnTo>
                  <a:lnTo>
                    <a:pt x="1554371" y="1113266"/>
                  </a:lnTo>
                  <a:cubicBezTo>
                    <a:pt x="1577573" y="1113266"/>
                    <a:pt x="1596381" y="1094458"/>
                    <a:pt x="1596381" y="1071256"/>
                  </a:cubicBezTo>
                  <a:cubicBezTo>
                    <a:pt x="1596381" y="1048053"/>
                    <a:pt x="1577573" y="1029246"/>
                    <a:pt x="1554371" y="1029246"/>
                  </a:cubicBezTo>
                  <a:close/>
                </a:path>
              </a:pathLst>
            </a:custGeom>
            <a:solidFill>
              <a:srgbClr val="282829">
                <a:alpha val="5000"/>
              </a:srgbClr>
            </a:solidFill>
            <a:ln w="20935" cap="flat">
              <a:noFill/>
              <a:prstDash val="solid"/>
              <a:miter/>
            </a:ln>
          </p:spPr>
          <p:txBody>
            <a:bodyPr rtlCol="0" anchor="ctr"/>
            <a:lstStyle/>
            <a:p>
              <a:endParaRPr lang="en-IN"/>
            </a:p>
          </p:txBody>
        </p:sp>
        <p:grpSp>
          <p:nvGrpSpPr>
            <p:cNvPr id="98" name="Graphic 30" descr="Gears">
              <a:extLst>
                <a:ext uri="{FF2B5EF4-FFF2-40B4-BE49-F238E27FC236}">
                  <a16:creationId xmlns:a16="http://schemas.microsoft.com/office/drawing/2014/main" id="{7F186008-7455-4EC3-A286-F8D304C31735}"/>
                </a:ext>
              </a:extLst>
            </p:cNvPr>
            <p:cNvGrpSpPr/>
            <p:nvPr/>
          </p:nvGrpSpPr>
          <p:grpSpPr>
            <a:xfrm>
              <a:off x="9026885" y="2443983"/>
              <a:ext cx="86622" cy="104823"/>
              <a:chOff x="9026885" y="2443983"/>
              <a:chExt cx="86622" cy="104823"/>
            </a:xfrm>
            <a:solidFill>
              <a:srgbClr val="282829">
                <a:alpha val="50000"/>
              </a:srgbClr>
            </a:solidFill>
          </p:grpSpPr>
          <p:sp>
            <p:nvSpPr>
              <p:cNvPr id="99" name="Freeform: Shape 98">
                <a:extLst>
                  <a:ext uri="{FF2B5EF4-FFF2-40B4-BE49-F238E27FC236}">
                    <a16:creationId xmlns:a16="http://schemas.microsoft.com/office/drawing/2014/main" id="{3D87A088-F5CE-47A9-A590-94C8638B74E7}"/>
                  </a:ext>
                </a:extLst>
              </p:cNvPr>
              <p:cNvSpPr/>
              <p:nvPr/>
            </p:nvSpPr>
            <p:spPr>
              <a:xfrm>
                <a:off x="9056911" y="2443983"/>
                <a:ext cx="56596" cy="56463"/>
              </a:xfrm>
              <a:custGeom>
                <a:avLst/>
                <a:gdLst>
                  <a:gd name="connsiteX0" fmla="*/ 28298 w 56596"/>
                  <a:gd name="connsiteY0" fmla="*/ 38263 h 56463"/>
                  <a:gd name="connsiteX1" fmla="*/ 18334 w 56596"/>
                  <a:gd name="connsiteY1" fmla="*/ 28298 h 56463"/>
                  <a:gd name="connsiteX2" fmla="*/ 28298 w 56596"/>
                  <a:gd name="connsiteY2" fmla="*/ 18334 h 56463"/>
                  <a:gd name="connsiteX3" fmla="*/ 38263 w 56596"/>
                  <a:gd name="connsiteY3" fmla="*/ 28298 h 56463"/>
                  <a:gd name="connsiteX4" fmla="*/ 28298 w 56596"/>
                  <a:gd name="connsiteY4" fmla="*/ 38263 h 56463"/>
                  <a:gd name="connsiteX5" fmla="*/ 50751 w 56596"/>
                  <a:gd name="connsiteY5" fmla="*/ 22054 h 56463"/>
                  <a:gd name="connsiteX6" fmla="*/ 48625 w 56596"/>
                  <a:gd name="connsiteY6" fmla="*/ 16873 h 56463"/>
                  <a:gd name="connsiteX7" fmla="*/ 50751 w 56596"/>
                  <a:gd name="connsiteY7" fmla="*/ 10629 h 56463"/>
                  <a:gd name="connsiteX8" fmla="*/ 45968 w 56596"/>
                  <a:gd name="connsiteY8" fmla="*/ 5846 h 56463"/>
                  <a:gd name="connsiteX9" fmla="*/ 39724 w 56596"/>
                  <a:gd name="connsiteY9" fmla="*/ 7971 h 56463"/>
                  <a:gd name="connsiteX10" fmla="*/ 34543 w 56596"/>
                  <a:gd name="connsiteY10" fmla="*/ 5846 h 56463"/>
                  <a:gd name="connsiteX11" fmla="*/ 31620 w 56596"/>
                  <a:gd name="connsiteY11" fmla="*/ 0 h 56463"/>
                  <a:gd name="connsiteX12" fmla="*/ 24977 w 56596"/>
                  <a:gd name="connsiteY12" fmla="*/ 0 h 56463"/>
                  <a:gd name="connsiteX13" fmla="*/ 22054 w 56596"/>
                  <a:gd name="connsiteY13" fmla="*/ 5846 h 56463"/>
                  <a:gd name="connsiteX14" fmla="*/ 16873 w 56596"/>
                  <a:gd name="connsiteY14" fmla="*/ 7971 h 56463"/>
                  <a:gd name="connsiteX15" fmla="*/ 10629 w 56596"/>
                  <a:gd name="connsiteY15" fmla="*/ 5846 h 56463"/>
                  <a:gd name="connsiteX16" fmla="*/ 5846 w 56596"/>
                  <a:gd name="connsiteY16" fmla="*/ 10629 h 56463"/>
                  <a:gd name="connsiteX17" fmla="*/ 7971 w 56596"/>
                  <a:gd name="connsiteY17" fmla="*/ 16873 h 56463"/>
                  <a:gd name="connsiteX18" fmla="*/ 5846 w 56596"/>
                  <a:gd name="connsiteY18" fmla="*/ 22054 h 56463"/>
                  <a:gd name="connsiteX19" fmla="*/ 0 w 56596"/>
                  <a:gd name="connsiteY19" fmla="*/ 24977 h 56463"/>
                  <a:gd name="connsiteX20" fmla="*/ 0 w 56596"/>
                  <a:gd name="connsiteY20" fmla="*/ 31620 h 56463"/>
                  <a:gd name="connsiteX21" fmla="*/ 5846 w 56596"/>
                  <a:gd name="connsiteY21" fmla="*/ 34543 h 56463"/>
                  <a:gd name="connsiteX22" fmla="*/ 7971 w 56596"/>
                  <a:gd name="connsiteY22" fmla="*/ 39724 h 56463"/>
                  <a:gd name="connsiteX23" fmla="*/ 5846 w 56596"/>
                  <a:gd name="connsiteY23" fmla="*/ 45968 h 56463"/>
                  <a:gd name="connsiteX24" fmla="*/ 10496 w 56596"/>
                  <a:gd name="connsiteY24" fmla="*/ 50618 h 56463"/>
                  <a:gd name="connsiteX25" fmla="*/ 16740 w 56596"/>
                  <a:gd name="connsiteY25" fmla="*/ 48493 h 56463"/>
                  <a:gd name="connsiteX26" fmla="*/ 21921 w 56596"/>
                  <a:gd name="connsiteY26" fmla="*/ 50618 h 56463"/>
                  <a:gd name="connsiteX27" fmla="*/ 24844 w 56596"/>
                  <a:gd name="connsiteY27" fmla="*/ 56464 h 56463"/>
                  <a:gd name="connsiteX28" fmla="*/ 31487 w 56596"/>
                  <a:gd name="connsiteY28" fmla="*/ 56464 h 56463"/>
                  <a:gd name="connsiteX29" fmla="*/ 34410 w 56596"/>
                  <a:gd name="connsiteY29" fmla="*/ 50618 h 56463"/>
                  <a:gd name="connsiteX30" fmla="*/ 39591 w 56596"/>
                  <a:gd name="connsiteY30" fmla="*/ 48493 h 56463"/>
                  <a:gd name="connsiteX31" fmla="*/ 45835 w 56596"/>
                  <a:gd name="connsiteY31" fmla="*/ 50618 h 56463"/>
                  <a:gd name="connsiteX32" fmla="*/ 50618 w 56596"/>
                  <a:gd name="connsiteY32" fmla="*/ 45968 h 56463"/>
                  <a:gd name="connsiteX33" fmla="*/ 48493 w 56596"/>
                  <a:gd name="connsiteY33" fmla="*/ 39724 h 56463"/>
                  <a:gd name="connsiteX34" fmla="*/ 50751 w 56596"/>
                  <a:gd name="connsiteY34" fmla="*/ 34543 h 56463"/>
                  <a:gd name="connsiteX35" fmla="*/ 56597 w 56596"/>
                  <a:gd name="connsiteY35" fmla="*/ 31620 h 56463"/>
                  <a:gd name="connsiteX36" fmla="*/ 56597 w 56596"/>
                  <a:gd name="connsiteY36" fmla="*/ 24977 h 56463"/>
                  <a:gd name="connsiteX37" fmla="*/ 50751 w 56596"/>
                  <a:gd name="connsiteY37" fmla="*/ 22054 h 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6596" h="56463">
                    <a:moveTo>
                      <a:pt x="28298" y="38263"/>
                    </a:moveTo>
                    <a:cubicBezTo>
                      <a:pt x="22718" y="38263"/>
                      <a:pt x="18334" y="33745"/>
                      <a:pt x="18334" y="28298"/>
                    </a:cubicBezTo>
                    <a:cubicBezTo>
                      <a:pt x="18334" y="22851"/>
                      <a:pt x="22851" y="18334"/>
                      <a:pt x="28298" y="18334"/>
                    </a:cubicBezTo>
                    <a:cubicBezTo>
                      <a:pt x="33878" y="18334"/>
                      <a:pt x="38263" y="22851"/>
                      <a:pt x="38263" y="28298"/>
                    </a:cubicBezTo>
                    <a:cubicBezTo>
                      <a:pt x="38263" y="33745"/>
                      <a:pt x="33745" y="38263"/>
                      <a:pt x="28298" y="38263"/>
                    </a:cubicBezTo>
                    <a:close/>
                    <a:moveTo>
                      <a:pt x="50751" y="22054"/>
                    </a:moveTo>
                    <a:cubicBezTo>
                      <a:pt x="50220" y="20194"/>
                      <a:pt x="49555" y="18467"/>
                      <a:pt x="48625" y="16873"/>
                    </a:cubicBezTo>
                    <a:lnTo>
                      <a:pt x="50751" y="10629"/>
                    </a:lnTo>
                    <a:lnTo>
                      <a:pt x="45968" y="5846"/>
                    </a:lnTo>
                    <a:lnTo>
                      <a:pt x="39724" y="7971"/>
                    </a:lnTo>
                    <a:cubicBezTo>
                      <a:pt x="38130" y="7041"/>
                      <a:pt x="36403" y="6377"/>
                      <a:pt x="34543" y="5846"/>
                    </a:cubicBezTo>
                    <a:lnTo>
                      <a:pt x="31620" y="0"/>
                    </a:lnTo>
                    <a:lnTo>
                      <a:pt x="24977" y="0"/>
                    </a:lnTo>
                    <a:lnTo>
                      <a:pt x="22054" y="5846"/>
                    </a:lnTo>
                    <a:cubicBezTo>
                      <a:pt x="20194" y="6377"/>
                      <a:pt x="18467" y="7041"/>
                      <a:pt x="16873" y="7971"/>
                    </a:cubicBezTo>
                    <a:lnTo>
                      <a:pt x="10629" y="5846"/>
                    </a:lnTo>
                    <a:lnTo>
                      <a:pt x="5846" y="10629"/>
                    </a:lnTo>
                    <a:lnTo>
                      <a:pt x="7971" y="16873"/>
                    </a:lnTo>
                    <a:cubicBezTo>
                      <a:pt x="7041" y="18467"/>
                      <a:pt x="6377" y="20194"/>
                      <a:pt x="5846" y="22054"/>
                    </a:cubicBezTo>
                    <a:lnTo>
                      <a:pt x="0" y="24977"/>
                    </a:lnTo>
                    <a:lnTo>
                      <a:pt x="0" y="31620"/>
                    </a:lnTo>
                    <a:lnTo>
                      <a:pt x="5846" y="34543"/>
                    </a:lnTo>
                    <a:cubicBezTo>
                      <a:pt x="6377" y="36403"/>
                      <a:pt x="7041" y="38130"/>
                      <a:pt x="7971" y="39724"/>
                    </a:cubicBezTo>
                    <a:lnTo>
                      <a:pt x="5846" y="45968"/>
                    </a:lnTo>
                    <a:lnTo>
                      <a:pt x="10496" y="50618"/>
                    </a:lnTo>
                    <a:lnTo>
                      <a:pt x="16740" y="48493"/>
                    </a:lnTo>
                    <a:cubicBezTo>
                      <a:pt x="18334" y="49423"/>
                      <a:pt x="20061" y="50087"/>
                      <a:pt x="21921" y="50618"/>
                    </a:cubicBezTo>
                    <a:lnTo>
                      <a:pt x="24844" y="56464"/>
                    </a:lnTo>
                    <a:lnTo>
                      <a:pt x="31487" y="56464"/>
                    </a:lnTo>
                    <a:lnTo>
                      <a:pt x="34410" y="50618"/>
                    </a:lnTo>
                    <a:cubicBezTo>
                      <a:pt x="36270" y="50087"/>
                      <a:pt x="37997" y="49423"/>
                      <a:pt x="39591" y="48493"/>
                    </a:cubicBezTo>
                    <a:lnTo>
                      <a:pt x="45835" y="50618"/>
                    </a:lnTo>
                    <a:lnTo>
                      <a:pt x="50618" y="45968"/>
                    </a:lnTo>
                    <a:lnTo>
                      <a:pt x="48493" y="39724"/>
                    </a:lnTo>
                    <a:cubicBezTo>
                      <a:pt x="49423" y="38130"/>
                      <a:pt x="50220" y="36270"/>
                      <a:pt x="50751" y="34543"/>
                    </a:cubicBezTo>
                    <a:lnTo>
                      <a:pt x="56597" y="31620"/>
                    </a:lnTo>
                    <a:lnTo>
                      <a:pt x="56597" y="24977"/>
                    </a:lnTo>
                    <a:lnTo>
                      <a:pt x="50751" y="22054"/>
                    </a:lnTo>
                    <a:close/>
                  </a:path>
                </a:pathLst>
              </a:custGeom>
              <a:solidFill>
                <a:srgbClr val="282829">
                  <a:alpha val="50000"/>
                </a:srgbClr>
              </a:solidFill>
              <a:ln w="1290"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31FCCC19-3AC1-4C14-A049-7A37B7092D4F}"/>
                  </a:ext>
                </a:extLst>
              </p:cNvPr>
              <p:cNvSpPr/>
              <p:nvPr/>
            </p:nvSpPr>
            <p:spPr>
              <a:xfrm>
                <a:off x="9026885" y="2492343"/>
                <a:ext cx="56596" cy="56463"/>
              </a:xfrm>
              <a:custGeom>
                <a:avLst/>
                <a:gdLst>
                  <a:gd name="connsiteX0" fmla="*/ 28298 w 56596"/>
                  <a:gd name="connsiteY0" fmla="*/ 38263 h 56463"/>
                  <a:gd name="connsiteX1" fmla="*/ 18334 w 56596"/>
                  <a:gd name="connsiteY1" fmla="*/ 28298 h 56463"/>
                  <a:gd name="connsiteX2" fmla="*/ 28298 w 56596"/>
                  <a:gd name="connsiteY2" fmla="*/ 18334 h 56463"/>
                  <a:gd name="connsiteX3" fmla="*/ 38263 w 56596"/>
                  <a:gd name="connsiteY3" fmla="*/ 28298 h 56463"/>
                  <a:gd name="connsiteX4" fmla="*/ 28298 w 56596"/>
                  <a:gd name="connsiteY4" fmla="*/ 38263 h 56463"/>
                  <a:gd name="connsiteX5" fmla="*/ 28298 w 56596"/>
                  <a:gd name="connsiteY5" fmla="*/ 38263 h 56463"/>
                  <a:gd name="connsiteX6" fmla="*/ 48625 w 56596"/>
                  <a:gd name="connsiteY6" fmla="*/ 16873 h 56463"/>
                  <a:gd name="connsiteX7" fmla="*/ 50751 w 56596"/>
                  <a:gd name="connsiteY7" fmla="*/ 10629 h 56463"/>
                  <a:gd name="connsiteX8" fmla="*/ 45968 w 56596"/>
                  <a:gd name="connsiteY8" fmla="*/ 5846 h 56463"/>
                  <a:gd name="connsiteX9" fmla="*/ 39724 w 56596"/>
                  <a:gd name="connsiteY9" fmla="*/ 7971 h 56463"/>
                  <a:gd name="connsiteX10" fmla="*/ 34543 w 56596"/>
                  <a:gd name="connsiteY10" fmla="*/ 5846 h 56463"/>
                  <a:gd name="connsiteX11" fmla="*/ 31620 w 56596"/>
                  <a:gd name="connsiteY11" fmla="*/ 0 h 56463"/>
                  <a:gd name="connsiteX12" fmla="*/ 24977 w 56596"/>
                  <a:gd name="connsiteY12" fmla="*/ 0 h 56463"/>
                  <a:gd name="connsiteX13" fmla="*/ 22054 w 56596"/>
                  <a:gd name="connsiteY13" fmla="*/ 5846 h 56463"/>
                  <a:gd name="connsiteX14" fmla="*/ 16873 w 56596"/>
                  <a:gd name="connsiteY14" fmla="*/ 7971 h 56463"/>
                  <a:gd name="connsiteX15" fmla="*/ 10629 w 56596"/>
                  <a:gd name="connsiteY15" fmla="*/ 5846 h 56463"/>
                  <a:gd name="connsiteX16" fmla="*/ 5979 w 56596"/>
                  <a:gd name="connsiteY16" fmla="*/ 10496 h 56463"/>
                  <a:gd name="connsiteX17" fmla="*/ 7971 w 56596"/>
                  <a:gd name="connsiteY17" fmla="*/ 16740 h 56463"/>
                  <a:gd name="connsiteX18" fmla="*/ 5846 w 56596"/>
                  <a:gd name="connsiteY18" fmla="*/ 21921 h 56463"/>
                  <a:gd name="connsiteX19" fmla="*/ 0 w 56596"/>
                  <a:gd name="connsiteY19" fmla="*/ 24844 h 56463"/>
                  <a:gd name="connsiteX20" fmla="*/ 0 w 56596"/>
                  <a:gd name="connsiteY20" fmla="*/ 31487 h 56463"/>
                  <a:gd name="connsiteX21" fmla="*/ 5846 w 56596"/>
                  <a:gd name="connsiteY21" fmla="*/ 34410 h 56463"/>
                  <a:gd name="connsiteX22" fmla="*/ 7971 w 56596"/>
                  <a:gd name="connsiteY22" fmla="*/ 39591 h 56463"/>
                  <a:gd name="connsiteX23" fmla="*/ 5979 w 56596"/>
                  <a:gd name="connsiteY23" fmla="*/ 45835 h 56463"/>
                  <a:gd name="connsiteX24" fmla="*/ 10629 w 56596"/>
                  <a:gd name="connsiteY24" fmla="*/ 50485 h 56463"/>
                  <a:gd name="connsiteX25" fmla="*/ 16873 w 56596"/>
                  <a:gd name="connsiteY25" fmla="*/ 48493 h 56463"/>
                  <a:gd name="connsiteX26" fmla="*/ 22054 w 56596"/>
                  <a:gd name="connsiteY26" fmla="*/ 50618 h 56463"/>
                  <a:gd name="connsiteX27" fmla="*/ 24977 w 56596"/>
                  <a:gd name="connsiteY27" fmla="*/ 56464 h 56463"/>
                  <a:gd name="connsiteX28" fmla="*/ 31620 w 56596"/>
                  <a:gd name="connsiteY28" fmla="*/ 56464 h 56463"/>
                  <a:gd name="connsiteX29" fmla="*/ 34543 w 56596"/>
                  <a:gd name="connsiteY29" fmla="*/ 50618 h 56463"/>
                  <a:gd name="connsiteX30" fmla="*/ 39724 w 56596"/>
                  <a:gd name="connsiteY30" fmla="*/ 48493 h 56463"/>
                  <a:gd name="connsiteX31" fmla="*/ 45968 w 56596"/>
                  <a:gd name="connsiteY31" fmla="*/ 50618 h 56463"/>
                  <a:gd name="connsiteX32" fmla="*/ 50618 w 56596"/>
                  <a:gd name="connsiteY32" fmla="*/ 45835 h 56463"/>
                  <a:gd name="connsiteX33" fmla="*/ 48625 w 56596"/>
                  <a:gd name="connsiteY33" fmla="*/ 39724 h 56463"/>
                  <a:gd name="connsiteX34" fmla="*/ 50751 w 56596"/>
                  <a:gd name="connsiteY34" fmla="*/ 34543 h 56463"/>
                  <a:gd name="connsiteX35" fmla="*/ 56597 w 56596"/>
                  <a:gd name="connsiteY35" fmla="*/ 31620 h 56463"/>
                  <a:gd name="connsiteX36" fmla="*/ 56597 w 56596"/>
                  <a:gd name="connsiteY36" fmla="*/ 24977 h 56463"/>
                  <a:gd name="connsiteX37" fmla="*/ 50751 w 56596"/>
                  <a:gd name="connsiteY37" fmla="*/ 22054 h 56463"/>
                  <a:gd name="connsiteX38" fmla="*/ 48625 w 56596"/>
                  <a:gd name="connsiteY38" fmla="*/ 16873 h 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6596" h="56463">
                    <a:moveTo>
                      <a:pt x="28298" y="38263"/>
                    </a:moveTo>
                    <a:cubicBezTo>
                      <a:pt x="22718" y="38263"/>
                      <a:pt x="18334" y="33745"/>
                      <a:pt x="18334" y="28298"/>
                    </a:cubicBezTo>
                    <a:cubicBezTo>
                      <a:pt x="18334" y="22718"/>
                      <a:pt x="22851" y="18334"/>
                      <a:pt x="28298" y="18334"/>
                    </a:cubicBezTo>
                    <a:cubicBezTo>
                      <a:pt x="33878" y="18334"/>
                      <a:pt x="38263" y="22851"/>
                      <a:pt x="38263" y="28298"/>
                    </a:cubicBezTo>
                    <a:cubicBezTo>
                      <a:pt x="38263" y="33745"/>
                      <a:pt x="33878" y="38263"/>
                      <a:pt x="28298" y="38263"/>
                    </a:cubicBezTo>
                    <a:lnTo>
                      <a:pt x="28298" y="38263"/>
                    </a:lnTo>
                    <a:close/>
                    <a:moveTo>
                      <a:pt x="48625" y="16873"/>
                    </a:moveTo>
                    <a:lnTo>
                      <a:pt x="50751" y="10629"/>
                    </a:lnTo>
                    <a:lnTo>
                      <a:pt x="45968" y="5846"/>
                    </a:lnTo>
                    <a:lnTo>
                      <a:pt x="39724" y="7971"/>
                    </a:lnTo>
                    <a:cubicBezTo>
                      <a:pt x="38130" y="7041"/>
                      <a:pt x="36270" y="6377"/>
                      <a:pt x="34543" y="5846"/>
                    </a:cubicBezTo>
                    <a:lnTo>
                      <a:pt x="31620" y="0"/>
                    </a:lnTo>
                    <a:lnTo>
                      <a:pt x="24977" y="0"/>
                    </a:lnTo>
                    <a:lnTo>
                      <a:pt x="22054" y="5846"/>
                    </a:lnTo>
                    <a:cubicBezTo>
                      <a:pt x="20194" y="6377"/>
                      <a:pt x="18467" y="7041"/>
                      <a:pt x="16873" y="7971"/>
                    </a:cubicBezTo>
                    <a:lnTo>
                      <a:pt x="10629" y="5846"/>
                    </a:lnTo>
                    <a:lnTo>
                      <a:pt x="5979" y="10496"/>
                    </a:lnTo>
                    <a:lnTo>
                      <a:pt x="7971" y="16740"/>
                    </a:lnTo>
                    <a:cubicBezTo>
                      <a:pt x="7041" y="18334"/>
                      <a:pt x="6377" y="20194"/>
                      <a:pt x="5846" y="21921"/>
                    </a:cubicBezTo>
                    <a:lnTo>
                      <a:pt x="0" y="24844"/>
                    </a:lnTo>
                    <a:lnTo>
                      <a:pt x="0" y="31487"/>
                    </a:lnTo>
                    <a:lnTo>
                      <a:pt x="5846" y="34410"/>
                    </a:lnTo>
                    <a:cubicBezTo>
                      <a:pt x="6377" y="36270"/>
                      <a:pt x="7041" y="37997"/>
                      <a:pt x="7971" y="39591"/>
                    </a:cubicBezTo>
                    <a:lnTo>
                      <a:pt x="5979" y="45835"/>
                    </a:lnTo>
                    <a:lnTo>
                      <a:pt x="10629" y="50485"/>
                    </a:lnTo>
                    <a:lnTo>
                      <a:pt x="16873" y="48493"/>
                    </a:lnTo>
                    <a:cubicBezTo>
                      <a:pt x="18467" y="49423"/>
                      <a:pt x="20194" y="50087"/>
                      <a:pt x="22054" y="50618"/>
                    </a:cubicBezTo>
                    <a:lnTo>
                      <a:pt x="24977" y="56464"/>
                    </a:lnTo>
                    <a:lnTo>
                      <a:pt x="31620" y="56464"/>
                    </a:lnTo>
                    <a:lnTo>
                      <a:pt x="34543" y="50618"/>
                    </a:lnTo>
                    <a:cubicBezTo>
                      <a:pt x="36403" y="50087"/>
                      <a:pt x="38130" y="49423"/>
                      <a:pt x="39724" y="48493"/>
                    </a:cubicBezTo>
                    <a:lnTo>
                      <a:pt x="45968" y="50618"/>
                    </a:lnTo>
                    <a:lnTo>
                      <a:pt x="50618" y="45835"/>
                    </a:lnTo>
                    <a:lnTo>
                      <a:pt x="48625" y="39724"/>
                    </a:lnTo>
                    <a:cubicBezTo>
                      <a:pt x="49555" y="38130"/>
                      <a:pt x="50220" y="36403"/>
                      <a:pt x="50751" y="34543"/>
                    </a:cubicBezTo>
                    <a:lnTo>
                      <a:pt x="56597" y="31620"/>
                    </a:lnTo>
                    <a:lnTo>
                      <a:pt x="56597" y="24977"/>
                    </a:lnTo>
                    <a:lnTo>
                      <a:pt x="50751" y="22054"/>
                    </a:lnTo>
                    <a:cubicBezTo>
                      <a:pt x="50220" y="20194"/>
                      <a:pt x="49555" y="18467"/>
                      <a:pt x="48625" y="16873"/>
                    </a:cubicBezTo>
                    <a:close/>
                  </a:path>
                </a:pathLst>
              </a:custGeom>
              <a:solidFill>
                <a:srgbClr val="282829">
                  <a:alpha val="50000"/>
                </a:srgbClr>
              </a:solidFill>
              <a:ln w="1290" cap="flat">
                <a:noFill/>
                <a:prstDash val="solid"/>
                <a:miter/>
              </a:ln>
            </p:spPr>
            <p:txBody>
              <a:bodyPr rtlCol="0" anchor="ctr"/>
              <a:lstStyle/>
              <a:p>
                <a:endParaRPr lang="en-IN"/>
              </a:p>
            </p:txBody>
          </p:sp>
        </p:grpSp>
        <p:sp>
          <p:nvSpPr>
            <p:cNvPr id="101" name="Graphic 32" descr="Satellite">
              <a:extLst>
                <a:ext uri="{FF2B5EF4-FFF2-40B4-BE49-F238E27FC236}">
                  <a16:creationId xmlns:a16="http://schemas.microsoft.com/office/drawing/2014/main" id="{051135CF-5D93-4EBB-8493-5643FFA13135}"/>
                </a:ext>
              </a:extLst>
            </p:cNvPr>
            <p:cNvSpPr/>
            <p:nvPr/>
          </p:nvSpPr>
          <p:spPr>
            <a:xfrm>
              <a:off x="5050396" y="663508"/>
              <a:ext cx="380184" cy="379721"/>
            </a:xfrm>
            <a:custGeom>
              <a:avLst/>
              <a:gdLst>
                <a:gd name="connsiteX0" fmla="*/ 260394 w 380184"/>
                <a:gd name="connsiteY0" fmla="*/ 348734 h 379721"/>
                <a:gd name="connsiteX1" fmla="*/ 299707 w 380184"/>
                <a:gd name="connsiteY1" fmla="*/ 309420 h 379721"/>
                <a:gd name="connsiteX2" fmla="*/ 312658 w 380184"/>
                <a:gd name="connsiteY2" fmla="*/ 322370 h 379721"/>
                <a:gd name="connsiteX3" fmla="*/ 273344 w 380184"/>
                <a:gd name="connsiteY3" fmla="*/ 361684 h 379721"/>
                <a:gd name="connsiteX4" fmla="*/ 260394 w 380184"/>
                <a:gd name="connsiteY4" fmla="*/ 348734 h 379721"/>
                <a:gd name="connsiteX5" fmla="*/ 246981 w 380184"/>
                <a:gd name="connsiteY5" fmla="*/ 257156 h 379721"/>
                <a:gd name="connsiteX6" fmla="*/ 259931 w 380184"/>
                <a:gd name="connsiteY6" fmla="*/ 270107 h 379721"/>
                <a:gd name="connsiteX7" fmla="*/ 220618 w 380184"/>
                <a:gd name="connsiteY7" fmla="*/ 309420 h 379721"/>
                <a:gd name="connsiteX8" fmla="*/ 207668 w 380184"/>
                <a:gd name="connsiteY8" fmla="*/ 296470 h 379721"/>
                <a:gd name="connsiteX9" fmla="*/ 246981 w 380184"/>
                <a:gd name="connsiteY9" fmla="*/ 257156 h 379721"/>
                <a:gd name="connsiteX10" fmla="*/ 296470 w 380184"/>
                <a:gd name="connsiteY10" fmla="*/ 208130 h 379721"/>
                <a:gd name="connsiteX11" fmla="*/ 309420 w 380184"/>
                <a:gd name="connsiteY11" fmla="*/ 221080 h 379721"/>
                <a:gd name="connsiteX12" fmla="*/ 273344 w 380184"/>
                <a:gd name="connsiteY12" fmla="*/ 257156 h 379721"/>
                <a:gd name="connsiteX13" fmla="*/ 260394 w 380184"/>
                <a:gd name="connsiteY13" fmla="*/ 244206 h 379721"/>
                <a:gd name="connsiteX14" fmla="*/ 296470 w 380184"/>
                <a:gd name="connsiteY14" fmla="*/ 208130 h 379721"/>
                <a:gd name="connsiteX15" fmla="*/ 286295 w 380184"/>
                <a:gd name="connsiteY15" fmla="*/ 296470 h 379721"/>
                <a:gd name="connsiteX16" fmla="*/ 246981 w 380184"/>
                <a:gd name="connsiteY16" fmla="*/ 335783 h 379721"/>
                <a:gd name="connsiteX17" fmla="*/ 234031 w 380184"/>
                <a:gd name="connsiteY17" fmla="*/ 322833 h 379721"/>
                <a:gd name="connsiteX18" fmla="*/ 273344 w 380184"/>
                <a:gd name="connsiteY18" fmla="*/ 283520 h 379721"/>
                <a:gd name="connsiteX19" fmla="*/ 286295 w 380184"/>
                <a:gd name="connsiteY19" fmla="*/ 296470 h 379721"/>
                <a:gd name="connsiteX20" fmla="*/ 286295 w 380184"/>
                <a:gd name="connsiteY20" fmla="*/ 270107 h 379721"/>
                <a:gd name="connsiteX21" fmla="*/ 322371 w 380184"/>
                <a:gd name="connsiteY21" fmla="*/ 234031 h 379721"/>
                <a:gd name="connsiteX22" fmla="*/ 335321 w 380184"/>
                <a:gd name="connsiteY22" fmla="*/ 246981 h 379721"/>
                <a:gd name="connsiteX23" fmla="*/ 299245 w 380184"/>
                <a:gd name="connsiteY23" fmla="*/ 283057 h 379721"/>
                <a:gd name="connsiteX24" fmla="*/ 286295 w 380184"/>
                <a:gd name="connsiteY24" fmla="*/ 270107 h 379721"/>
                <a:gd name="connsiteX25" fmla="*/ 325608 w 380184"/>
                <a:gd name="connsiteY25" fmla="*/ 309420 h 379721"/>
                <a:gd name="connsiteX26" fmla="*/ 312658 w 380184"/>
                <a:gd name="connsiteY26" fmla="*/ 296470 h 379721"/>
                <a:gd name="connsiteX27" fmla="*/ 348734 w 380184"/>
                <a:gd name="connsiteY27" fmla="*/ 260394 h 379721"/>
                <a:gd name="connsiteX28" fmla="*/ 361684 w 380184"/>
                <a:gd name="connsiteY28" fmla="*/ 273344 h 379721"/>
                <a:gd name="connsiteX29" fmla="*/ 325608 w 380184"/>
                <a:gd name="connsiteY29" fmla="*/ 309420 h 379721"/>
                <a:gd name="connsiteX30" fmla="*/ 60589 w 380184"/>
                <a:gd name="connsiteY30" fmla="*/ 332546 h 379721"/>
                <a:gd name="connsiteX31" fmla="*/ 80477 w 380184"/>
                <a:gd name="connsiteY31" fmla="*/ 312658 h 379721"/>
                <a:gd name="connsiteX32" fmla="*/ 100365 w 380184"/>
                <a:gd name="connsiteY32" fmla="*/ 332546 h 379721"/>
                <a:gd name="connsiteX33" fmla="*/ 60589 w 380184"/>
                <a:gd name="connsiteY33" fmla="*/ 332546 h 379721"/>
                <a:gd name="connsiteX34" fmla="*/ 67527 w 380184"/>
                <a:gd name="connsiteY34" fmla="*/ 299707 h 379721"/>
                <a:gd name="connsiteX35" fmla="*/ 47176 w 380184"/>
                <a:gd name="connsiteY35" fmla="*/ 320058 h 379721"/>
                <a:gd name="connsiteX36" fmla="*/ 47176 w 380184"/>
                <a:gd name="connsiteY36" fmla="*/ 279357 h 379721"/>
                <a:gd name="connsiteX37" fmla="*/ 67527 w 380184"/>
                <a:gd name="connsiteY37" fmla="*/ 299707 h 379721"/>
                <a:gd name="connsiteX38" fmla="*/ 83715 w 380184"/>
                <a:gd name="connsiteY38" fmla="*/ 172054 h 379721"/>
                <a:gd name="connsiteX39" fmla="*/ 70764 w 380184"/>
                <a:gd name="connsiteY39" fmla="*/ 159104 h 379721"/>
                <a:gd name="connsiteX40" fmla="*/ 110078 w 380184"/>
                <a:gd name="connsiteY40" fmla="*/ 119790 h 379721"/>
                <a:gd name="connsiteX41" fmla="*/ 123028 w 380184"/>
                <a:gd name="connsiteY41" fmla="*/ 132741 h 379721"/>
                <a:gd name="connsiteX42" fmla="*/ 83715 w 380184"/>
                <a:gd name="connsiteY42" fmla="*/ 172054 h 379721"/>
                <a:gd name="connsiteX43" fmla="*/ 57351 w 380184"/>
                <a:gd name="connsiteY43" fmla="*/ 67527 h 379721"/>
                <a:gd name="connsiteX44" fmla="*/ 70302 w 380184"/>
                <a:gd name="connsiteY44" fmla="*/ 80477 h 379721"/>
                <a:gd name="connsiteX45" fmla="*/ 30988 w 380184"/>
                <a:gd name="connsiteY45" fmla="*/ 119790 h 379721"/>
                <a:gd name="connsiteX46" fmla="*/ 18038 w 380184"/>
                <a:gd name="connsiteY46" fmla="*/ 106840 h 379721"/>
                <a:gd name="connsiteX47" fmla="*/ 57351 w 380184"/>
                <a:gd name="connsiteY47" fmla="*/ 67527 h 379721"/>
                <a:gd name="connsiteX48" fmla="*/ 119790 w 380184"/>
                <a:gd name="connsiteY48" fmla="*/ 31451 h 379721"/>
                <a:gd name="connsiteX49" fmla="*/ 83715 w 380184"/>
                <a:gd name="connsiteY49" fmla="*/ 67527 h 379721"/>
                <a:gd name="connsiteX50" fmla="*/ 70764 w 380184"/>
                <a:gd name="connsiteY50" fmla="*/ 54576 h 379721"/>
                <a:gd name="connsiteX51" fmla="*/ 106378 w 380184"/>
                <a:gd name="connsiteY51" fmla="*/ 18500 h 379721"/>
                <a:gd name="connsiteX52" fmla="*/ 119790 w 380184"/>
                <a:gd name="connsiteY52" fmla="*/ 31451 h 379721"/>
                <a:gd name="connsiteX53" fmla="*/ 96665 w 380184"/>
                <a:gd name="connsiteY53" fmla="*/ 106840 h 379721"/>
                <a:gd name="connsiteX54" fmla="*/ 57351 w 380184"/>
                <a:gd name="connsiteY54" fmla="*/ 146154 h 379721"/>
                <a:gd name="connsiteX55" fmla="*/ 44401 w 380184"/>
                <a:gd name="connsiteY55" fmla="*/ 133203 h 379721"/>
                <a:gd name="connsiteX56" fmla="*/ 83715 w 380184"/>
                <a:gd name="connsiteY56" fmla="*/ 93890 h 379721"/>
                <a:gd name="connsiteX57" fmla="*/ 96665 w 380184"/>
                <a:gd name="connsiteY57" fmla="*/ 106840 h 379721"/>
                <a:gd name="connsiteX58" fmla="*/ 96665 w 380184"/>
                <a:gd name="connsiteY58" fmla="*/ 80477 h 379721"/>
                <a:gd name="connsiteX59" fmla="*/ 132741 w 380184"/>
                <a:gd name="connsiteY59" fmla="*/ 44401 h 379721"/>
                <a:gd name="connsiteX60" fmla="*/ 145691 w 380184"/>
                <a:gd name="connsiteY60" fmla="*/ 57351 h 379721"/>
                <a:gd name="connsiteX61" fmla="*/ 109615 w 380184"/>
                <a:gd name="connsiteY61" fmla="*/ 93427 h 379721"/>
                <a:gd name="connsiteX62" fmla="*/ 96665 w 380184"/>
                <a:gd name="connsiteY62" fmla="*/ 80477 h 379721"/>
                <a:gd name="connsiteX63" fmla="*/ 135978 w 380184"/>
                <a:gd name="connsiteY63" fmla="*/ 119790 h 379721"/>
                <a:gd name="connsiteX64" fmla="*/ 123028 w 380184"/>
                <a:gd name="connsiteY64" fmla="*/ 106840 h 379721"/>
                <a:gd name="connsiteX65" fmla="*/ 159104 w 380184"/>
                <a:gd name="connsiteY65" fmla="*/ 70764 h 379721"/>
                <a:gd name="connsiteX66" fmla="*/ 172054 w 380184"/>
                <a:gd name="connsiteY66" fmla="*/ 83715 h 379721"/>
                <a:gd name="connsiteX67" fmla="*/ 135978 w 380184"/>
                <a:gd name="connsiteY67" fmla="*/ 119790 h 379721"/>
                <a:gd name="connsiteX68" fmla="*/ 374634 w 380184"/>
                <a:gd name="connsiteY68" fmla="*/ 260394 h 379721"/>
                <a:gd name="connsiteX69" fmla="*/ 309420 w 380184"/>
                <a:gd name="connsiteY69" fmla="*/ 195180 h 379721"/>
                <a:gd name="connsiteX70" fmla="*/ 296470 w 380184"/>
                <a:gd name="connsiteY70" fmla="*/ 189630 h 379721"/>
                <a:gd name="connsiteX71" fmla="*/ 283520 w 380184"/>
                <a:gd name="connsiteY71" fmla="*/ 195180 h 379721"/>
                <a:gd name="connsiteX72" fmla="*/ 246981 w 380184"/>
                <a:gd name="connsiteY72" fmla="*/ 231256 h 379721"/>
                <a:gd name="connsiteX73" fmla="*/ 234031 w 380184"/>
                <a:gd name="connsiteY73" fmla="*/ 218305 h 379721"/>
                <a:gd name="connsiteX74" fmla="*/ 279819 w 380184"/>
                <a:gd name="connsiteY74" fmla="*/ 172517 h 379721"/>
                <a:gd name="connsiteX75" fmla="*/ 285370 w 380184"/>
                <a:gd name="connsiteY75" fmla="*/ 159566 h 379721"/>
                <a:gd name="connsiteX76" fmla="*/ 279819 w 380184"/>
                <a:gd name="connsiteY76" fmla="*/ 146616 h 379721"/>
                <a:gd name="connsiteX77" fmla="*/ 272419 w 380184"/>
                <a:gd name="connsiteY77" fmla="*/ 138753 h 379721"/>
                <a:gd name="connsiteX78" fmla="*/ 289532 w 380184"/>
                <a:gd name="connsiteY78" fmla="*/ 129503 h 379721"/>
                <a:gd name="connsiteX79" fmla="*/ 250681 w 380184"/>
                <a:gd name="connsiteY79" fmla="*/ 90652 h 379721"/>
                <a:gd name="connsiteX80" fmla="*/ 241431 w 380184"/>
                <a:gd name="connsiteY80" fmla="*/ 107765 h 379721"/>
                <a:gd name="connsiteX81" fmla="*/ 234031 w 380184"/>
                <a:gd name="connsiteY81" fmla="*/ 100365 h 379721"/>
                <a:gd name="connsiteX82" fmla="*/ 221080 w 380184"/>
                <a:gd name="connsiteY82" fmla="*/ 94815 h 379721"/>
                <a:gd name="connsiteX83" fmla="*/ 208130 w 380184"/>
                <a:gd name="connsiteY83" fmla="*/ 100365 h 379721"/>
                <a:gd name="connsiteX84" fmla="*/ 162342 w 380184"/>
                <a:gd name="connsiteY84" fmla="*/ 146154 h 379721"/>
                <a:gd name="connsiteX85" fmla="*/ 148929 w 380184"/>
                <a:gd name="connsiteY85" fmla="*/ 133203 h 379721"/>
                <a:gd name="connsiteX86" fmla="*/ 185005 w 380184"/>
                <a:gd name="connsiteY86" fmla="*/ 97127 h 379721"/>
                <a:gd name="connsiteX87" fmla="*/ 190555 w 380184"/>
                <a:gd name="connsiteY87" fmla="*/ 84177 h 379721"/>
                <a:gd name="connsiteX88" fmla="*/ 185005 w 380184"/>
                <a:gd name="connsiteY88" fmla="*/ 71227 h 379721"/>
                <a:gd name="connsiteX89" fmla="*/ 119790 w 380184"/>
                <a:gd name="connsiteY89" fmla="*/ 5550 h 379721"/>
                <a:gd name="connsiteX90" fmla="*/ 106378 w 380184"/>
                <a:gd name="connsiteY90" fmla="*/ 0 h 379721"/>
                <a:gd name="connsiteX91" fmla="*/ 93427 w 380184"/>
                <a:gd name="connsiteY91" fmla="*/ 5550 h 379721"/>
                <a:gd name="connsiteX92" fmla="*/ 5088 w 380184"/>
                <a:gd name="connsiteY92" fmla="*/ 93890 h 379721"/>
                <a:gd name="connsiteX93" fmla="*/ 0 w 380184"/>
                <a:gd name="connsiteY93" fmla="*/ 106840 h 379721"/>
                <a:gd name="connsiteX94" fmla="*/ 5550 w 380184"/>
                <a:gd name="connsiteY94" fmla="*/ 119790 h 379721"/>
                <a:gd name="connsiteX95" fmla="*/ 70764 w 380184"/>
                <a:gd name="connsiteY95" fmla="*/ 185005 h 379721"/>
                <a:gd name="connsiteX96" fmla="*/ 83715 w 380184"/>
                <a:gd name="connsiteY96" fmla="*/ 190555 h 379721"/>
                <a:gd name="connsiteX97" fmla="*/ 96665 w 380184"/>
                <a:gd name="connsiteY97" fmla="*/ 185005 h 379721"/>
                <a:gd name="connsiteX98" fmla="*/ 135978 w 380184"/>
                <a:gd name="connsiteY98" fmla="*/ 145691 h 379721"/>
                <a:gd name="connsiteX99" fmla="*/ 148929 w 380184"/>
                <a:gd name="connsiteY99" fmla="*/ 158641 h 379721"/>
                <a:gd name="connsiteX100" fmla="*/ 103140 w 380184"/>
                <a:gd name="connsiteY100" fmla="*/ 204430 h 379721"/>
                <a:gd name="connsiteX101" fmla="*/ 97590 w 380184"/>
                <a:gd name="connsiteY101" fmla="*/ 217380 h 379721"/>
                <a:gd name="connsiteX102" fmla="*/ 103140 w 380184"/>
                <a:gd name="connsiteY102" fmla="*/ 230331 h 379721"/>
                <a:gd name="connsiteX103" fmla="*/ 116553 w 380184"/>
                <a:gd name="connsiteY103" fmla="*/ 243281 h 379721"/>
                <a:gd name="connsiteX104" fmla="*/ 102678 w 380184"/>
                <a:gd name="connsiteY104" fmla="*/ 257156 h 379721"/>
                <a:gd name="connsiteX105" fmla="*/ 14800 w 380184"/>
                <a:gd name="connsiteY105" fmla="*/ 246981 h 379721"/>
                <a:gd name="connsiteX106" fmla="*/ 28676 w 380184"/>
                <a:gd name="connsiteY106" fmla="*/ 260394 h 379721"/>
                <a:gd name="connsiteX107" fmla="*/ 28213 w 380184"/>
                <a:gd name="connsiteY107" fmla="*/ 329771 h 379721"/>
                <a:gd name="connsiteX108" fmla="*/ 12488 w 380184"/>
                <a:gd name="connsiteY108" fmla="*/ 349196 h 379721"/>
                <a:gd name="connsiteX109" fmla="*/ 30526 w 380184"/>
                <a:gd name="connsiteY109" fmla="*/ 366309 h 379721"/>
                <a:gd name="connsiteX110" fmla="*/ 49489 w 380184"/>
                <a:gd name="connsiteY110" fmla="*/ 350121 h 379721"/>
                <a:gd name="connsiteX111" fmla="*/ 118865 w 380184"/>
                <a:gd name="connsiteY111" fmla="*/ 350584 h 379721"/>
                <a:gd name="connsiteX112" fmla="*/ 132741 w 380184"/>
                <a:gd name="connsiteY112" fmla="*/ 364459 h 379721"/>
                <a:gd name="connsiteX113" fmla="*/ 122566 w 380184"/>
                <a:gd name="connsiteY113" fmla="*/ 276582 h 379721"/>
                <a:gd name="connsiteX114" fmla="*/ 136441 w 380184"/>
                <a:gd name="connsiteY114" fmla="*/ 262707 h 379721"/>
                <a:gd name="connsiteX115" fmla="*/ 148929 w 380184"/>
                <a:gd name="connsiteY115" fmla="*/ 276582 h 379721"/>
                <a:gd name="connsiteX116" fmla="*/ 161879 w 380184"/>
                <a:gd name="connsiteY116" fmla="*/ 282132 h 379721"/>
                <a:gd name="connsiteX117" fmla="*/ 174829 w 380184"/>
                <a:gd name="connsiteY117" fmla="*/ 276582 h 379721"/>
                <a:gd name="connsiteX118" fmla="*/ 220618 w 380184"/>
                <a:gd name="connsiteY118" fmla="*/ 230793 h 379721"/>
                <a:gd name="connsiteX119" fmla="*/ 233568 w 380184"/>
                <a:gd name="connsiteY119" fmla="*/ 243744 h 379721"/>
                <a:gd name="connsiteX120" fmla="*/ 194255 w 380184"/>
                <a:gd name="connsiteY120" fmla="*/ 283057 h 379721"/>
                <a:gd name="connsiteX121" fmla="*/ 188705 w 380184"/>
                <a:gd name="connsiteY121" fmla="*/ 296007 h 379721"/>
                <a:gd name="connsiteX122" fmla="*/ 194255 w 380184"/>
                <a:gd name="connsiteY122" fmla="*/ 308958 h 379721"/>
                <a:gd name="connsiteX123" fmla="*/ 259931 w 380184"/>
                <a:gd name="connsiteY123" fmla="*/ 374172 h 379721"/>
                <a:gd name="connsiteX124" fmla="*/ 272882 w 380184"/>
                <a:gd name="connsiteY124" fmla="*/ 379722 h 379721"/>
                <a:gd name="connsiteX125" fmla="*/ 285832 w 380184"/>
                <a:gd name="connsiteY125" fmla="*/ 374172 h 379721"/>
                <a:gd name="connsiteX126" fmla="*/ 374634 w 380184"/>
                <a:gd name="connsiteY126" fmla="*/ 286757 h 379721"/>
                <a:gd name="connsiteX127" fmla="*/ 380184 w 380184"/>
                <a:gd name="connsiteY127" fmla="*/ 273807 h 379721"/>
                <a:gd name="connsiteX128" fmla="*/ 374634 w 380184"/>
                <a:gd name="connsiteY128" fmla="*/ 260394 h 379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380184" h="379721">
                  <a:moveTo>
                    <a:pt x="260394" y="348734"/>
                  </a:moveTo>
                  <a:lnTo>
                    <a:pt x="299707" y="309420"/>
                  </a:lnTo>
                  <a:lnTo>
                    <a:pt x="312658" y="322370"/>
                  </a:lnTo>
                  <a:lnTo>
                    <a:pt x="273344" y="361684"/>
                  </a:lnTo>
                  <a:lnTo>
                    <a:pt x="260394" y="348734"/>
                  </a:lnTo>
                  <a:close/>
                  <a:moveTo>
                    <a:pt x="246981" y="257156"/>
                  </a:moveTo>
                  <a:lnTo>
                    <a:pt x="259931" y="270107"/>
                  </a:lnTo>
                  <a:lnTo>
                    <a:pt x="220618" y="309420"/>
                  </a:lnTo>
                  <a:lnTo>
                    <a:pt x="207668" y="296470"/>
                  </a:lnTo>
                  <a:lnTo>
                    <a:pt x="246981" y="257156"/>
                  </a:lnTo>
                  <a:close/>
                  <a:moveTo>
                    <a:pt x="296470" y="208130"/>
                  </a:moveTo>
                  <a:lnTo>
                    <a:pt x="309420" y="221080"/>
                  </a:lnTo>
                  <a:lnTo>
                    <a:pt x="273344" y="257156"/>
                  </a:lnTo>
                  <a:lnTo>
                    <a:pt x="260394" y="244206"/>
                  </a:lnTo>
                  <a:lnTo>
                    <a:pt x="296470" y="208130"/>
                  </a:lnTo>
                  <a:close/>
                  <a:moveTo>
                    <a:pt x="286295" y="296470"/>
                  </a:moveTo>
                  <a:lnTo>
                    <a:pt x="246981" y="335783"/>
                  </a:lnTo>
                  <a:lnTo>
                    <a:pt x="234031" y="322833"/>
                  </a:lnTo>
                  <a:lnTo>
                    <a:pt x="273344" y="283520"/>
                  </a:lnTo>
                  <a:lnTo>
                    <a:pt x="286295" y="296470"/>
                  </a:lnTo>
                  <a:close/>
                  <a:moveTo>
                    <a:pt x="286295" y="270107"/>
                  </a:moveTo>
                  <a:lnTo>
                    <a:pt x="322371" y="234031"/>
                  </a:lnTo>
                  <a:lnTo>
                    <a:pt x="335321" y="246981"/>
                  </a:lnTo>
                  <a:lnTo>
                    <a:pt x="299245" y="283057"/>
                  </a:lnTo>
                  <a:lnTo>
                    <a:pt x="286295" y="270107"/>
                  </a:lnTo>
                  <a:close/>
                  <a:moveTo>
                    <a:pt x="325608" y="309420"/>
                  </a:moveTo>
                  <a:lnTo>
                    <a:pt x="312658" y="296470"/>
                  </a:lnTo>
                  <a:lnTo>
                    <a:pt x="348734" y="260394"/>
                  </a:lnTo>
                  <a:lnTo>
                    <a:pt x="361684" y="273344"/>
                  </a:lnTo>
                  <a:lnTo>
                    <a:pt x="325608" y="309420"/>
                  </a:lnTo>
                  <a:close/>
                  <a:moveTo>
                    <a:pt x="60589" y="332546"/>
                  </a:moveTo>
                  <a:lnTo>
                    <a:pt x="80477" y="312658"/>
                  </a:lnTo>
                  <a:lnTo>
                    <a:pt x="100365" y="332546"/>
                  </a:lnTo>
                  <a:lnTo>
                    <a:pt x="60589" y="332546"/>
                  </a:lnTo>
                  <a:close/>
                  <a:moveTo>
                    <a:pt x="67527" y="299707"/>
                  </a:moveTo>
                  <a:lnTo>
                    <a:pt x="47176" y="320058"/>
                  </a:lnTo>
                  <a:lnTo>
                    <a:pt x="47176" y="279357"/>
                  </a:lnTo>
                  <a:lnTo>
                    <a:pt x="67527" y="299707"/>
                  </a:lnTo>
                  <a:close/>
                  <a:moveTo>
                    <a:pt x="83715" y="172054"/>
                  </a:moveTo>
                  <a:lnTo>
                    <a:pt x="70764" y="159104"/>
                  </a:lnTo>
                  <a:lnTo>
                    <a:pt x="110078" y="119790"/>
                  </a:lnTo>
                  <a:lnTo>
                    <a:pt x="123028" y="132741"/>
                  </a:lnTo>
                  <a:lnTo>
                    <a:pt x="83715" y="172054"/>
                  </a:lnTo>
                  <a:close/>
                  <a:moveTo>
                    <a:pt x="57351" y="67527"/>
                  </a:moveTo>
                  <a:lnTo>
                    <a:pt x="70302" y="80477"/>
                  </a:lnTo>
                  <a:lnTo>
                    <a:pt x="30988" y="119790"/>
                  </a:lnTo>
                  <a:lnTo>
                    <a:pt x="18038" y="106840"/>
                  </a:lnTo>
                  <a:lnTo>
                    <a:pt x="57351" y="67527"/>
                  </a:lnTo>
                  <a:close/>
                  <a:moveTo>
                    <a:pt x="119790" y="31451"/>
                  </a:moveTo>
                  <a:lnTo>
                    <a:pt x="83715" y="67527"/>
                  </a:lnTo>
                  <a:lnTo>
                    <a:pt x="70764" y="54576"/>
                  </a:lnTo>
                  <a:lnTo>
                    <a:pt x="106378" y="18500"/>
                  </a:lnTo>
                  <a:lnTo>
                    <a:pt x="119790" y="31451"/>
                  </a:lnTo>
                  <a:close/>
                  <a:moveTo>
                    <a:pt x="96665" y="106840"/>
                  </a:moveTo>
                  <a:lnTo>
                    <a:pt x="57351" y="146154"/>
                  </a:lnTo>
                  <a:lnTo>
                    <a:pt x="44401" y="133203"/>
                  </a:lnTo>
                  <a:lnTo>
                    <a:pt x="83715" y="93890"/>
                  </a:lnTo>
                  <a:lnTo>
                    <a:pt x="96665" y="106840"/>
                  </a:lnTo>
                  <a:close/>
                  <a:moveTo>
                    <a:pt x="96665" y="80477"/>
                  </a:moveTo>
                  <a:lnTo>
                    <a:pt x="132741" y="44401"/>
                  </a:lnTo>
                  <a:lnTo>
                    <a:pt x="145691" y="57351"/>
                  </a:lnTo>
                  <a:lnTo>
                    <a:pt x="109615" y="93427"/>
                  </a:lnTo>
                  <a:lnTo>
                    <a:pt x="96665" y="80477"/>
                  </a:lnTo>
                  <a:close/>
                  <a:moveTo>
                    <a:pt x="135978" y="119790"/>
                  </a:moveTo>
                  <a:lnTo>
                    <a:pt x="123028" y="106840"/>
                  </a:lnTo>
                  <a:lnTo>
                    <a:pt x="159104" y="70764"/>
                  </a:lnTo>
                  <a:lnTo>
                    <a:pt x="172054" y="83715"/>
                  </a:lnTo>
                  <a:lnTo>
                    <a:pt x="135978" y="119790"/>
                  </a:lnTo>
                  <a:close/>
                  <a:moveTo>
                    <a:pt x="374634" y="260394"/>
                  </a:moveTo>
                  <a:lnTo>
                    <a:pt x="309420" y="195180"/>
                  </a:lnTo>
                  <a:cubicBezTo>
                    <a:pt x="305720" y="191480"/>
                    <a:pt x="301095" y="189630"/>
                    <a:pt x="296470" y="189630"/>
                  </a:cubicBezTo>
                  <a:cubicBezTo>
                    <a:pt x="291845" y="189630"/>
                    <a:pt x="286757" y="191480"/>
                    <a:pt x="283520" y="195180"/>
                  </a:cubicBezTo>
                  <a:lnTo>
                    <a:pt x="246981" y="231256"/>
                  </a:lnTo>
                  <a:lnTo>
                    <a:pt x="234031" y="218305"/>
                  </a:lnTo>
                  <a:lnTo>
                    <a:pt x="279819" y="172517"/>
                  </a:lnTo>
                  <a:cubicBezTo>
                    <a:pt x="283520" y="168817"/>
                    <a:pt x="285370" y="164192"/>
                    <a:pt x="285370" y="159566"/>
                  </a:cubicBezTo>
                  <a:cubicBezTo>
                    <a:pt x="285370" y="154479"/>
                    <a:pt x="283520" y="149854"/>
                    <a:pt x="279819" y="146616"/>
                  </a:cubicBezTo>
                  <a:lnTo>
                    <a:pt x="272419" y="138753"/>
                  </a:lnTo>
                  <a:lnTo>
                    <a:pt x="289532" y="129503"/>
                  </a:lnTo>
                  <a:lnTo>
                    <a:pt x="250681" y="90652"/>
                  </a:lnTo>
                  <a:lnTo>
                    <a:pt x="241431" y="107765"/>
                  </a:lnTo>
                  <a:lnTo>
                    <a:pt x="234031" y="100365"/>
                  </a:lnTo>
                  <a:cubicBezTo>
                    <a:pt x="230331" y="96665"/>
                    <a:pt x="225706" y="94815"/>
                    <a:pt x="221080" y="94815"/>
                  </a:cubicBezTo>
                  <a:cubicBezTo>
                    <a:pt x="215993" y="94815"/>
                    <a:pt x="211368" y="96665"/>
                    <a:pt x="208130" y="100365"/>
                  </a:cubicBezTo>
                  <a:lnTo>
                    <a:pt x="162342" y="146154"/>
                  </a:lnTo>
                  <a:lnTo>
                    <a:pt x="148929" y="133203"/>
                  </a:lnTo>
                  <a:lnTo>
                    <a:pt x="185005" y="97127"/>
                  </a:lnTo>
                  <a:cubicBezTo>
                    <a:pt x="188705" y="93427"/>
                    <a:pt x="190555" y="88802"/>
                    <a:pt x="190555" y="84177"/>
                  </a:cubicBezTo>
                  <a:cubicBezTo>
                    <a:pt x="190555" y="79089"/>
                    <a:pt x="188705" y="74464"/>
                    <a:pt x="185005" y="71227"/>
                  </a:cubicBezTo>
                  <a:lnTo>
                    <a:pt x="119790" y="5550"/>
                  </a:lnTo>
                  <a:cubicBezTo>
                    <a:pt x="116090" y="1850"/>
                    <a:pt x="111465" y="0"/>
                    <a:pt x="106378" y="0"/>
                  </a:cubicBezTo>
                  <a:cubicBezTo>
                    <a:pt x="101290" y="0"/>
                    <a:pt x="96665" y="1850"/>
                    <a:pt x="93427" y="5550"/>
                  </a:cubicBezTo>
                  <a:lnTo>
                    <a:pt x="5088" y="93890"/>
                  </a:lnTo>
                  <a:cubicBezTo>
                    <a:pt x="1850" y="97127"/>
                    <a:pt x="0" y="101753"/>
                    <a:pt x="0" y="106840"/>
                  </a:cubicBezTo>
                  <a:cubicBezTo>
                    <a:pt x="0" y="111928"/>
                    <a:pt x="1850" y="116553"/>
                    <a:pt x="5550" y="119790"/>
                  </a:cubicBezTo>
                  <a:lnTo>
                    <a:pt x="70764" y="185005"/>
                  </a:lnTo>
                  <a:cubicBezTo>
                    <a:pt x="74464" y="188705"/>
                    <a:pt x="79089" y="190555"/>
                    <a:pt x="83715" y="190555"/>
                  </a:cubicBezTo>
                  <a:cubicBezTo>
                    <a:pt x="88340" y="190555"/>
                    <a:pt x="93427" y="188705"/>
                    <a:pt x="96665" y="185005"/>
                  </a:cubicBezTo>
                  <a:lnTo>
                    <a:pt x="135978" y="145691"/>
                  </a:lnTo>
                  <a:lnTo>
                    <a:pt x="148929" y="158641"/>
                  </a:lnTo>
                  <a:lnTo>
                    <a:pt x="103140" y="204430"/>
                  </a:lnTo>
                  <a:cubicBezTo>
                    <a:pt x="99440" y="208130"/>
                    <a:pt x="97590" y="212755"/>
                    <a:pt x="97590" y="217380"/>
                  </a:cubicBezTo>
                  <a:cubicBezTo>
                    <a:pt x="97590" y="222468"/>
                    <a:pt x="99440" y="227093"/>
                    <a:pt x="103140" y="230331"/>
                  </a:cubicBezTo>
                  <a:lnTo>
                    <a:pt x="116553" y="243281"/>
                  </a:lnTo>
                  <a:lnTo>
                    <a:pt x="102678" y="257156"/>
                  </a:lnTo>
                  <a:cubicBezTo>
                    <a:pt x="71689" y="232643"/>
                    <a:pt x="34226" y="227093"/>
                    <a:pt x="14800" y="246981"/>
                  </a:cubicBezTo>
                  <a:lnTo>
                    <a:pt x="28676" y="260394"/>
                  </a:lnTo>
                  <a:lnTo>
                    <a:pt x="28213" y="329771"/>
                  </a:lnTo>
                  <a:cubicBezTo>
                    <a:pt x="18963" y="331158"/>
                    <a:pt x="12025" y="339483"/>
                    <a:pt x="12488" y="349196"/>
                  </a:cubicBezTo>
                  <a:cubicBezTo>
                    <a:pt x="12950" y="358909"/>
                    <a:pt x="20813" y="366309"/>
                    <a:pt x="30526" y="366309"/>
                  </a:cubicBezTo>
                  <a:cubicBezTo>
                    <a:pt x="40238" y="366772"/>
                    <a:pt x="48101" y="359371"/>
                    <a:pt x="49489" y="350121"/>
                  </a:cubicBezTo>
                  <a:lnTo>
                    <a:pt x="118865" y="350584"/>
                  </a:lnTo>
                  <a:lnTo>
                    <a:pt x="132741" y="364459"/>
                  </a:lnTo>
                  <a:cubicBezTo>
                    <a:pt x="152166" y="345034"/>
                    <a:pt x="147079" y="307570"/>
                    <a:pt x="122566" y="276582"/>
                  </a:cubicBezTo>
                  <a:lnTo>
                    <a:pt x="136441" y="262707"/>
                  </a:lnTo>
                  <a:lnTo>
                    <a:pt x="148929" y="276582"/>
                  </a:lnTo>
                  <a:cubicBezTo>
                    <a:pt x="152629" y="280282"/>
                    <a:pt x="157254" y="282132"/>
                    <a:pt x="161879" y="282132"/>
                  </a:cubicBezTo>
                  <a:cubicBezTo>
                    <a:pt x="166967" y="282132"/>
                    <a:pt x="171592" y="280282"/>
                    <a:pt x="174829" y="276582"/>
                  </a:cubicBezTo>
                  <a:lnTo>
                    <a:pt x="220618" y="230793"/>
                  </a:lnTo>
                  <a:lnTo>
                    <a:pt x="233568" y="243744"/>
                  </a:lnTo>
                  <a:lnTo>
                    <a:pt x="194255" y="283057"/>
                  </a:lnTo>
                  <a:cubicBezTo>
                    <a:pt x="190555" y="286757"/>
                    <a:pt x="188705" y="291382"/>
                    <a:pt x="188705" y="296007"/>
                  </a:cubicBezTo>
                  <a:cubicBezTo>
                    <a:pt x="188705" y="300632"/>
                    <a:pt x="190555" y="305720"/>
                    <a:pt x="194255" y="308958"/>
                  </a:cubicBezTo>
                  <a:lnTo>
                    <a:pt x="259931" y="374172"/>
                  </a:lnTo>
                  <a:cubicBezTo>
                    <a:pt x="263632" y="377872"/>
                    <a:pt x="268257" y="379722"/>
                    <a:pt x="272882" y="379722"/>
                  </a:cubicBezTo>
                  <a:cubicBezTo>
                    <a:pt x="277969" y="379722"/>
                    <a:pt x="282595" y="377872"/>
                    <a:pt x="285832" y="374172"/>
                  </a:cubicBezTo>
                  <a:lnTo>
                    <a:pt x="374634" y="286757"/>
                  </a:lnTo>
                  <a:cubicBezTo>
                    <a:pt x="378334" y="283057"/>
                    <a:pt x="380184" y="278432"/>
                    <a:pt x="380184" y="273807"/>
                  </a:cubicBezTo>
                  <a:cubicBezTo>
                    <a:pt x="380184" y="268719"/>
                    <a:pt x="378334" y="264094"/>
                    <a:pt x="374634" y="260394"/>
                  </a:cubicBezTo>
                  <a:close/>
                </a:path>
              </a:pathLst>
            </a:custGeom>
            <a:solidFill>
              <a:srgbClr val="282829">
                <a:alpha val="50000"/>
              </a:srgbClr>
            </a:solidFill>
            <a:ln w="4564"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01AB43ED-37B6-4208-A522-45B3547B96F7}"/>
                </a:ext>
              </a:extLst>
            </p:cNvPr>
            <p:cNvSpPr/>
            <p:nvPr/>
          </p:nvSpPr>
          <p:spPr>
            <a:xfrm flipH="1">
              <a:off x="185939" y="11606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4304FE3F-219D-4D0E-9692-15C37063715D}"/>
                </a:ext>
              </a:extLst>
            </p:cNvPr>
            <p:cNvSpPr/>
            <p:nvPr/>
          </p:nvSpPr>
          <p:spPr>
            <a:xfrm flipH="1">
              <a:off x="185939" y="97237"/>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B1C064AE-77B5-44EA-92EB-B769149A9EDB}"/>
                </a:ext>
              </a:extLst>
            </p:cNvPr>
            <p:cNvSpPr/>
            <p:nvPr/>
          </p:nvSpPr>
          <p:spPr>
            <a:xfrm flipH="1">
              <a:off x="185939" y="13489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05B9D306-66A3-4020-9A00-7906D5D22F84}"/>
                </a:ext>
              </a:extLst>
            </p:cNvPr>
            <p:cNvSpPr/>
            <p:nvPr/>
          </p:nvSpPr>
          <p:spPr>
            <a:xfrm flipH="1">
              <a:off x="185939" y="191383"/>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692B7CA9-ACE0-41B0-8C27-01C452440B3A}"/>
                </a:ext>
              </a:extLst>
            </p:cNvPr>
            <p:cNvSpPr/>
            <p:nvPr/>
          </p:nvSpPr>
          <p:spPr>
            <a:xfrm flipH="1">
              <a:off x="185939" y="172554"/>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C5D8E3B6-A799-4929-8E41-D66FB1B726AF}"/>
                </a:ext>
              </a:extLst>
            </p:cNvPr>
            <p:cNvSpPr/>
            <p:nvPr/>
          </p:nvSpPr>
          <p:spPr>
            <a:xfrm flipH="1">
              <a:off x="185939" y="153725"/>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9037BF7F-7F21-4087-AF22-A2BD2ACF4406}"/>
                </a:ext>
              </a:extLst>
            </p:cNvPr>
            <p:cNvSpPr/>
            <p:nvPr/>
          </p:nvSpPr>
          <p:spPr>
            <a:xfrm flipH="1">
              <a:off x="23537" y="172554"/>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C3D073C4-755E-4568-B2C3-27D47D611937}"/>
                </a:ext>
              </a:extLst>
            </p:cNvPr>
            <p:cNvSpPr/>
            <p:nvPr/>
          </p:nvSpPr>
          <p:spPr>
            <a:xfrm flipH="1">
              <a:off x="23537" y="191383"/>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E45CBD33-FA64-4A83-8635-442B224D63DE}"/>
                </a:ext>
              </a:extLst>
            </p:cNvPr>
            <p:cNvSpPr/>
            <p:nvPr/>
          </p:nvSpPr>
          <p:spPr>
            <a:xfrm flipH="1">
              <a:off x="23537" y="153725"/>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113" name="Freeform: Shape 112">
              <a:extLst>
                <a:ext uri="{FF2B5EF4-FFF2-40B4-BE49-F238E27FC236}">
                  <a16:creationId xmlns:a16="http://schemas.microsoft.com/office/drawing/2014/main" id="{1E32D2CA-FE02-44CD-93CF-90C281DE931B}"/>
                </a:ext>
              </a:extLst>
            </p:cNvPr>
            <p:cNvSpPr/>
            <p:nvPr/>
          </p:nvSpPr>
          <p:spPr>
            <a:xfrm flipH="1">
              <a:off x="23537" y="97237"/>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61CD6368-8CD1-4CCC-89EC-2B15D5939C42}"/>
                </a:ext>
              </a:extLst>
            </p:cNvPr>
            <p:cNvSpPr/>
            <p:nvPr/>
          </p:nvSpPr>
          <p:spPr>
            <a:xfrm flipH="1">
              <a:off x="23537" y="13489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115" name="Freeform: Shape 114">
              <a:extLst>
                <a:ext uri="{FF2B5EF4-FFF2-40B4-BE49-F238E27FC236}">
                  <a16:creationId xmlns:a16="http://schemas.microsoft.com/office/drawing/2014/main" id="{241A1264-2F28-4125-BEAB-117508EBEE64}"/>
                </a:ext>
              </a:extLst>
            </p:cNvPr>
            <p:cNvSpPr/>
            <p:nvPr/>
          </p:nvSpPr>
          <p:spPr>
            <a:xfrm flipH="1">
              <a:off x="23537" y="11606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116" name="Freeform: Shape 115">
              <a:extLst>
                <a:ext uri="{FF2B5EF4-FFF2-40B4-BE49-F238E27FC236}">
                  <a16:creationId xmlns:a16="http://schemas.microsoft.com/office/drawing/2014/main" id="{096EB8E0-60FC-4AB6-AD08-E8A0CF1447FB}"/>
                </a:ext>
              </a:extLst>
            </p:cNvPr>
            <p:cNvSpPr/>
            <p:nvPr/>
          </p:nvSpPr>
          <p:spPr>
            <a:xfrm flipH="1">
              <a:off x="98854"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117" name="Freeform: Shape 116">
              <a:extLst>
                <a:ext uri="{FF2B5EF4-FFF2-40B4-BE49-F238E27FC236}">
                  <a16:creationId xmlns:a16="http://schemas.microsoft.com/office/drawing/2014/main" id="{54D1D5E9-8AD3-42AE-AA02-632BDD6B5FDA}"/>
                </a:ext>
              </a:extLst>
            </p:cNvPr>
            <p:cNvSpPr/>
            <p:nvPr/>
          </p:nvSpPr>
          <p:spPr>
            <a:xfrm flipH="1">
              <a:off x="61196"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DD00640D-6AD5-4679-84E8-15EFBA1A3394}"/>
                </a:ext>
              </a:extLst>
            </p:cNvPr>
            <p:cNvSpPr/>
            <p:nvPr/>
          </p:nvSpPr>
          <p:spPr>
            <a:xfrm flipH="1">
              <a:off x="80025"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119" name="Freeform: Shape 118">
              <a:extLst>
                <a:ext uri="{FF2B5EF4-FFF2-40B4-BE49-F238E27FC236}">
                  <a16:creationId xmlns:a16="http://schemas.microsoft.com/office/drawing/2014/main" id="{D924A5FE-6B02-4E5C-9D4E-51F304788FFE}"/>
                </a:ext>
              </a:extLst>
            </p:cNvPr>
            <p:cNvSpPr/>
            <p:nvPr/>
          </p:nvSpPr>
          <p:spPr>
            <a:xfrm flipH="1">
              <a:off x="117683"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120" name="Freeform: Shape 119">
              <a:extLst>
                <a:ext uri="{FF2B5EF4-FFF2-40B4-BE49-F238E27FC236}">
                  <a16:creationId xmlns:a16="http://schemas.microsoft.com/office/drawing/2014/main" id="{D4FBC2A5-ADC0-48DE-9125-2AA20A50A9CA}"/>
                </a:ext>
              </a:extLst>
            </p:cNvPr>
            <p:cNvSpPr/>
            <p:nvPr/>
          </p:nvSpPr>
          <p:spPr>
            <a:xfrm flipH="1">
              <a:off x="155342"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121" name="Freeform: Shape 120">
              <a:extLst>
                <a:ext uri="{FF2B5EF4-FFF2-40B4-BE49-F238E27FC236}">
                  <a16:creationId xmlns:a16="http://schemas.microsoft.com/office/drawing/2014/main" id="{7EF9CE15-3AB6-42AD-83A3-E869C389A226}"/>
                </a:ext>
              </a:extLst>
            </p:cNvPr>
            <p:cNvSpPr/>
            <p:nvPr/>
          </p:nvSpPr>
          <p:spPr>
            <a:xfrm flipH="1">
              <a:off x="136513"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122" name="Freeform: Shape 121">
              <a:extLst>
                <a:ext uri="{FF2B5EF4-FFF2-40B4-BE49-F238E27FC236}">
                  <a16:creationId xmlns:a16="http://schemas.microsoft.com/office/drawing/2014/main" id="{AE91B5FA-B236-49B1-8EAC-C1BF8FABC696}"/>
                </a:ext>
              </a:extLst>
            </p:cNvPr>
            <p:cNvSpPr/>
            <p:nvPr/>
          </p:nvSpPr>
          <p:spPr>
            <a:xfrm flipH="1">
              <a:off x="136513"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123" name="Freeform: Shape 122">
              <a:extLst>
                <a:ext uri="{FF2B5EF4-FFF2-40B4-BE49-F238E27FC236}">
                  <a16:creationId xmlns:a16="http://schemas.microsoft.com/office/drawing/2014/main" id="{CBA4DFA7-6FB2-48B1-9B0A-9EE91F0A193F}"/>
                </a:ext>
              </a:extLst>
            </p:cNvPr>
            <p:cNvSpPr/>
            <p:nvPr/>
          </p:nvSpPr>
          <p:spPr>
            <a:xfrm flipH="1">
              <a:off x="155342"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124" name="Freeform: Shape 123">
              <a:extLst>
                <a:ext uri="{FF2B5EF4-FFF2-40B4-BE49-F238E27FC236}">
                  <a16:creationId xmlns:a16="http://schemas.microsoft.com/office/drawing/2014/main" id="{413D22DE-835B-4E56-9DD9-0BC660E31F34}"/>
                </a:ext>
              </a:extLst>
            </p:cNvPr>
            <p:cNvSpPr/>
            <p:nvPr/>
          </p:nvSpPr>
          <p:spPr>
            <a:xfrm flipH="1">
              <a:off x="117683"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125" name="Freeform: Shape 124">
              <a:extLst>
                <a:ext uri="{FF2B5EF4-FFF2-40B4-BE49-F238E27FC236}">
                  <a16:creationId xmlns:a16="http://schemas.microsoft.com/office/drawing/2014/main" id="{8DA9E05C-4D14-4DDB-ABD2-A4A758565D57}"/>
                </a:ext>
              </a:extLst>
            </p:cNvPr>
            <p:cNvSpPr/>
            <p:nvPr/>
          </p:nvSpPr>
          <p:spPr>
            <a:xfrm flipH="1">
              <a:off x="98854"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126" name="Freeform: Shape 125">
              <a:extLst>
                <a:ext uri="{FF2B5EF4-FFF2-40B4-BE49-F238E27FC236}">
                  <a16:creationId xmlns:a16="http://schemas.microsoft.com/office/drawing/2014/main" id="{90B2F43F-42FB-42E6-99B3-ED9392FB52DD}"/>
                </a:ext>
              </a:extLst>
            </p:cNvPr>
            <p:cNvSpPr/>
            <p:nvPr/>
          </p:nvSpPr>
          <p:spPr>
            <a:xfrm flipH="1">
              <a:off x="80025"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8A4B8305-C203-4D10-A80A-ABC33B941632}"/>
                </a:ext>
              </a:extLst>
            </p:cNvPr>
            <p:cNvSpPr/>
            <p:nvPr/>
          </p:nvSpPr>
          <p:spPr>
            <a:xfrm flipH="1">
              <a:off x="61196"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128" name="Freeform: Shape 127">
              <a:extLst>
                <a:ext uri="{FF2B5EF4-FFF2-40B4-BE49-F238E27FC236}">
                  <a16:creationId xmlns:a16="http://schemas.microsoft.com/office/drawing/2014/main" id="{08A010ED-C2AE-4C59-901E-ECB1675E5246}"/>
                </a:ext>
              </a:extLst>
            </p:cNvPr>
            <p:cNvSpPr/>
            <p:nvPr/>
          </p:nvSpPr>
          <p:spPr>
            <a:xfrm flipH="1">
              <a:off x="82379" y="118420"/>
              <a:ext cx="61194" cy="61194"/>
            </a:xfrm>
            <a:custGeom>
              <a:avLst/>
              <a:gdLst>
                <a:gd name="connsiteX0" fmla="*/ 0 w 61194"/>
                <a:gd name="connsiteY0" fmla="*/ 0 h 61194"/>
                <a:gd name="connsiteX1" fmla="*/ 61195 w 61194"/>
                <a:gd name="connsiteY1" fmla="*/ 0 h 61194"/>
                <a:gd name="connsiteX2" fmla="*/ 61195 w 61194"/>
                <a:gd name="connsiteY2" fmla="*/ 61195 h 61194"/>
                <a:gd name="connsiteX3" fmla="*/ 0 w 61194"/>
                <a:gd name="connsiteY3" fmla="*/ 61195 h 61194"/>
              </a:gdLst>
              <a:ahLst/>
              <a:cxnLst>
                <a:cxn ang="0">
                  <a:pos x="connsiteX0" y="connsiteY0"/>
                </a:cxn>
                <a:cxn ang="0">
                  <a:pos x="connsiteX1" y="connsiteY1"/>
                </a:cxn>
                <a:cxn ang="0">
                  <a:pos x="connsiteX2" y="connsiteY2"/>
                </a:cxn>
                <a:cxn ang="0">
                  <a:pos x="connsiteX3" y="connsiteY3"/>
                </a:cxn>
              </a:cxnLst>
              <a:rect l="l" t="t" r="r" b="b"/>
              <a:pathLst>
                <a:path w="61194" h="61194">
                  <a:moveTo>
                    <a:pt x="0" y="0"/>
                  </a:moveTo>
                  <a:lnTo>
                    <a:pt x="61195" y="0"/>
                  </a:lnTo>
                  <a:lnTo>
                    <a:pt x="61195" y="61195"/>
                  </a:lnTo>
                  <a:lnTo>
                    <a:pt x="0" y="61195"/>
                  </a:lnTo>
                  <a:close/>
                </a:path>
              </a:pathLst>
            </a:custGeom>
            <a:solidFill>
              <a:srgbClr val="282829">
                <a:alpha val="50000"/>
              </a:srgbClr>
            </a:solidFill>
            <a:ln w="2282" cap="flat">
              <a:noFill/>
              <a:prstDash val="solid"/>
              <a:miter/>
            </a:ln>
          </p:spPr>
          <p:txBody>
            <a:bodyPr rtlCol="0" anchor="ctr"/>
            <a:lstStyle/>
            <a:p>
              <a:endParaRPr lang="en-IN"/>
            </a:p>
          </p:txBody>
        </p:sp>
        <p:sp>
          <p:nvSpPr>
            <p:cNvPr id="129" name="Freeform: Shape 128">
              <a:extLst>
                <a:ext uri="{FF2B5EF4-FFF2-40B4-BE49-F238E27FC236}">
                  <a16:creationId xmlns:a16="http://schemas.microsoft.com/office/drawing/2014/main" id="{70CFF2FC-E6F4-45A6-86D1-49748B61D197}"/>
                </a:ext>
              </a:extLst>
            </p:cNvPr>
            <p:cNvSpPr/>
            <p:nvPr/>
          </p:nvSpPr>
          <p:spPr>
            <a:xfrm flipH="1">
              <a:off x="49428" y="85469"/>
              <a:ext cx="127096" cy="127096"/>
            </a:xfrm>
            <a:custGeom>
              <a:avLst/>
              <a:gdLst>
                <a:gd name="connsiteX0" fmla="*/ 117682 w 127096"/>
                <a:gd name="connsiteY0" fmla="*/ 0 h 127096"/>
                <a:gd name="connsiteX1" fmla="*/ 9415 w 127096"/>
                <a:gd name="connsiteY1" fmla="*/ 0 h 127096"/>
                <a:gd name="connsiteX2" fmla="*/ 0 w 127096"/>
                <a:gd name="connsiteY2" fmla="*/ 9415 h 127096"/>
                <a:gd name="connsiteX3" fmla="*/ 0 w 127096"/>
                <a:gd name="connsiteY3" fmla="*/ 117682 h 127096"/>
                <a:gd name="connsiteX4" fmla="*/ 9415 w 127096"/>
                <a:gd name="connsiteY4" fmla="*/ 127097 h 127096"/>
                <a:gd name="connsiteX5" fmla="*/ 117682 w 127096"/>
                <a:gd name="connsiteY5" fmla="*/ 127097 h 127096"/>
                <a:gd name="connsiteX6" fmla="*/ 127097 w 127096"/>
                <a:gd name="connsiteY6" fmla="*/ 117682 h 127096"/>
                <a:gd name="connsiteX7" fmla="*/ 127097 w 127096"/>
                <a:gd name="connsiteY7" fmla="*/ 9415 h 127096"/>
                <a:gd name="connsiteX8" fmla="*/ 117682 w 127096"/>
                <a:gd name="connsiteY8" fmla="*/ 0 h 127096"/>
                <a:gd name="connsiteX9" fmla="*/ 103560 w 127096"/>
                <a:gd name="connsiteY9" fmla="*/ 103560 h 127096"/>
                <a:gd name="connsiteX10" fmla="*/ 23536 w 127096"/>
                <a:gd name="connsiteY10" fmla="*/ 103560 h 127096"/>
                <a:gd name="connsiteX11" fmla="*/ 23536 w 127096"/>
                <a:gd name="connsiteY11" fmla="*/ 23536 h 127096"/>
                <a:gd name="connsiteX12" fmla="*/ 103560 w 127096"/>
                <a:gd name="connsiteY12" fmla="*/ 23536 h 127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096" h="127096">
                  <a:moveTo>
                    <a:pt x="117682" y="0"/>
                  </a:moveTo>
                  <a:lnTo>
                    <a:pt x="9415" y="0"/>
                  </a:lnTo>
                  <a:cubicBezTo>
                    <a:pt x="4215" y="0"/>
                    <a:pt x="0" y="4215"/>
                    <a:pt x="0" y="9415"/>
                  </a:cubicBezTo>
                  <a:lnTo>
                    <a:pt x="0" y="117682"/>
                  </a:lnTo>
                  <a:cubicBezTo>
                    <a:pt x="0" y="122882"/>
                    <a:pt x="4215" y="127097"/>
                    <a:pt x="9415" y="127097"/>
                  </a:cubicBezTo>
                  <a:lnTo>
                    <a:pt x="117682" y="127097"/>
                  </a:lnTo>
                  <a:cubicBezTo>
                    <a:pt x="122882" y="127097"/>
                    <a:pt x="127097" y="122882"/>
                    <a:pt x="127097" y="117682"/>
                  </a:cubicBezTo>
                  <a:lnTo>
                    <a:pt x="127097" y="9415"/>
                  </a:lnTo>
                  <a:cubicBezTo>
                    <a:pt x="127097" y="4215"/>
                    <a:pt x="122882" y="0"/>
                    <a:pt x="117682" y="0"/>
                  </a:cubicBezTo>
                  <a:close/>
                  <a:moveTo>
                    <a:pt x="103560" y="103560"/>
                  </a:moveTo>
                  <a:lnTo>
                    <a:pt x="23536" y="103560"/>
                  </a:lnTo>
                  <a:lnTo>
                    <a:pt x="23536" y="23536"/>
                  </a:lnTo>
                  <a:lnTo>
                    <a:pt x="103560" y="23536"/>
                  </a:lnTo>
                  <a:close/>
                </a:path>
              </a:pathLst>
            </a:custGeom>
            <a:solidFill>
              <a:srgbClr val="282829">
                <a:alpha val="50000"/>
              </a:srgbClr>
            </a:solidFill>
            <a:ln w="2282" cap="flat">
              <a:noFill/>
              <a:prstDash val="solid"/>
              <a:miter/>
            </a:ln>
          </p:spPr>
          <p:txBody>
            <a:bodyPr rtlCol="0" anchor="ctr"/>
            <a:lstStyle/>
            <a:p>
              <a:endParaRPr lang="en-IN"/>
            </a:p>
          </p:txBody>
        </p:sp>
        <p:sp>
          <p:nvSpPr>
            <p:cNvPr id="131" name="Freeform: Shape 130">
              <a:extLst>
                <a:ext uri="{FF2B5EF4-FFF2-40B4-BE49-F238E27FC236}">
                  <a16:creationId xmlns:a16="http://schemas.microsoft.com/office/drawing/2014/main" id="{724AB643-81BC-4365-B294-EB4EEDC06CE2}"/>
                </a:ext>
              </a:extLst>
            </p:cNvPr>
            <p:cNvSpPr/>
            <p:nvPr/>
          </p:nvSpPr>
          <p:spPr>
            <a:xfrm flipH="1">
              <a:off x="520004" y="2685647"/>
              <a:ext cx="120245" cy="81342"/>
            </a:xfrm>
            <a:custGeom>
              <a:avLst/>
              <a:gdLst>
                <a:gd name="connsiteX0" fmla="*/ 109636 w 120245"/>
                <a:gd name="connsiteY0" fmla="*/ 70733 h 81342"/>
                <a:gd name="connsiteX1" fmla="*/ 10610 w 120245"/>
                <a:gd name="connsiteY1" fmla="*/ 70733 h 81342"/>
                <a:gd name="connsiteX2" fmla="*/ 10610 w 120245"/>
                <a:gd name="connsiteY2" fmla="*/ 10610 h 81342"/>
                <a:gd name="connsiteX3" fmla="*/ 109636 w 120245"/>
                <a:gd name="connsiteY3" fmla="*/ 10610 h 81342"/>
                <a:gd name="connsiteX4" fmla="*/ 120246 w 120245"/>
                <a:gd name="connsiteY4" fmla="*/ 7073 h 81342"/>
                <a:gd name="connsiteX5" fmla="*/ 113173 w 120245"/>
                <a:gd name="connsiteY5" fmla="*/ 0 h 81342"/>
                <a:gd name="connsiteX6" fmla="*/ 7073 w 120245"/>
                <a:gd name="connsiteY6" fmla="*/ 0 h 81342"/>
                <a:gd name="connsiteX7" fmla="*/ 0 w 120245"/>
                <a:gd name="connsiteY7" fmla="*/ 7073 h 81342"/>
                <a:gd name="connsiteX8" fmla="*/ 0 w 120245"/>
                <a:gd name="connsiteY8" fmla="*/ 81343 h 81342"/>
                <a:gd name="connsiteX9" fmla="*/ 120246 w 120245"/>
                <a:gd name="connsiteY9" fmla="*/ 81343 h 8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245" h="81342">
                  <a:moveTo>
                    <a:pt x="109636" y="70733"/>
                  </a:moveTo>
                  <a:lnTo>
                    <a:pt x="10610" y="70733"/>
                  </a:lnTo>
                  <a:lnTo>
                    <a:pt x="10610" y="10610"/>
                  </a:lnTo>
                  <a:lnTo>
                    <a:pt x="109636" y="10610"/>
                  </a:lnTo>
                  <a:close/>
                  <a:moveTo>
                    <a:pt x="120246" y="7073"/>
                  </a:moveTo>
                  <a:cubicBezTo>
                    <a:pt x="120246" y="3167"/>
                    <a:pt x="117079" y="0"/>
                    <a:pt x="113173" y="0"/>
                  </a:cubicBezTo>
                  <a:lnTo>
                    <a:pt x="7073" y="0"/>
                  </a:lnTo>
                  <a:cubicBezTo>
                    <a:pt x="3167" y="0"/>
                    <a:pt x="0" y="3167"/>
                    <a:pt x="0" y="7073"/>
                  </a:cubicBezTo>
                  <a:lnTo>
                    <a:pt x="0" y="81343"/>
                  </a:lnTo>
                  <a:lnTo>
                    <a:pt x="120246" y="81343"/>
                  </a:lnTo>
                  <a:close/>
                </a:path>
              </a:pathLst>
            </a:custGeom>
            <a:solidFill>
              <a:srgbClr val="282829">
                <a:alpha val="50000"/>
              </a:srgbClr>
            </a:solidFill>
            <a:ln w="1687" cap="flat">
              <a:noFill/>
              <a:prstDash val="solid"/>
              <a:miter/>
            </a:ln>
          </p:spPr>
          <p:txBody>
            <a:bodyPr rtlCol="0" anchor="ctr"/>
            <a:lstStyle/>
            <a:p>
              <a:endParaRPr lang="en-IN"/>
            </a:p>
          </p:txBody>
        </p:sp>
        <p:sp>
          <p:nvSpPr>
            <p:cNvPr id="132" name="Freeform: Shape 131">
              <a:extLst>
                <a:ext uri="{FF2B5EF4-FFF2-40B4-BE49-F238E27FC236}">
                  <a16:creationId xmlns:a16="http://schemas.microsoft.com/office/drawing/2014/main" id="{8B2A934C-D8F8-47A9-A893-8F8451B29DC2}"/>
                </a:ext>
              </a:extLst>
            </p:cNvPr>
            <p:cNvSpPr/>
            <p:nvPr/>
          </p:nvSpPr>
          <p:spPr>
            <a:xfrm flipH="1">
              <a:off x="498784" y="2774063"/>
              <a:ext cx="162685" cy="10609"/>
            </a:xfrm>
            <a:custGeom>
              <a:avLst/>
              <a:gdLst>
                <a:gd name="connsiteX0" fmla="*/ 91953 w 162685"/>
                <a:gd name="connsiteY0" fmla="*/ 0 h 10609"/>
                <a:gd name="connsiteX1" fmla="*/ 91953 w 162685"/>
                <a:gd name="connsiteY1" fmla="*/ 1768 h 10609"/>
                <a:gd name="connsiteX2" fmla="*/ 90404 w 162685"/>
                <a:gd name="connsiteY2" fmla="*/ 3537 h 10609"/>
                <a:gd name="connsiteX3" fmla="*/ 90184 w 162685"/>
                <a:gd name="connsiteY3" fmla="*/ 3537 h 10609"/>
                <a:gd name="connsiteX4" fmla="*/ 72501 w 162685"/>
                <a:gd name="connsiteY4" fmla="*/ 3537 h 10609"/>
                <a:gd name="connsiteX5" fmla="*/ 70733 w 162685"/>
                <a:gd name="connsiteY5" fmla="*/ 1988 h 10609"/>
                <a:gd name="connsiteX6" fmla="*/ 70733 w 162685"/>
                <a:gd name="connsiteY6" fmla="*/ 1768 h 10609"/>
                <a:gd name="connsiteX7" fmla="*/ 70733 w 162685"/>
                <a:gd name="connsiteY7" fmla="*/ 0 h 10609"/>
                <a:gd name="connsiteX8" fmla="*/ 0 w 162685"/>
                <a:gd name="connsiteY8" fmla="*/ 0 h 10609"/>
                <a:gd name="connsiteX9" fmla="*/ 0 w 162685"/>
                <a:gd name="connsiteY9" fmla="*/ 3537 h 10609"/>
                <a:gd name="connsiteX10" fmla="*/ 7073 w 162685"/>
                <a:gd name="connsiteY10" fmla="*/ 10610 h 10609"/>
                <a:gd name="connsiteX11" fmla="*/ 155612 w 162685"/>
                <a:gd name="connsiteY11" fmla="*/ 10610 h 10609"/>
                <a:gd name="connsiteX12" fmla="*/ 162686 w 162685"/>
                <a:gd name="connsiteY12" fmla="*/ 3537 h 10609"/>
                <a:gd name="connsiteX13" fmla="*/ 162686 w 162685"/>
                <a:gd name="connsiteY13" fmla="*/ 0 h 10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685" h="10609">
                  <a:moveTo>
                    <a:pt x="91953" y="0"/>
                  </a:moveTo>
                  <a:lnTo>
                    <a:pt x="91953" y="1768"/>
                  </a:lnTo>
                  <a:cubicBezTo>
                    <a:pt x="92013" y="2684"/>
                    <a:pt x="91320" y="3476"/>
                    <a:pt x="90404" y="3537"/>
                  </a:cubicBezTo>
                  <a:cubicBezTo>
                    <a:pt x="90331" y="3541"/>
                    <a:pt x="90258" y="3541"/>
                    <a:pt x="90184" y="3537"/>
                  </a:cubicBezTo>
                  <a:lnTo>
                    <a:pt x="72501" y="3537"/>
                  </a:lnTo>
                  <a:cubicBezTo>
                    <a:pt x="71585" y="3597"/>
                    <a:pt x="70794" y="2904"/>
                    <a:pt x="70733" y="1988"/>
                  </a:cubicBezTo>
                  <a:cubicBezTo>
                    <a:pt x="70728" y="1915"/>
                    <a:pt x="70728" y="1841"/>
                    <a:pt x="70733" y="1768"/>
                  </a:cubicBezTo>
                  <a:lnTo>
                    <a:pt x="70733" y="0"/>
                  </a:lnTo>
                  <a:lnTo>
                    <a:pt x="0" y="0"/>
                  </a:lnTo>
                  <a:lnTo>
                    <a:pt x="0" y="3537"/>
                  </a:lnTo>
                  <a:cubicBezTo>
                    <a:pt x="0" y="7443"/>
                    <a:pt x="3167" y="10610"/>
                    <a:pt x="7073" y="10610"/>
                  </a:cubicBezTo>
                  <a:lnTo>
                    <a:pt x="155612" y="10610"/>
                  </a:lnTo>
                  <a:cubicBezTo>
                    <a:pt x="159519" y="10610"/>
                    <a:pt x="162686" y="7443"/>
                    <a:pt x="162686" y="3537"/>
                  </a:cubicBezTo>
                  <a:lnTo>
                    <a:pt x="162686" y="0"/>
                  </a:lnTo>
                  <a:close/>
                </a:path>
              </a:pathLst>
            </a:custGeom>
            <a:solidFill>
              <a:srgbClr val="282829">
                <a:alpha val="50000"/>
              </a:srgbClr>
            </a:solidFill>
            <a:ln w="1687" cap="flat">
              <a:noFill/>
              <a:prstDash val="solid"/>
              <a:miter/>
            </a:ln>
          </p:spPr>
          <p:txBody>
            <a:bodyPr rtlCol="0" anchor="ctr"/>
            <a:lstStyle/>
            <a:p>
              <a:endParaRPr lang="en-IN"/>
            </a:p>
          </p:txBody>
        </p:sp>
        <p:sp>
          <p:nvSpPr>
            <p:cNvPr id="133" name="Freeform: Shape 132">
              <a:extLst>
                <a:ext uri="{FF2B5EF4-FFF2-40B4-BE49-F238E27FC236}">
                  <a16:creationId xmlns:a16="http://schemas.microsoft.com/office/drawing/2014/main" id="{0E7295B4-9B86-4127-A0CE-421912C23AB7}"/>
                </a:ext>
              </a:extLst>
            </p:cNvPr>
            <p:cNvSpPr/>
            <p:nvPr/>
          </p:nvSpPr>
          <p:spPr>
            <a:xfrm flipH="1">
              <a:off x="555370" y="2701562"/>
              <a:ext cx="49513" cy="49513"/>
            </a:xfrm>
            <a:custGeom>
              <a:avLst/>
              <a:gdLst>
                <a:gd name="connsiteX0" fmla="*/ 24757 w 49513"/>
                <a:gd name="connsiteY0" fmla="*/ 0 h 49513"/>
                <a:gd name="connsiteX1" fmla="*/ 0 w 49513"/>
                <a:gd name="connsiteY1" fmla="*/ 24757 h 49513"/>
                <a:gd name="connsiteX2" fmla="*/ 24757 w 49513"/>
                <a:gd name="connsiteY2" fmla="*/ 49513 h 49513"/>
                <a:gd name="connsiteX3" fmla="*/ 49513 w 49513"/>
                <a:gd name="connsiteY3" fmla="*/ 24757 h 49513"/>
                <a:gd name="connsiteX4" fmla="*/ 24757 w 49513"/>
                <a:gd name="connsiteY4" fmla="*/ 0 h 49513"/>
                <a:gd name="connsiteX5" fmla="*/ 26525 w 49513"/>
                <a:gd name="connsiteY5" fmla="*/ 26525 h 49513"/>
                <a:gd name="connsiteX6" fmla="*/ 34641 w 49513"/>
                <a:gd name="connsiteY6" fmla="*/ 26525 h 49513"/>
                <a:gd name="connsiteX7" fmla="*/ 26525 w 49513"/>
                <a:gd name="connsiteY7" fmla="*/ 42634 h 49513"/>
                <a:gd name="connsiteX8" fmla="*/ 26525 w 49513"/>
                <a:gd name="connsiteY8" fmla="*/ 22988 h 49513"/>
                <a:gd name="connsiteX9" fmla="*/ 26525 w 49513"/>
                <a:gd name="connsiteY9" fmla="*/ 6861 h 49513"/>
                <a:gd name="connsiteX10" fmla="*/ 34641 w 49513"/>
                <a:gd name="connsiteY10" fmla="*/ 22988 h 49513"/>
                <a:gd name="connsiteX11" fmla="*/ 22988 w 49513"/>
                <a:gd name="connsiteY11" fmla="*/ 22988 h 49513"/>
                <a:gd name="connsiteX12" fmla="*/ 15137 w 49513"/>
                <a:gd name="connsiteY12" fmla="*/ 22988 h 49513"/>
                <a:gd name="connsiteX13" fmla="*/ 22988 w 49513"/>
                <a:gd name="connsiteY13" fmla="*/ 7073 h 49513"/>
                <a:gd name="connsiteX14" fmla="*/ 22988 w 49513"/>
                <a:gd name="connsiteY14" fmla="*/ 26525 h 49513"/>
                <a:gd name="connsiteX15" fmla="*/ 22988 w 49513"/>
                <a:gd name="connsiteY15" fmla="*/ 42440 h 49513"/>
                <a:gd name="connsiteX16" fmla="*/ 15137 w 49513"/>
                <a:gd name="connsiteY16" fmla="*/ 26525 h 49513"/>
                <a:gd name="connsiteX17" fmla="*/ 11583 w 49513"/>
                <a:gd name="connsiteY17" fmla="*/ 22988 h 49513"/>
                <a:gd name="connsiteX18" fmla="*/ 4014 w 49513"/>
                <a:gd name="connsiteY18" fmla="*/ 22988 h 49513"/>
                <a:gd name="connsiteX19" fmla="*/ 20760 w 49513"/>
                <a:gd name="connsiteY19" fmla="*/ 4332 h 49513"/>
                <a:gd name="connsiteX20" fmla="*/ 11583 w 49513"/>
                <a:gd name="connsiteY20" fmla="*/ 22988 h 49513"/>
                <a:gd name="connsiteX21" fmla="*/ 11583 w 49513"/>
                <a:gd name="connsiteY21" fmla="*/ 26525 h 49513"/>
                <a:gd name="connsiteX22" fmla="*/ 20795 w 49513"/>
                <a:gd name="connsiteY22" fmla="*/ 45198 h 49513"/>
                <a:gd name="connsiteX23" fmla="*/ 4014 w 49513"/>
                <a:gd name="connsiteY23" fmla="*/ 26525 h 49513"/>
                <a:gd name="connsiteX24" fmla="*/ 38196 w 49513"/>
                <a:gd name="connsiteY24" fmla="*/ 26525 h 49513"/>
                <a:gd name="connsiteX25" fmla="*/ 45499 w 49513"/>
                <a:gd name="connsiteY25" fmla="*/ 26525 h 49513"/>
                <a:gd name="connsiteX26" fmla="*/ 29036 w 49513"/>
                <a:gd name="connsiteY26" fmla="*/ 45128 h 49513"/>
                <a:gd name="connsiteX27" fmla="*/ 38196 w 49513"/>
                <a:gd name="connsiteY27" fmla="*/ 26525 h 49513"/>
                <a:gd name="connsiteX28" fmla="*/ 38196 w 49513"/>
                <a:gd name="connsiteY28" fmla="*/ 22988 h 49513"/>
                <a:gd name="connsiteX29" fmla="*/ 29089 w 49513"/>
                <a:gd name="connsiteY29" fmla="*/ 4403 h 49513"/>
                <a:gd name="connsiteX30" fmla="*/ 45499 w 49513"/>
                <a:gd name="connsiteY30" fmla="*/ 22988 h 4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9513" h="49513">
                  <a:moveTo>
                    <a:pt x="24757" y="0"/>
                  </a:moveTo>
                  <a:cubicBezTo>
                    <a:pt x="11084" y="0"/>
                    <a:pt x="0" y="11084"/>
                    <a:pt x="0" y="24757"/>
                  </a:cubicBezTo>
                  <a:cubicBezTo>
                    <a:pt x="0" y="38429"/>
                    <a:pt x="11084" y="49513"/>
                    <a:pt x="24757" y="49513"/>
                  </a:cubicBezTo>
                  <a:cubicBezTo>
                    <a:pt x="38429" y="49513"/>
                    <a:pt x="49513" y="38429"/>
                    <a:pt x="49513" y="24757"/>
                  </a:cubicBezTo>
                  <a:cubicBezTo>
                    <a:pt x="49513" y="11084"/>
                    <a:pt x="38429" y="0"/>
                    <a:pt x="24757" y="0"/>
                  </a:cubicBezTo>
                  <a:close/>
                  <a:moveTo>
                    <a:pt x="26525" y="26525"/>
                  </a:moveTo>
                  <a:lnTo>
                    <a:pt x="34641" y="26525"/>
                  </a:lnTo>
                  <a:cubicBezTo>
                    <a:pt x="33717" y="32621"/>
                    <a:pt x="30874" y="38264"/>
                    <a:pt x="26525" y="42634"/>
                  </a:cubicBezTo>
                  <a:close/>
                  <a:moveTo>
                    <a:pt x="26525" y="22988"/>
                  </a:moveTo>
                  <a:lnTo>
                    <a:pt x="26525" y="6861"/>
                  </a:lnTo>
                  <a:cubicBezTo>
                    <a:pt x="30878" y="11236"/>
                    <a:pt x="33722" y="16885"/>
                    <a:pt x="34641" y="22988"/>
                  </a:cubicBezTo>
                  <a:close/>
                  <a:moveTo>
                    <a:pt x="22988" y="22988"/>
                  </a:moveTo>
                  <a:lnTo>
                    <a:pt x="15137" y="22988"/>
                  </a:lnTo>
                  <a:cubicBezTo>
                    <a:pt x="16016" y="16990"/>
                    <a:pt x="18764" y="11421"/>
                    <a:pt x="22988" y="7073"/>
                  </a:cubicBezTo>
                  <a:close/>
                  <a:moveTo>
                    <a:pt x="22988" y="26525"/>
                  </a:moveTo>
                  <a:lnTo>
                    <a:pt x="22988" y="42440"/>
                  </a:lnTo>
                  <a:cubicBezTo>
                    <a:pt x="18771" y="38086"/>
                    <a:pt x="16025" y="32520"/>
                    <a:pt x="15137" y="26525"/>
                  </a:cubicBezTo>
                  <a:close/>
                  <a:moveTo>
                    <a:pt x="11583" y="22988"/>
                  </a:moveTo>
                  <a:lnTo>
                    <a:pt x="4014" y="22988"/>
                  </a:lnTo>
                  <a:cubicBezTo>
                    <a:pt x="4799" y="13726"/>
                    <a:pt x="11636" y="6109"/>
                    <a:pt x="20760" y="4332"/>
                  </a:cubicBezTo>
                  <a:cubicBezTo>
                    <a:pt x="15719" y="9363"/>
                    <a:pt x="12491" y="15925"/>
                    <a:pt x="11583" y="22988"/>
                  </a:cubicBezTo>
                  <a:close/>
                  <a:moveTo>
                    <a:pt x="11583" y="26525"/>
                  </a:moveTo>
                  <a:cubicBezTo>
                    <a:pt x="12492" y="33601"/>
                    <a:pt x="15733" y="40172"/>
                    <a:pt x="20795" y="45198"/>
                  </a:cubicBezTo>
                  <a:cubicBezTo>
                    <a:pt x="11658" y="43423"/>
                    <a:pt x="4807" y="35800"/>
                    <a:pt x="4014" y="26525"/>
                  </a:cubicBezTo>
                  <a:close/>
                  <a:moveTo>
                    <a:pt x="38196" y="26525"/>
                  </a:moveTo>
                  <a:lnTo>
                    <a:pt x="45499" y="26525"/>
                  </a:lnTo>
                  <a:cubicBezTo>
                    <a:pt x="44725" y="35682"/>
                    <a:pt x="38031" y="43246"/>
                    <a:pt x="29036" y="45128"/>
                  </a:cubicBezTo>
                  <a:cubicBezTo>
                    <a:pt x="34074" y="40119"/>
                    <a:pt x="37298" y="33572"/>
                    <a:pt x="38196" y="26525"/>
                  </a:cubicBezTo>
                  <a:close/>
                  <a:moveTo>
                    <a:pt x="38196" y="22988"/>
                  </a:moveTo>
                  <a:cubicBezTo>
                    <a:pt x="37291" y="15959"/>
                    <a:pt x="34089" y="9426"/>
                    <a:pt x="29089" y="4403"/>
                  </a:cubicBezTo>
                  <a:cubicBezTo>
                    <a:pt x="38058" y="6304"/>
                    <a:pt x="44724" y="13853"/>
                    <a:pt x="45499" y="22988"/>
                  </a:cubicBezTo>
                  <a:close/>
                </a:path>
              </a:pathLst>
            </a:custGeom>
            <a:solidFill>
              <a:srgbClr val="282829">
                <a:alpha val="50000"/>
              </a:srgbClr>
            </a:solidFill>
            <a:ln w="1687" cap="flat">
              <a:noFill/>
              <a:prstDash val="solid"/>
              <a:miter/>
            </a:ln>
          </p:spPr>
          <p:txBody>
            <a:bodyPr rtlCol="0" anchor="ctr"/>
            <a:lstStyle/>
            <a:p>
              <a:endParaRPr lang="en-IN"/>
            </a:p>
          </p:txBody>
        </p:sp>
        <p:sp>
          <p:nvSpPr>
            <p:cNvPr id="134" name="Graphic 40" descr="Plug">
              <a:extLst>
                <a:ext uri="{FF2B5EF4-FFF2-40B4-BE49-F238E27FC236}">
                  <a16:creationId xmlns:a16="http://schemas.microsoft.com/office/drawing/2014/main" id="{256CC233-764F-43C9-8A01-4989CF5BC787}"/>
                </a:ext>
              </a:extLst>
            </p:cNvPr>
            <p:cNvSpPr/>
            <p:nvPr/>
          </p:nvSpPr>
          <p:spPr>
            <a:xfrm>
              <a:off x="8236032" y="2096545"/>
              <a:ext cx="83595" cy="136382"/>
            </a:xfrm>
            <a:custGeom>
              <a:avLst/>
              <a:gdLst>
                <a:gd name="connsiteX0" fmla="*/ 83596 w 83595"/>
                <a:gd name="connsiteY0" fmla="*/ 23840 h 136382"/>
                <a:gd name="connsiteX1" fmla="*/ 64305 w 83595"/>
                <a:gd name="connsiteY1" fmla="*/ 23840 h 136382"/>
                <a:gd name="connsiteX2" fmla="*/ 64305 w 83595"/>
                <a:gd name="connsiteY2" fmla="*/ 43131 h 136382"/>
                <a:gd name="connsiteX3" fmla="*/ 70735 w 83595"/>
                <a:gd name="connsiteY3" fmla="*/ 43131 h 136382"/>
                <a:gd name="connsiteX4" fmla="*/ 70735 w 83595"/>
                <a:gd name="connsiteY4" fmla="*/ 54657 h 136382"/>
                <a:gd name="connsiteX5" fmla="*/ 45014 w 83595"/>
                <a:gd name="connsiteY5" fmla="*/ 80378 h 136382"/>
                <a:gd name="connsiteX6" fmla="*/ 45014 w 83595"/>
                <a:gd name="connsiteY6" fmla="*/ 12314 h 136382"/>
                <a:gd name="connsiteX7" fmla="*/ 50786 w 83595"/>
                <a:gd name="connsiteY7" fmla="*/ 18069 h 136382"/>
                <a:gd name="connsiteX8" fmla="*/ 55319 w 83595"/>
                <a:gd name="connsiteY8" fmla="*/ 17718 h 136382"/>
                <a:gd name="connsiteX9" fmla="*/ 55319 w 83595"/>
                <a:gd name="connsiteY9" fmla="*/ 13536 h 136382"/>
                <a:gd name="connsiteX10" fmla="*/ 41799 w 83595"/>
                <a:gd name="connsiteY10" fmla="*/ 0 h 136382"/>
                <a:gd name="connsiteX11" fmla="*/ 28280 w 83595"/>
                <a:gd name="connsiteY11" fmla="*/ 13536 h 136382"/>
                <a:gd name="connsiteX12" fmla="*/ 28630 w 83595"/>
                <a:gd name="connsiteY12" fmla="*/ 18069 h 136382"/>
                <a:gd name="connsiteX13" fmla="*/ 32813 w 83595"/>
                <a:gd name="connsiteY13" fmla="*/ 18069 h 136382"/>
                <a:gd name="connsiteX14" fmla="*/ 38584 w 83595"/>
                <a:gd name="connsiteY14" fmla="*/ 12314 h 136382"/>
                <a:gd name="connsiteX15" fmla="*/ 38584 w 83595"/>
                <a:gd name="connsiteY15" fmla="*/ 93239 h 136382"/>
                <a:gd name="connsiteX16" fmla="*/ 12863 w 83595"/>
                <a:gd name="connsiteY16" fmla="*/ 67518 h 136382"/>
                <a:gd name="connsiteX17" fmla="*/ 12863 w 83595"/>
                <a:gd name="connsiteY17" fmla="*/ 53821 h 136382"/>
                <a:gd name="connsiteX18" fmla="*/ 18742 w 83595"/>
                <a:gd name="connsiteY18" fmla="*/ 41512 h 136382"/>
                <a:gd name="connsiteX19" fmla="*/ 6433 w 83595"/>
                <a:gd name="connsiteY19" fmla="*/ 35634 h 136382"/>
                <a:gd name="connsiteX20" fmla="*/ 554 w 83595"/>
                <a:gd name="connsiteY20" fmla="*/ 47942 h 136382"/>
                <a:gd name="connsiteX21" fmla="*/ 6433 w 83595"/>
                <a:gd name="connsiteY21" fmla="*/ 53821 h 136382"/>
                <a:gd name="connsiteX22" fmla="*/ 6433 w 83595"/>
                <a:gd name="connsiteY22" fmla="*/ 70186 h 136382"/>
                <a:gd name="connsiteX23" fmla="*/ 38584 w 83595"/>
                <a:gd name="connsiteY23" fmla="*/ 102337 h 136382"/>
                <a:gd name="connsiteX24" fmla="*/ 38584 w 83595"/>
                <a:gd name="connsiteY24" fmla="*/ 111067 h 136382"/>
                <a:gd name="connsiteX25" fmla="*/ 29347 w 83595"/>
                <a:gd name="connsiteY25" fmla="*/ 126734 h 136382"/>
                <a:gd name="connsiteX26" fmla="*/ 45014 w 83595"/>
                <a:gd name="connsiteY26" fmla="*/ 135971 h 136382"/>
                <a:gd name="connsiteX27" fmla="*/ 54251 w 83595"/>
                <a:gd name="connsiteY27" fmla="*/ 120304 h 136382"/>
                <a:gd name="connsiteX28" fmla="*/ 45014 w 83595"/>
                <a:gd name="connsiteY28" fmla="*/ 111067 h 136382"/>
                <a:gd name="connsiteX29" fmla="*/ 45014 w 83595"/>
                <a:gd name="connsiteY29" fmla="*/ 89477 h 136382"/>
                <a:gd name="connsiteX30" fmla="*/ 77166 w 83595"/>
                <a:gd name="connsiteY30" fmla="*/ 57326 h 136382"/>
                <a:gd name="connsiteX31" fmla="*/ 77166 w 83595"/>
                <a:gd name="connsiteY31" fmla="*/ 43131 h 136382"/>
                <a:gd name="connsiteX32" fmla="*/ 83596 w 83595"/>
                <a:gd name="connsiteY32" fmla="*/ 43131 h 136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3595" h="136382">
                  <a:moveTo>
                    <a:pt x="83596" y="23840"/>
                  </a:moveTo>
                  <a:lnTo>
                    <a:pt x="64305" y="23840"/>
                  </a:lnTo>
                  <a:lnTo>
                    <a:pt x="64305" y="43131"/>
                  </a:lnTo>
                  <a:lnTo>
                    <a:pt x="70735" y="43131"/>
                  </a:lnTo>
                  <a:lnTo>
                    <a:pt x="70735" y="54657"/>
                  </a:lnTo>
                  <a:lnTo>
                    <a:pt x="45014" y="80378"/>
                  </a:lnTo>
                  <a:lnTo>
                    <a:pt x="45014" y="12314"/>
                  </a:lnTo>
                  <a:lnTo>
                    <a:pt x="50786" y="18069"/>
                  </a:lnTo>
                  <a:cubicBezTo>
                    <a:pt x="52134" y="19224"/>
                    <a:pt x="54164" y="19067"/>
                    <a:pt x="55319" y="17718"/>
                  </a:cubicBezTo>
                  <a:cubicBezTo>
                    <a:pt x="56350" y="16515"/>
                    <a:pt x="56350" y="14739"/>
                    <a:pt x="55319" y="13536"/>
                  </a:cubicBezTo>
                  <a:lnTo>
                    <a:pt x="41799" y="0"/>
                  </a:lnTo>
                  <a:lnTo>
                    <a:pt x="28280" y="13536"/>
                  </a:lnTo>
                  <a:cubicBezTo>
                    <a:pt x="27125" y="14884"/>
                    <a:pt x="27282" y="16914"/>
                    <a:pt x="28630" y="18069"/>
                  </a:cubicBezTo>
                  <a:cubicBezTo>
                    <a:pt x="29834" y="19100"/>
                    <a:pt x="31609" y="19100"/>
                    <a:pt x="32813" y="18069"/>
                  </a:cubicBezTo>
                  <a:lnTo>
                    <a:pt x="38584" y="12314"/>
                  </a:lnTo>
                  <a:lnTo>
                    <a:pt x="38584" y="93239"/>
                  </a:lnTo>
                  <a:lnTo>
                    <a:pt x="12863" y="67518"/>
                  </a:lnTo>
                  <a:lnTo>
                    <a:pt x="12863" y="53821"/>
                  </a:lnTo>
                  <a:cubicBezTo>
                    <a:pt x="17885" y="52045"/>
                    <a:pt x="20517" y="46535"/>
                    <a:pt x="18742" y="41512"/>
                  </a:cubicBezTo>
                  <a:cubicBezTo>
                    <a:pt x="16966" y="36490"/>
                    <a:pt x="11455" y="33858"/>
                    <a:pt x="6433" y="35634"/>
                  </a:cubicBezTo>
                  <a:cubicBezTo>
                    <a:pt x="1411" y="37409"/>
                    <a:pt x="-1221" y="42920"/>
                    <a:pt x="554" y="47942"/>
                  </a:cubicBezTo>
                  <a:cubicBezTo>
                    <a:pt x="1525" y="50689"/>
                    <a:pt x="3686" y="52850"/>
                    <a:pt x="6433" y="53821"/>
                  </a:cubicBezTo>
                  <a:lnTo>
                    <a:pt x="6433" y="70186"/>
                  </a:lnTo>
                  <a:lnTo>
                    <a:pt x="38584" y="102337"/>
                  </a:lnTo>
                  <a:lnTo>
                    <a:pt x="38584" y="111067"/>
                  </a:lnTo>
                  <a:cubicBezTo>
                    <a:pt x="31707" y="112842"/>
                    <a:pt x="27572" y="119857"/>
                    <a:pt x="29347" y="126734"/>
                  </a:cubicBezTo>
                  <a:cubicBezTo>
                    <a:pt x="31123" y="133611"/>
                    <a:pt x="38137" y="137746"/>
                    <a:pt x="45014" y="135971"/>
                  </a:cubicBezTo>
                  <a:cubicBezTo>
                    <a:pt x="51892" y="134195"/>
                    <a:pt x="56027" y="127181"/>
                    <a:pt x="54251" y="120304"/>
                  </a:cubicBezTo>
                  <a:cubicBezTo>
                    <a:pt x="53082" y="115774"/>
                    <a:pt x="49544" y="112236"/>
                    <a:pt x="45014" y="111067"/>
                  </a:cubicBezTo>
                  <a:lnTo>
                    <a:pt x="45014" y="89477"/>
                  </a:lnTo>
                  <a:lnTo>
                    <a:pt x="77166" y="57326"/>
                  </a:lnTo>
                  <a:lnTo>
                    <a:pt x="77166" y="43131"/>
                  </a:lnTo>
                  <a:lnTo>
                    <a:pt x="83596" y="43131"/>
                  </a:lnTo>
                  <a:close/>
                </a:path>
              </a:pathLst>
            </a:custGeom>
            <a:solidFill>
              <a:srgbClr val="282829">
                <a:alpha val="50000"/>
              </a:srgbClr>
            </a:solidFill>
            <a:ln w="1588" cap="flat">
              <a:noFill/>
              <a:prstDash val="solid"/>
              <a:miter/>
            </a:ln>
          </p:spPr>
          <p:txBody>
            <a:bodyPr rtlCol="0" anchor="ctr"/>
            <a:lstStyle/>
            <a:p>
              <a:endParaRPr lang="en-IN"/>
            </a:p>
          </p:txBody>
        </p:sp>
        <p:sp>
          <p:nvSpPr>
            <p:cNvPr id="136" name="Freeform: Shape 135">
              <a:extLst>
                <a:ext uri="{FF2B5EF4-FFF2-40B4-BE49-F238E27FC236}">
                  <a16:creationId xmlns:a16="http://schemas.microsoft.com/office/drawing/2014/main" id="{CA4D0BC4-289B-4356-BA6A-71AD579F4933}"/>
                </a:ext>
              </a:extLst>
            </p:cNvPr>
            <p:cNvSpPr/>
            <p:nvPr/>
          </p:nvSpPr>
          <p:spPr>
            <a:xfrm flipH="1">
              <a:off x="6950406" y="3134413"/>
              <a:ext cx="112974" cy="35304"/>
            </a:xfrm>
            <a:custGeom>
              <a:avLst/>
              <a:gdLst>
                <a:gd name="connsiteX0" fmla="*/ 95323 w 112974"/>
                <a:gd name="connsiteY0" fmla="*/ 0 h 35304"/>
                <a:gd name="connsiteX1" fmla="*/ 17652 w 112974"/>
                <a:gd name="connsiteY1" fmla="*/ 0 h 35304"/>
                <a:gd name="connsiteX2" fmla="*/ 0 w 112974"/>
                <a:gd name="connsiteY2" fmla="*/ 17652 h 35304"/>
                <a:gd name="connsiteX3" fmla="*/ 17652 w 112974"/>
                <a:gd name="connsiteY3" fmla="*/ 35305 h 35304"/>
                <a:gd name="connsiteX4" fmla="*/ 95323 w 112974"/>
                <a:gd name="connsiteY4" fmla="*/ 35305 h 35304"/>
                <a:gd name="connsiteX5" fmla="*/ 112975 w 112974"/>
                <a:gd name="connsiteY5" fmla="*/ 17652 h 35304"/>
                <a:gd name="connsiteX6" fmla="*/ 95323 w 112974"/>
                <a:gd name="connsiteY6" fmla="*/ 0 h 35304"/>
                <a:gd name="connsiteX7" fmla="*/ 22360 w 112974"/>
                <a:gd name="connsiteY7" fmla="*/ 24713 h 35304"/>
                <a:gd name="connsiteX8" fmla="*/ 15299 w 112974"/>
                <a:gd name="connsiteY8" fmla="*/ 17652 h 35304"/>
                <a:gd name="connsiteX9" fmla="*/ 22360 w 112974"/>
                <a:gd name="connsiteY9" fmla="*/ 10591 h 35304"/>
                <a:gd name="connsiteX10" fmla="*/ 29421 w 112974"/>
                <a:gd name="connsiteY10" fmla="*/ 17652 h 35304"/>
                <a:gd name="connsiteX11" fmla="*/ 22360 w 112974"/>
                <a:gd name="connsiteY11" fmla="*/ 24713 h 35304"/>
                <a:gd name="connsiteX12" fmla="*/ 56487 w 112974"/>
                <a:gd name="connsiteY12" fmla="*/ 24713 h 35304"/>
                <a:gd name="connsiteX13" fmla="*/ 49427 w 112974"/>
                <a:gd name="connsiteY13" fmla="*/ 17652 h 35304"/>
                <a:gd name="connsiteX14" fmla="*/ 56487 w 112974"/>
                <a:gd name="connsiteY14" fmla="*/ 10591 h 35304"/>
                <a:gd name="connsiteX15" fmla="*/ 63548 w 112974"/>
                <a:gd name="connsiteY15" fmla="*/ 17652 h 35304"/>
                <a:gd name="connsiteX16" fmla="*/ 56487 w 112974"/>
                <a:gd name="connsiteY16" fmla="*/ 24713 h 35304"/>
                <a:gd name="connsiteX17" fmla="*/ 90615 w 112974"/>
                <a:gd name="connsiteY17" fmla="*/ 24713 h 35304"/>
                <a:gd name="connsiteX18" fmla="*/ 83554 w 112974"/>
                <a:gd name="connsiteY18" fmla="*/ 17652 h 35304"/>
                <a:gd name="connsiteX19" fmla="*/ 90615 w 112974"/>
                <a:gd name="connsiteY19" fmla="*/ 10591 h 35304"/>
                <a:gd name="connsiteX20" fmla="*/ 97676 w 112974"/>
                <a:gd name="connsiteY20" fmla="*/ 17652 h 35304"/>
                <a:gd name="connsiteX21" fmla="*/ 90615 w 112974"/>
                <a:gd name="connsiteY21" fmla="*/ 24713 h 3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2974" h="35304">
                  <a:moveTo>
                    <a:pt x="95323" y="0"/>
                  </a:moveTo>
                  <a:lnTo>
                    <a:pt x="17652" y="0"/>
                  </a:lnTo>
                  <a:cubicBezTo>
                    <a:pt x="7903" y="0"/>
                    <a:pt x="0" y="7903"/>
                    <a:pt x="0" y="17652"/>
                  </a:cubicBezTo>
                  <a:cubicBezTo>
                    <a:pt x="0" y="27401"/>
                    <a:pt x="7903" y="35305"/>
                    <a:pt x="17652" y="35305"/>
                  </a:cubicBezTo>
                  <a:lnTo>
                    <a:pt x="95323" y="35305"/>
                  </a:lnTo>
                  <a:cubicBezTo>
                    <a:pt x="105072" y="35305"/>
                    <a:pt x="112975" y="27401"/>
                    <a:pt x="112975" y="17652"/>
                  </a:cubicBezTo>
                  <a:cubicBezTo>
                    <a:pt x="112975" y="7903"/>
                    <a:pt x="105072" y="0"/>
                    <a:pt x="95323" y="0"/>
                  </a:cubicBezTo>
                  <a:close/>
                  <a:moveTo>
                    <a:pt x="22360" y="24713"/>
                  </a:moveTo>
                  <a:cubicBezTo>
                    <a:pt x="18460" y="24713"/>
                    <a:pt x="15299" y="21552"/>
                    <a:pt x="15299" y="17652"/>
                  </a:cubicBezTo>
                  <a:cubicBezTo>
                    <a:pt x="15299" y="13753"/>
                    <a:pt x="18460" y="10591"/>
                    <a:pt x="22360" y="10591"/>
                  </a:cubicBezTo>
                  <a:cubicBezTo>
                    <a:pt x="26259" y="10591"/>
                    <a:pt x="29421" y="13753"/>
                    <a:pt x="29421" y="17652"/>
                  </a:cubicBezTo>
                  <a:cubicBezTo>
                    <a:pt x="29421" y="21552"/>
                    <a:pt x="26259" y="24713"/>
                    <a:pt x="22360" y="24713"/>
                  </a:cubicBezTo>
                  <a:close/>
                  <a:moveTo>
                    <a:pt x="56487" y="24713"/>
                  </a:moveTo>
                  <a:cubicBezTo>
                    <a:pt x="52588" y="24713"/>
                    <a:pt x="49427" y="21552"/>
                    <a:pt x="49427" y="17652"/>
                  </a:cubicBezTo>
                  <a:cubicBezTo>
                    <a:pt x="49427" y="13753"/>
                    <a:pt x="52588" y="10591"/>
                    <a:pt x="56487" y="10591"/>
                  </a:cubicBezTo>
                  <a:cubicBezTo>
                    <a:pt x="60387" y="10591"/>
                    <a:pt x="63548" y="13753"/>
                    <a:pt x="63548" y="17652"/>
                  </a:cubicBezTo>
                  <a:cubicBezTo>
                    <a:pt x="63548" y="21552"/>
                    <a:pt x="60387" y="24713"/>
                    <a:pt x="56487" y="24713"/>
                  </a:cubicBezTo>
                  <a:close/>
                  <a:moveTo>
                    <a:pt x="90615" y="24713"/>
                  </a:moveTo>
                  <a:cubicBezTo>
                    <a:pt x="86716" y="24713"/>
                    <a:pt x="83554" y="21552"/>
                    <a:pt x="83554" y="17652"/>
                  </a:cubicBezTo>
                  <a:cubicBezTo>
                    <a:pt x="83554" y="13753"/>
                    <a:pt x="86716" y="10591"/>
                    <a:pt x="90615" y="10591"/>
                  </a:cubicBezTo>
                  <a:cubicBezTo>
                    <a:pt x="94515" y="10591"/>
                    <a:pt x="97676" y="13753"/>
                    <a:pt x="97676" y="17652"/>
                  </a:cubicBezTo>
                  <a:cubicBezTo>
                    <a:pt x="97676" y="21552"/>
                    <a:pt x="94515" y="24713"/>
                    <a:pt x="90615" y="24713"/>
                  </a:cubicBezTo>
                  <a:close/>
                </a:path>
              </a:pathLst>
            </a:custGeom>
            <a:solidFill>
              <a:srgbClr val="282829">
                <a:alpha val="50000"/>
              </a:srgbClr>
            </a:solidFill>
            <a:ln w="2282" cap="flat">
              <a:noFill/>
              <a:prstDash val="solid"/>
              <a:miter/>
            </a:ln>
          </p:spPr>
          <p:txBody>
            <a:bodyPr rtlCol="0" anchor="ctr"/>
            <a:lstStyle/>
            <a:p>
              <a:endParaRPr lang="en-IN"/>
            </a:p>
          </p:txBody>
        </p:sp>
        <p:sp>
          <p:nvSpPr>
            <p:cNvPr id="137" name="Freeform: Shape 136">
              <a:extLst>
                <a:ext uri="{FF2B5EF4-FFF2-40B4-BE49-F238E27FC236}">
                  <a16:creationId xmlns:a16="http://schemas.microsoft.com/office/drawing/2014/main" id="{FD125D4B-A74D-43AB-B1FF-2AC7CE7007D6}"/>
                </a:ext>
              </a:extLst>
            </p:cNvPr>
            <p:cNvSpPr/>
            <p:nvPr/>
          </p:nvSpPr>
          <p:spPr>
            <a:xfrm flipH="1">
              <a:off x="6990630" y="2928262"/>
              <a:ext cx="7060" cy="7060"/>
            </a:xfrm>
            <a:custGeom>
              <a:avLst/>
              <a:gdLst>
                <a:gd name="connsiteX0" fmla="*/ 7061 w 7060"/>
                <a:gd name="connsiteY0" fmla="*/ 3530 h 7060"/>
                <a:gd name="connsiteX1" fmla="*/ 3530 w 7060"/>
                <a:gd name="connsiteY1" fmla="*/ 7061 h 7060"/>
                <a:gd name="connsiteX2" fmla="*/ 0 w 7060"/>
                <a:gd name="connsiteY2" fmla="*/ 3530 h 7060"/>
                <a:gd name="connsiteX3" fmla="*/ 3530 w 7060"/>
                <a:gd name="connsiteY3" fmla="*/ 0 h 7060"/>
                <a:gd name="connsiteX4" fmla="*/ 7061 w 7060"/>
                <a:gd name="connsiteY4" fmla="*/ 3530 h 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0" h="7060">
                  <a:moveTo>
                    <a:pt x="7061" y="3530"/>
                  </a:moveTo>
                  <a:cubicBezTo>
                    <a:pt x="7061" y="5480"/>
                    <a:pt x="5480" y="7061"/>
                    <a:pt x="3530" y="7061"/>
                  </a:cubicBezTo>
                  <a:cubicBezTo>
                    <a:pt x="1581" y="7061"/>
                    <a:pt x="0" y="5480"/>
                    <a:pt x="0" y="3530"/>
                  </a:cubicBezTo>
                  <a:cubicBezTo>
                    <a:pt x="0" y="1581"/>
                    <a:pt x="1581" y="0"/>
                    <a:pt x="3530" y="0"/>
                  </a:cubicBezTo>
                  <a:cubicBezTo>
                    <a:pt x="5480" y="0"/>
                    <a:pt x="7061" y="1581"/>
                    <a:pt x="7061" y="3530"/>
                  </a:cubicBezTo>
                  <a:close/>
                </a:path>
              </a:pathLst>
            </a:custGeom>
            <a:solidFill>
              <a:srgbClr val="282829">
                <a:alpha val="50000"/>
              </a:srgbClr>
            </a:solidFill>
            <a:ln w="2282" cap="flat">
              <a:noFill/>
              <a:prstDash val="solid"/>
              <a:miter/>
            </a:ln>
          </p:spPr>
          <p:txBody>
            <a:bodyPr rtlCol="0" anchor="ctr"/>
            <a:lstStyle/>
            <a:p>
              <a:endParaRPr lang="en-IN"/>
            </a:p>
          </p:txBody>
        </p:sp>
        <p:sp>
          <p:nvSpPr>
            <p:cNvPr id="138" name="Freeform: Shape 137">
              <a:extLst>
                <a:ext uri="{FF2B5EF4-FFF2-40B4-BE49-F238E27FC236}">
                  <a16:creationId xmlns:a16="http://schemas.microsoft.com/office/drawing/2014/main" id="{FB654B6E-75E0-4A91-8BDD-7A6540016AF5}"/>
                </a:ext>
              </a:extLst>
            </p:cNvPr>
            <p:cNvSpPr/>
            <p:nvPr/>
          </p:nvSpPr>
          <p:spPr>
            <a:xfrm flipH="1">
              <a:off x="6976108" y="2979038"/>
              <a:ext cx="61194" cy="75351"/>
            </a:xfrm>
            <a:custGeom>
              <a:avLst/>
              <a:gdLst>
                <a:gd name="connsiteX0" fmla="*/ 50862 w 61194"/>
                <a:gd name="connsiteY0" fmla="*/ 28279 h 75351"/>
                <a:gd name="connsiteX1" fmla="*/ 35305 w 61194"/>
                <a:gd name="connsiteY1" fmla="*/ 28279 h 75351"/>
                <a:gd name="connsiteX2" fmla="*/ 35305 w 61194"/>
                <a:gd name="connsiteY2" fmla="*/ 17569 h 75351"/>
                <a:gd name="connsiteX3" fmla="*/ 38751 w 61194"/>
                <a:gd name="connsiteY3" fmla="*/ 4709 h 75351"/>
                <a:gd name="connsiteX4" fmla="*/ 25890 w 61194"/>
                <a:gd name="connsiteY4" fmla="*/ 1263 h 75351"/>
                <a:gd name="connsiteX5" fmla="*/ 22444 w 61194"/>
                <a:gd name="connsiteY5" fmla="*/ 14123 h 75351"/>
                <a:gd name="connsiteX6" fmla="*/ 25890 w 61194"/>
                <a:gd name="connsiteY6" fmla="*/ 17569 h 75351"/>
                <a:gd name="connsiteX7" fmla="*/ 25890 w 61194"/>
                <a:gd name="connsiteY7" fmla="*/ 28279 h 75351"/>
                <a:gd name="connsiteX8" fmla="*/ 10333 w 61194"/>
                <a:gd name="connsiteY8" fmla="*/ 28279 h 75351"/>
                <a:gd name="connsiteX9" fmla="*/ 0 w 61194"/>
                <a:gd name="connsiteY9" fmla="*/ 38611 h 75351"/>
                <a:gd name="connsiteX10" fmla="*/ 0 w 61194"/>
                <a:gd name="connsiteY10" fmla="*/ 65019 h 75351"/>
                <a:gd name="connsiteX11" fmla="*/ 10333 w 61194"/>
                <a:gd name="connsiteY11" fmla="*/ 75351 h 75351"/>
                <a:gd name="connsiteX12" fmla="*/ 50862 w 61194"/>
                <a:gd name="connsiteY12" fmla="*/ 75351 h 75351"/>
                <a:gd name="connsiteX13" fmla="*/ 61195 w 61194"/>
                <a:gd name="connsiteY13" fmla="*/ 65019 h 75351"/>
                <a:gd name="connsiteX14" fmla="*/ 61195 w 61194"/>
                <a:gd name="connsiteY14" fmla="*/ 38611 h 75351"/>
                <a:gd name="connsiteX15" fmla="*/ 50862 w 61194"/>
                <a:gd name="connsiteY15" fmla="*/ 28279 h 75351"/>
                <a:gd name="connsiteX16" fmla="*/ 18829 w 61194"/>
                <a:gd name="connsiteY16" fmla="*/ 58876 h 75351"/>
                <a:gd name="connsiteX17" fmla="*/ 11768 w 61194"/>
                <a:gd name="connsiteY17" fmla="*/ 51815 h 75351"/>
                <a:gd name="connsiteX18" fmla="*/ 18829 w 61194"/>
                <a:gd name="connsiteY18" fmla="*/ 44754 h 75351"/>
                <a:gd name="connsiteX19" fmla="*/ 25890 w 61194"/>
                <a:gd name="connsiteY19" fmla="*/ 51815 h 75351"/>
                <a:gd name="connsiteX20" fmla="*/ 18829 w 61194"/>
                <a:gd name="connsiteY20" fmla="*/ 58876 h 75351"/>
                <a:gd name="connsiteX21" fmla="*/ 42366 w 61194"/>
                <a:gd name="connsiteY21" fmla="*/ 58876 h 75351"/>
                <a:gd name="connsiteX22" fmla="*/ 35305 w 61194"/>
                <a:gd name="connsiteY22" fmla="*/ 51815 h 75351"/>
                <a:gd name="connsiteX23" fmla="*/ 42366 w 61194"/>
                <a:gd name="connsiteY23" fmla="*/ 44754 h 75351"/>
                <a:gd name="connsiteX24" fmla="*/ 49427 w 61194"/>
                <a:gd name="connsiteY24" fmla="*/ 51815 h 75351"/>
                <a:gd name="connsiteX25" fmla="*/ 42366 w 61194"/>
                <a:gd name="connsiteY25" fmla="*/ 58876 h 7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1194" h="75351">
                  <a:moveTo>
                    <a:pt x="50862" y="28279"/>
                  </a:moveTo>
                  <a:lnTo>
                    <a:pt x="35305" y="28279"/>
                  </a:lnTo>
                  <a:lnTo>
                    <a:pt x="35305" y="17569"/>
                  </a:lnTo>
                  <a:cubicBezTo>
                    <a:pt x="39808" y="14970"/>
                    <a:pt x="41350" y="9212"/>
                    <a:pt x="38751" y="4709"/>
                  </a:cubicBezTo>
                  <a:cubicBezTo>
                    <a:pt x="36151" y="206"/>
                    <a:pt x="30393" y="-1337"/>
                    <a:pt x="25890" y="1263"/>
                  </a:cubicBezTo>
                  <a:cubicBezTo>
                    <a:pt x="21387" y="3863"/>
                    <a:pt x="19844" y="9620"/>
                    <a:pt x="22444" y="14123"/>
                  </a:cubicBezTo>
                  <a:cubicBezTo>
                    <a:pt x="23270" y="15555"/>
                    <a:pt x="24459" y="16743"/>
                    <a:pt x="25890" y="17569"/>
                  </a:cubicBezTo>
                  <a:lnTo>
                    <a:pt x="25890" y="28279"/>
                  </a:lnTo>
                  <a:lnTo>
                    <a:pt x="10333" y="28279"/>
                  </a:lnTo>
                  <a:cubicBezTo>
                    <a:pt x="4632" y="28291"/>
                    <a:pt x="13" y="32910"/>
                    <a:pt x="0" y="38611"/>
                  </a:cubicBezTo>
                  <a:lnTo>
                    <a:pt x="0" y="65019"/>
                  </a:lnTo>
                  <a:cubicBezTo>
                    <a:pt x="13" y="70720"/>
                    <a:pt x="4632" y="75338"/>
                    <a:pt x="10333" y="75351"/>
                  </a:cubicBezTo>
                  <a:lnTo>
                    <a:pt x="50862" y="75351"/>
                  </a:lnTo>
                  <a:cubicBezTo>
                    <a:pt x="56563" y="75338"/>
                    <a:pt x="61182" y="70720"/>
                    <a:pt x="61195" y="65019"/>
                  </a:cubicBezTo>
                  <a:lnTo>
                    <a:pt x="61195" y="38611"/>
                  </a:lnTo>
                  <a:cubicBezTo>
                    <a:pt x="61182" y="32910"/>
                    <a:pt x="56563" y="28291"/>
                    <a:pt x="50862" y="28279"/>
                  </a:cubicBezTo>
                  <a:close/>
                  <a:moveTo>
                    <a:pt x="18829" y="58876"/>
                  </a:moveTo>
                  <a:cubicBezTo>
                    <a:pt x="14929" y="58876"/>
                    <a:pt x="11768" y="55715"/>
                    <a:pt x="11768" y="51815"/>
                  </a:cubicBezTo>
                  <a:cubicBezTo>
                    <a:pt x="11768" y="47915"/>
                    <a:pt x="14929" y="44754"/>
                    <a:pt x="18829" y="44754"/>
                  </a:cubicBezTo>
                  <a:cubicBezTo>
                    <a:pt x="22729" y="44754"/>
                    <a:pt x="25890" y="47915"/>
                    <a:pt x="25890" y="51815"/>
                  </a:cubicBezTo>
                  <a:cubicBezTo>
                    <a:pt x="25890" y="55715"/>
                    <a:pt x="22729" y="58876"/>
                    <a:pt x="18829" y="58876"/>
                  </a:cubicBezTo>
                  <a:close/>
                  <a:moveTo>
                    <a:pt x="42366" y="58876"/>
                  </a:moveTo>
                  <a:cubicBezTo>
                    <a:pt x="38466" y="58876"/>
                    <a:pt x="35305" y="55715"/>
                    <a:pt x="35305" y="51815"/>
                  </a:cubicBezTo>
                  <a:cubicBezTo>
                    <a:pt x="35305" y="47915"/>
                    <a:pt x="38466" y="44754"/>
                    <a:pt x="42366" y="44754"/>
                  </a:cubicBezTo>
                  <a:cubicBezTo>
                    <a:pt x="46265" y="44754"/>
                    <a:pt x="49427" y="47915"/>
                    <a:pt x="49427" y="51815"/>
                  </a:cubicBezTo>
                  <a:cubicBezTo>
                    <a:pt x="49427" y="55715"/>
                    <a:pt x="46265" y="58876"/>
                    <a:pt x="42366" y="58876"/>
                  </a:cubicBezTo>
                  <a:close/>
                </a:path>
              </a:pathLst>
            </a:custGeom>
            <a:solidFill>
              <a:srgbClr val="282829">
                <a:alpha val="50000"/>
              </a:srgbClr>
            </a:solidFill>
            <a:ln w="2282" cap="flat">
              <a:noFill/>
              <a:prstDash val="solid"/>
              <a:miter/>
            </a:ln>
          </p:spPr>
          <p:txBody>
            <a:bodyPr rtlCol="0" anchor="ctr"/>
            <a:lstStyle/>
            <a:p>
              <a:endParaRPr lang="en-IN"/>
            </a:p>
          </p:txBody>
        </p:sp>
        <p:sp>
          <p:nvSpPr>
            <p:cNvPr id="139" name="Freeform: Shape 138">
              <a:extLst>
                <a:ext uri="{FF2B5EF4-FFF2-40B4-BE49-F238E27FC236}">
                  <a16:creationId xmlns:a16="http://schemas.microsoft.com/office/drawing/2014/main" id="{3E418AB5-966F-4FA1-885F-05911A8BD110}"/>
                </a:ext>
              </a:extLst>
            </p:cNvPr>
            <p:cNvSpPr/>
            <p:nvPr/>
          </p:nvSpPr>
          <p:spPr>
            <a:xfrm flipH="1">
              <a:off x="7014166" y="2928262"/>
              <a:ext cx="7060" cy="7060"/>
            </a:xfrm>
            <a:custGeom>
              <a:avLst/>
              <a:gdLst>
                <a:gd name="connsiteX0" fmla="*/ 7061 w 7060"/>
                <a:gd name="connsiteY0" fmla="*/ 3530 h 7060"/>
                <a:gd name="connsiteX1" fmla="*/ 3530 w 7060"/>
                <a:gd name="connsiteY1" fmla="*/ 7061 h 7060"/>
                <a:gd name="connsiteX2" fmla="*/ 0 w 7060"/>
                <a:gd name="connsiteY2" fmla="*/ 3530 h 7060"/>
                <a:gd name="connsiteX3" fmla="*/ 3530 w 7060"/>
                <a:gd name="connsiteY3" fmla="*/ 0 h 7060"/>
                <a:gd name="connsiteX4" fmla="*/ 7061 w 7060"/>
                <a:gd name="connsiteY4" fmla="*/ 3530 h 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0" h="7060">
                  <a:moveTo>
                    <a:pt x="7061" y="3530"/>
                  </a:moveTo>
                  <a:cubicBezTo>
                    <a:pt x="7061" y="5480"/>
                    <a:pt x="5480" y="7061"/>
                    <a:pt x="3530" y="7061"/>
                  </a:cubicBezTo>
                  <a:cubicBezTo>
                    <a:pt x="1581" y="7061"/>
                    <a:pt x="0" y="5480"/>
                    <a:pt x="0" y="3530"/>
                  </a:cubicBezTo>
                  <a:cubicBezTo>
                    <a:pt x="0" y="1581"/>
                    <a:pt x="1581" y="0"/>
                    <a:pt x="3530" y="0"/>
                  </a:cubicBezTo>
                  <a:cubicBezTo>
                    <a:pt x="5480" y="0"/>
                    <a:pt x="7061" y="1581"/>
                    <a:pt x="7061" y="3530"/>
                  </a:cubicBezTo>
                  <a:close/>
                </a:path>
              </a:pathLst>
            </a:custGeom>
            <a:solidFill>
              <a:srgbClr val="282829">
                <a:alpha val="50000"/>
              </a:srgbClr>
            </a:solidFill>
            <a:ln w="2282" cap="flat">
              <a:noFill/>
              <a:prstDash val="solid"/>
              <a:miter/>
            </a:ln>
          </p:spPr>
          <p:txBody>
            <a:bodyPr rtlCol="0" anchor="ctr"/>
            <a:lstStyle/>
            <a:p>
              <a:endParaRPr lang="en-IN"/>
            </a:p>
          </p:txBody>
        </p:sp>
        <p:sp>
          <p:nvSpPr>
            <p:cNvPr id="140" name="Freeform: Shape 139">
              <a:extLst>
                <a:ext uri="{FF2B5EF4-FFF2-40B4-BE49-F238E27FC236}">
                  <a16:creationId xmlns:a16="http://schemas.microsoft.com/office/drawing/2014/main" id="{801BDC58-E327-417E-960E-9BB09C32EE68}"/>
                </a:ext>
              </a:extLst>
            </p:cNvPr>
            <p:cNvSpPr/>
            <p:nvPr/>
          </p:nvSpPr>
          <p:spPr>
            <a:xfrm flipH="1">
              <a:off x="6934931" y="3030076"/>
              <a:ext cx="147837" cy="98029"/>
            </a:xfrm>
            <a:custGeom>
              <a:avLst/>
              <a:gdLst>
                <a:gd name="connsiteX0" fmla="*/ 137258 w 147837"/>
                <a:gd name="connsiteY0" fmla="*/ 73316 h 98029"/>
                <a:gd name="connsiteX1" fmla="*/ 137258 w 147837"/>
                <a:gd name="connsiteY1" fmla="*/ 53710 h 98029"/>
                <a:gd name="connsiteX2" fmla="*/ 126690 w 147837"/>
                <a:gd name="connsiteY2" fmla="*/ 43142 h 98029"/>
                <a:gd name="connsiteX3" fmla="*/ 113722 w 147837"/>
                <a:gd name="connsiteY3" fmla="*/ 43142 h 98029"/>
                <a:gd name="connsiteX4" fmla="*/ 113722 w 147837"/>
                <a:gd name="connsiteY4" fmla="*/ 31374 h 98029"/>
                <a:gd name="connsiteX5" fmla="*/ 38405 w 147837"/>
                <a:gd name="connsiteY5" fmla="*/ 31374 h 98029"/>
                <a:gd name="connsiteX6" fmla="*/ 38405 w 147837"/>
                <a:gd name="connsiteY6" fmla="*/ 45496 h 98029"/>
                <a:gd name="connsiteX7" fmla="*/ 20729 w 147837"/>
                <a:gd name="connsiteY7" fmla="*/ 45496 h 98029"/>
                <a:gd name="connsiteX8" fmla="*/ 19576 w 147837"/>
                <a:gd name="connsiteY8" fmla="*/ 44343 h 98029"/>
                <a:gd name="connsiteX9" fmla="*/ 19576 w 147837"/>
                <a:gd name="connsiteY9" fmla="*/ 24831 h 98029"/>
                <a:gd name="connsiteX10" fmla="*/ 29899 w 147837"/>
                <a:gd name="connsiteY10" fmla="*/ 5855 h 98029"/>
                <a:gd name="connsiteX11" fmla="*/ 26637 w 147837"/>
                <a:gd name="connsiteY11" fmla="*/ 0 h 98029"/>
                <a:gd name="connsiteX12" fmla="*/ 19576 w 147837"/>
                <a:gd name="connsiteY12" fmla="*/ 6261 h 98029"/>
                <a:gd name="connsiteX13" fmla="*/ 21153 w 147837"/>
                <a:gd name="connsiteY13" fmla="*/ 10191 h 98029"/>
                <a:gd name="connsiteX14" fmla="*/ 15237 w 147837"/>
                <a:gd name="connsiteY14" fmla="*/ 16043 h 98029"/>
                <a:gd name="connsiteX15" fmla="*/ 9385 w 147837"/>
                <a:gd name="connsiteY15" fmla="*/ 10127 h 98029"/>
                <a:gd name="connsiteX16" fmla="*/ 10820 w 147837"/>
                <a:gd name="connsiteY16" fmla="*/ 6308 h 98029"/>
                <a:gd name="connsiteX17" fmla="*/ 3759 w 147837"/>
                <a:gd name="connsiteY17" fmla="*/ 118 h 98029"/>
                <a:gd name="connsiteX18" fmla="*/ 5255 w 147837"/>
                <a:gd name="connsiteY18" fmla="*/ 21702 h 98029"/>
                <a:gd name="connsiteX19" fmla="*/ 10161 w 147837"/>
                <a:gd name="connsiteY19" fmla="*/ 24572 h 98029"/>
                <a:gd name="connsiteX20" fmla="*/ 10161 w 147837"/>
                <a:gd name="connsiteY20" fmla="*/ 44343 h 98029"/>
                <a:gd name="connsiteX21" fmla="*/ 20729 w 147837"/>
                <a:gd name="connsiteY21" fmla="*/ 54911 h 98029"/>
                <a:gd name="connsiteX22" fmla="*/ 38405 w 147837"/>
                <a:gd name="connsiteY22" fmla="*/ 54911 h 98029"/>
                <a:gd name="connsiteX23" fmla="*/ 38405 w 147837"/>
                <a:gd name="connsiteY23" fmla="*/ 97276 h 98029"/>
                <a:gd name="connsiteX24" fmla="*/ 113722 w 147837"/>
                <a:gd name="connsiteY24" fmla="*/ 97276 h 98029"/>
                <a:gd name="connsiteX25" fmla="*/ 113722 w 147837"/>
                <a:gd name="connsiteY25" fmla="*/ 52557 h 98029"/>
                <a:gd name="connsiteX26" fmla="*/ 126690 w 147837"/>
                <a:gd name="connsiteY26" fmla="*/ 52557 h 98029"/>
                <a:gd name="connsiteX27" fmla="*/ 127843 w 147837"/>
                <a:gd name="connsiteY27" fmla="*/ 53710 h 98029"/>
                <a:gd name="connsiteX28" fmla="*/ 127843 w 147837"/>
                <a:gd name="connsiteY28" fmla="*/ 73316 h 98029"/>
                <a:gd name="connsiteX29" fmla="*/ 117996 w 147837"/>
                <a:gd name="connsiteY29" fmla="*/ 92581 h 98029"/>
                <a:gd name="connsiteX30" fmla="*/ 121112 w 147837"/>
                <a:gd name="connsiteY30" fmla="*/ 98029 h 98029"/>
                <a:gd name="connsiteX31" fmla="*/ 128173 w 147837"/>
                <a:gd name="connsiteY31" fmla="*/ 91769 h 98029"/>
                <a:gd name="connsiteX32" fmla="*/ 126667 w 147837"/>
                <a:gd name="connsiteY32" fmla="*/ 87862 h 98029"/>
                <a:gd name="connsiteX33" fmla="*/ 132556 w 147837"/>
                <a:gd name="connsiteY33" fmla="*/ 81982 h 98029"/>
                <a:gd name="connsiteX34" fmla="*/ 138435 w 147837"/>
                <a:gd name="connsiteY34" fmla="*/ 87871 h 98029"/>
                <a:gd name="connsiteX35" fmla="*/ 136976 w 147837"/>
                <a:gd name="connsiteY35" fmla="*/ 91745 h 98029"/>
                <a:gd name="connsiteX36" fmla="*/ 144037 w 147837"/>
                <a:gd name="connsiteY36" fmla="*/ 97935 h 98029"/>
                <a:gd name="connsiteX37" fmla="*/ 142646 w 147837"/>
                <a:gd name="connsiteY37" fmla="*/ 76378 h 98029"/>
                <a:gd name="connsiteX38" fmla="*/ 137258 w 147837"/>
                <a:gd name="connsiteY38" fmla="*/ 73316 h 98029"/>
                <a:gd name="connsiteX39" fmla="*/ 104307 w 147837"/>
                <a:gd name="connsiteY39" fmla="*/ 64325 h 98029"/>
                <a:gd name="connsiteX40" fmla="*/ 97764 w 147837"/>
                <a:gd name="connsiteY40" fmla="*/ 64325 h 98029"/>
                <a:gd name="connsiteX41" fmla="*/ 97128 w 147837"/>
                <a:gd name="connsiteY41" fmla="*/ 64584 h 98029"/>
                <a:gd name="connsiteX42" fmla="*/ 89926 w 147837"/>
                <a:gd name="connsiteY42" fmla="*/ 71951 h 98029"/>
                <a:gd name="connsiteX43" fmla="*/ 84442 w 147837"/>
                <a:gd name="connsiteY43" fmla="*/ 58959 h 98029"/>
                <a:gd name="connsiteX44" fmla="*/ 74204 w 147837"/>
                <a:gd name="connsiteY44" fmla="*/ 80142 h 98029"/>
                <a:gd name="connsiteX45" fmla="*/ 67025 w 147837"/>
                <a:gd name="connsiteY45" fmla="*/ 52557 h 98029"/>
                <a:gd name="connsiteX46" fmla="*/ 61494 w 147837"/>
                <a:gd name="connsiteY46" fmla="*/ 64325 h 98029"/>
                <a:gd name="connsiteX47" fmla="*/ 50173 w 147837"/>
                <a:gd name="connsiteY47" fmla="*/ 64325 h 98029"/>
                <a:gd name="connsiteX48" fmla="*/ 50173 w 147837"/>
                <a:gd name="connsiteY48" fmla="*/ 59618 h 98029"/>
                <a:gd name="connsiteX49" fmla="*/ 58505 w 147837"/>
                <a:gd name="connsiteY49" fmla="*/ 59618 h 98029"/>
                <a:gd name="connsiteX50" fmla="*/ 68296 w 147837"/>
                <a:gd name="connsiteY50" fmla="*/ 38788 h 98029"/>
                <a:gd name="connsiteX51" fmla="*/ 75545 w 147837"/>
                <a:gd name="connsiteY51" fmla="*/ 66514 h 98029"/>
                <a:gd name="connsiteX52" fmla="*/ 84748 w 147837"/>
                <a:gd name="connsiteY52" fmla="*/ 47685 h 98029"/>
                <a:gd name="connsiteX53" fmla="*/ 91527 w 147837"/>
                <a:gd name="connsiteY53" fmla="*/ 63737 h 98029"/>
                <a:gd name="connsiteX54" fmla="*/ 93880 w 147837"/>
                <a:gd name="connsiteY54" fmla="*/ 61383 h 98029"/>
                <a:gd name="connsiteX55" fmla="*/ 97764 w 147837"/>
                <a:gd name="connsiteY55" fmla="*/ 59618 h 98029"/>
                <a:gd name="connsiteX56" fmla="*/ 104307 w 147837"/>
                <a:gd name="connsiteY56" fmla="*/ 59618 h 9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7837" h="98029">
                  <a:moveTo>
                    <a:pt x="137258" y="73316"/>
                  </a:moveTo>
                  <a:lnTo>
                    <a:pt x="137258" y="53710"/>
                  </a:lnTo>
                  <a:cubicBezTo>
                    <a:pt x="137258" y="47874"/>
                    <a:pt x="132527" y="43142"/>
                    <a:pt x="126690" y="43142"/>
                  </a:cubicBezTo>
                  <a:lnTo>
                    <a:pt x="113722" y="43142"/>
                  </a:lnTo>
                  <a:lnTo>
                    <a:pt x="113722" y="31374"/>
                  </a:lnTo>
                  <a:lnTo>
                    <a:pt x="38405" y="31374"/>
                  </a:lnTo>
                  <a:lnTo>
                    <a:pt x="38405" y="45496"/>
                  </a:lnTo>
                  <a:lnTo>
                    <a:pt x="20729" y="45496"/>
                  </a:lnTo>
                  <a:cubicBezTo>
                    <a:pt x="20092" y="45496"/>
                    <a:pt x="19576" y="44980"/>
                    <a:pt x="19576" y="44343"/>
                  </a:cubicBezTo>
                  <a:lnTo>
                    <a:pt x="19576" y="24831"/>
                  </a:lnTo>
                  <a:cubicBezTo>
                    <a:pt x="27667" y="22442"/>
                    <a:pt x="32289" y="13946"/>
                    <a:pt x="29899" y="5855"/>
                  </a:cubicBezTo>
                  <a:cubicBezTo>
                    <a:pt x="29258" y="3686"/>
                    <a:pt x="28144" y="1686"/>
                    <a:pt x="26637" y="0"/>
                  </a:cubicBezTo>
                  <a:lnTo>
                    <a:pt x="19576" y="6261"/>
                  </a:lnTo>
                  <a:cubicBezTo>
                    <a:pt x="20563" y="7335"/>
                    <a:pt x="21124" y="8732"/>
                    <a:pt x="21153" y="10191"/>
                  </a:cubicBezTo>
                  <a:cubicBezTo>
                    <a:pt x="21135" y="13441"/>
                    <a:pt x="18486" y="16061"/>
                    <a:pt x="15237" y="16043"/>
                  </a:cubicBezTo>
                  <a:cubicBezTo>
                    <a:pt x="11987" y="16026"/>
                    <a:pt x="9367" y="13377"/>
                    <a:pt x="9385" y="10127"/>
                  </a:cubicBezTo>
                  <a:cubicBezTo>
                    <a:pt x="9392" y="8724"/>
                    <a:pt x="9901" y="7369"/>
                    <a:pt x="10820" y="6308"/>
                  </a:cubicBezTo>
                  <a:lnTo>
                    <a:pt x="3759" y="118"/>
                  </a:lnTo>
                  <a:cubicBezTo>
                    <a:pt x="-1788" y="6491"/>
                    <a:pt x="-1118" y="16154"/>
                    <a:pt x="5255" y="21702"/>
                  </a:cubicBezTo>
                  <a:cubicBezTo>
                    <a:pt x="6697" y="22957"/>
                    <a:pt x="8361" y="23930"/>
                    <a:pt x="10161" y="24572"/>
                  </a:cubicBezTo>
                  <a:lnTo>
                    <a:pt x="10161" y="44343"/>
                  </a:lnTo>
                  <a:cubicBezTo>
                    <a:pt x="10161" y="50179"/>
                    <a:pt x="14892" y="54911"/>
                    <a:pt x="20729" y="54911"/>
                  </a:cubicBezTo>
                  <a:lnTo>
                    <a:pt x="38405" y="54911"/>
                  </a:lnTo>
                  <a:lnTo>
                    <a:pt x="38405" y="97276"/>
                  </a:lnTo>
                  <a:lnTo>
                    <a:pt x="113722" y="97276"/>
                  </a:lnTo>
                  <a:lnTo>
                    <a:pt x="113722" y="52557"/>
                  </a:lnTo>
                  <a:lnTo>
                    <a:pt x="126690" y="52557"/>
                  </a:lnTo>
                  <a:cubicBezTo>
                    <a:pt x="127327" y="52557"/>
                    <a:pt x="127843" y="53073"/>
                    <a:pt x="127843" y="53710"/>
                  </a:cubicBezTo>
                  <a:lnTo>
                    <a:pt x="127843" y="73316"/>
                  </a:lnTo>
                  <a:cubicBezTo>
                    <a:pt x="119804" y="75917"/>
                    <a:pt x="115396" y="84542"/>
                    <a:pt x="117996" y="92581"/>
                  </a:cubicBezTo>
                  <a:cubicBezTo>
                    <a:pt x="118647" y="94593"/>
                    <a:pt x="119708" y="96448"/>
                    <a:pt x="121112" y="98029"/>
                  </a:cubicBezTo>
                  <a:lnTo>
                    <a:pt x="128173" y="91769"/>
                  </a:lnTo>
                  <a:cubicBezTo>
                    <a:pt x="127199" y="90701"/>
                    <a:pt x="126661" y="89307"/>
                    <a:pt x="126667" y="87862"/>
                  </a:cubicBezTo>
                  <a:cubicBezTo>
                    <a:pt x="126669" y="84612"/>
                    <a:pt x="129306" y="81980"/>
                    <a:pt x="132556" y="81982"/>
                  </a:cubicBezTo>
                  <a:cubicBezTo>
                    <a:pt x="135805" y="81985"/>
                    <a:pt x="138438" y="84622"/>
                    <a:pt x="138435" y="87871"/>
                  </a:cubicBezTo>
                  <a:cubicBezTo>
                    <a:pt x="138434" y="89297"/>
                    <a:pt x="137915" y="90673"/>
                    <a:pt x="136976" y="91745"/>
                  </a:cubicBezTo>
                  <a:lnTo>
                    <a:pt x="144037" y="97935"/>
                  </a:lnTo>
                  <a:cubicBezTo>
                    <a:pt x="149606" y="91598"/>
                    <a:pt x="148983" y="81947"/>
                    <a:pt x="142646" y="76378"/>
                  </a:cubicBezTo>
                  <a:cubicBezTo>
                    <a:pt x="141078" y="75000"/>
                    <a:pt x="139244" y="73958"/>
                    <a:pt x="137258" y="73316"/>
                  </a:cubicBezTo>
                  <a:close/>
                  <a:moveTo>
                    <a:pt x="104307" y="64325"/>
                  </a:moveTo>
                  <a:lnTo>
                    <a:pt x="97764" y="64325"/>
                  </a:lnTo>
                  <a:cubicBezTo>
                    <a:pt x="97536" y="64366"/>
                    <a:pt x="97320" y="64454"/>
                    <a:pt x="97128" y="64584"/>
                  </a:cubicBezTo>
                  <a:lnTo>
                    <a:pt x="89926" y="71951"/>
                  </a:lnTo>
                  <a:lnTo>
                    <a:pt x="84442" y="58959"/>
                  </a:lnTo>
                  <a:lnTo>
                    <a:pt x="74204" y="80142"/>
                  </a:lnTo>
                  <a:lnTo>
                    <a:pt x="67025" y="52557"/>
                  </a:lnTo>
                  <a:lnTo>
                    <a:pt x="61494" y="64325"/>
                  </a:lnTo>
                  <a:lnTo>
                    <a:pt x="50173" y="64325"/>
                  </a:lnTo>
                  <a:lnTo>
                    <a:pt x="50173" y="59618"/>
                  </a:lnTo>
                  <a:lnTo>
                    <a:pt x="58505" y="59618"/>
                  </a:lnTo>
                  <a:lnTo>
                    <a:pt x="68296" y="38788"/>
                  </a:lnTo>
                  <a:lnTo>
                    <a:pt x="75545" y="66514"/>
                  </a:lnTo>
                  <a:lnTo>
                    <a:pt x="84748" y="47685"/>
                  </a:lnTo>
                  <a:lnTo>
                    <a:pt x="91527" y="63737"/>
                  </a:lnTo>
                  <a:lnTo>
                    <a:pt x="93880" y="61383"/>
                  </a:lnTo>
                  <a:cubicBezTo>
                    <a:pt x="94914" y="60337"/>
                    <a:pt x="96296" y="59709"/>
                    <a:pt x="97764" y="59618"/>
                  </a:cubicBezTo>
                  <a:lnTo>
                    <a:pt x="104307" y="59618"/>
                  </a:lnTo>
                  <a:close/>
                </a:path>
              </a:pathLst>
            </a:custGeom>
            <a:solidFill>
              <a:srgbClr val="282829">
                <a:alpha val="50000"/>
              </a:srgbClr>
            </a:solidFill>
            <a:ln w="2282" cap="flat">
              <a:noFill/>
              <a:prstDash val="solid"/>
              <a:miter/>
            </a:ln>
          </p:spPr>
          <p:txBody>
            <a:bodyPr rtlCol="0" anchor="ctr"/>
            <a:lstStyle/>
            <a:p>
              <a:endParaRPr lang="en-IN"/>
            </a:p>
          </p:txBody>
        </p:sp>
        <p:sp>
          <p:nvSpPr>
            <p:cNvPr id="142" name="Freeform: Shape 141">
              <a:extLst>
                <a:ext uri="{FF2B5EF4-FFF2-40B4-BE49-F238E27FC236}">
                  <a16:creationId xmlns:a16="http://schemas.microsoft.com/office/drawing/2014/main" id="{B5B284EB-AD9B-4F6E-BD30-F64C831810A6}"/>
                </a:ext>
              </a:extLst>
            </p:cNvPr>
            <p:cNvSpPr/>
            <p:nvPr/>
          </p:nvSpPr>
          <p:spPr>
            <a:xfrm flipH="1">
              <a:off x="3840352" y="2520148"/>
              <a:ext cx="92129" cy="59592"/>
            </a:xfrm>
            <a:custGeom>
              <a:avLst/>
              <a:gdLst>
                <a:gd name="connsiteX0" fmla="*/ 78514 w 92129"/>
                <a:gd name="connsiteY0" fmla="*/ 23165 h 59592"/>
                <a:gd name="connsiteX1" fmla="*/ 61007 w 92129"/>
                <a:gd name="connsiteY1" fmla="*/ 8488 h 59592"/>
                <a:gd name="connsiteX2" fmla="*/ 58178 w 92129"/>
                <a:gd name="connsiteY2" fmla="*/ 8665 h 59592"/>
                <a:gd name="connsiteX3" fmla="*/ 39964 w 92129"/>
                <a:gd name="connsiteY3" fmla="*/ 0 h 59592"/>
                <a:gd name="connsiteX4" fmla="*/ 17330 w 92129"/>
                <a:gd name="connsiteY4" fmla="*/ 17153 h 59592"/>
                <a:gd name="connsiteX5" fmla="*/ 0 w 92129"/>
                <a:gd name="connsiteY5" fmla="*/ 38196 h 59592"/>
                <a:gd name="connsiteX6" fmla="*/ 21220 w 92129"/>
                <a:gd name="connsiteY6" fmla="*/ 59592 h 59592"/>
                <a:gd name="connsiteX7" fmla="*/ 21220 w 92129"/>
                <a:gd name="connsiteY7" fmla="*/ 59592 h 59592"/>
                <a:gd name="connsiteX8" fmla="*/ 74270 w 92129"/>
                <a:gd name="connsiteY8" fmla="*/ 59592 h 59592"/>
                <a:gd name="connsiteX9" fmla="*/ 92130 w 92129"/>
                <a:gd name="connsiteY9" fmla="*/ 41025 h 59592"/>
                <a:gd name="connsiteX10" fmla="*/ 78514 w 92129"/>
                <a:gd name="connsiteY10" fmla="*/ 23165 h 59592"/>
                <a:gd name="connsiteX11" fmla="*/ 73209 w 92129"/>
                <a:gd name="connsiteY11" fmla="*/ 48983 h 59592"/>
                <a:gd name="connsiteX12" fmla="*/ 20866 w 92129"/>
                <a:gd name="connsiteY12" fmla="*/ 48983 h 59592"/>
                <a:gd name="connsiteX13" fmla="*/ 11494 w 92129"/>
                <a:gd name="connsiteY13" fmla="*/ 42793 h 59592"/>
                <a:gd name="connsiteX14" fmla="*/ 12732 w 92129"/>
                <a:gd name="connsiteY14" fmla="*/ 31476 h 59592"/>
                <a:gd name="connsiteX15" fmla="*/ 21397 w 92129"/>
                <a:gd name="connsiteY15" fmla="*/ 27055 h 59592"/>
                <a:gd name="connsiteX16" fmla="*/ 23165 w 92129"/>
                <a:gd name="connsiteY16" fmla="*/ 27232 h 59592"/>
                <a:gd name="connsiteX17" fmla="*/ 26348 w 92129"/>
                <a:gd name="connsiteY17" fmla="*/ 27763 h 59592"/>
                <a:gd name="connsiteX18" fmla="*/ 26348 w 92129"/>
                <a:gd name="connsiteY18" fmla="*/ 24226 h 59592"/>
                <a:gd name="connsiteX19" fmla="*/ 36781 w 92129"/>
                <a:gd name="connsiteY19" fmla="*/ 10964 h 59592"/>
                <a:gd name="connsiteX20" fmla="*/ 39964 w 92129"/>
                <a:gd name="connsiteY20" fmla="*/ 10610 h 59592"/>
                <a:gd name="connsiteX21" fmla="*/ 39964 w 92129"/>
                <a:gd name="connsiteY21" fmla="*/ 10610 h 59592"/>
                <a:gd name="connsiteX22" fmla="*/ 39964 w 92129"/>
                <a:gd name="connsiteY22" fmla="*/ 10610 h 59592"/>
                <a:gd name="connsiteX23" fmla="*/ 39964 w 92129"/>
                <a:gd name="connsiteY23" fmla="*/ 10610 h 59592"/>
                <a:gd name="connsiteX24" fmla="*/ 51989 w 92129"/>
                <a:gd name="connsiteY24" fmla="*/ 18037 h 59592"/>
                <a:gd name="connsiteX25" fmla="*/ 53050 w 92129"/>
                <a:gd name="connsiteY25" fmla="*/ 20159 h 59592"/>
                <a:gd name="connsiteX26" fmla="*/ 55349 w 92129"/>
                <a:gd name="connsiteY26" fmla="*/ 19275 h 59592"/>
                <a:gd name="connsiteX27" fmla="*/ 58885 w 92129"/>
                <a:gd name="connsiteY27" fmla="*/ 18744 h 59592"/>
                <a:gd name="connsiteX28" fmla="*/ 65251 w 92129"/>
                <a:gd name="connsiteY28" fmla="*/ 20689 h 59592"/>
                <a:gd name="connsiteX29" fmla="*/ 69849 w 92129"/>
                <a:gd name="connsiteY29" fmla="*/ 29708 h 59592"/>
                <a:gd name="connsiteX30" fmla="*/ 69849 w 92129"/>
                <a:gd name="connsiteY30" fmla="*/ 32537 h 59592"/>
                <a:gd name="connsiteX31" fmla="*/ 73385 w 92129"/>
                <a:gd name="connsiteY31" fmla="*/ 32537 h 59592"/>
                <a:gd name="connsiteX32" fmla="*/ 81697 w 92129"/>
                <a:gd name="connsiteY32" fmla="*/ 40848 h 59592"/>
                <a:gd name="connsiteX33" fmla="*/ 73209 w 92129"/>
                <a:gd name="connsiteY33" fmla="*/ 48983 h 59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2129" h="59592">
                  <a:moveTo>
                    <a:pt x="78514" y="23165"/>
                  </a:moveTo>
                  <a:cubicBezTo>
                    <a:pt x="77099" y="14854"/>
                    <a:pt x="69672" y="8488"/>
                    <a:pt x="61007" y="8488"/>
                  </a:cubicBezTo>
                  <a:cubicBezTo>
                    <a:pt x="60123" y="8488"/>
                    <a:pt x="59062" y="8665"/>
                    <a:pt x="58178" y="8665"/>
                  </a:cubicBezTo>
                  <a:cubicBezTo>
                    <a:pt x="53934" y="3360"/>
                    <a:pt x="47391" y="0"/>
                    <a:pt x="39964" y="0"/>
                  </a:cubicBezTo>
                  <a:cubicBezTo>
                    <a:pt x="29177" y="0"/>
                    <a:pt x="20159" y="7250"/>
                    <a:pt x="17330" y="17153"/>
                  </a:cubicBezTo>
                  <a:cubicBezTo>
                    <a:pt x="7427" y="19098"/>
                    <a:pt x="0" y="27763"/>
                    <a:pt x="0" y="38196"/>
                  </a:cubicBezTo>
                  <a:cubicBezTo>
                    <a:pt x="0" y="50044"/>
                    <a:pt x="9549" y="59592"/>
                    <a:pt x="21220" y="59592"/>
                  </a:cubicBezTo>
                  <a:lnTo>
                    <a:pt x="21220" y="59592"/>
                  </a:lnTo>
                  <a:cubicBezTo>
                    <a:pt x="21220" y="59592"/>
                    <a:pt x="73562" y="59592"/>
                    <a:pt x="74270" y="59592"/>
                  </a:cubicBezTo>
                  <a:cubicBezTo>
                    <a:pt x="84526" y="59592"/>
                    <a:pt x="92130" y="51281"/>
                    <a:pt x="92130" y="41025"/>
                  </a:cubicBezTo>
                  <a:cubicBezTo>
                    <a:pt x="92130" y="32537"/>
                    <a:pt x="86294" y="25464"/>
                    <a:pt x="78514" y="23165"/>
                  </a:cubicBezTo>
                  <a:close/>
                  <a:moveTo>
                    <a:pt x="73209" y="48983"/>
                  </a:moveTo>
                  <a:lnTo>
                    <a:pt x="20866" y="48983"/>
                  </a:lnTo>
                  <a:cubicBezTo>
                    <a:pt x="16799" y="48629"/>
                    <a:pt x="13262" y="46330"/>
                    <a:pt x="11494" y="42793"/>
                  </a:cubicBezTo>
                  <a:cubicBezTo>
                    <a:pt x="9903" y="39080"/>
                    <a:pt x="10256" y="34836"/>
                    <a:pt x="12732" y="31476"/>
                  </a:cubicBezTo>
                  <a:cubicBezTo>
                    <a:pt x="14854" y="28647"/>
                    <a:pt x="18037" y="27055"/>
                    <a:pt x="21397" y="27055"/>
                  </a:cubicBezTo>
                  <a:cubicBezTo>
                    <a:pt x="21927" y="27055"/>
                    <a:pt x="22635" y="27055"/>
                    <a:pt x="23165" y="27232"/>
                  </a:cubicBezTo>
                  <a:lnTo>
                    <a:pt x="26348" y="27763"/>
                  </a:lnTo>
                  <a:lnTo>
                    <a:pt x="26348" y="24226"/>
                  </a:lnTo>
                  <a:cubicBezTo>
                    <a:pt x="26348" y="17860"/>
                    <a:pt x="30592" y="12378"/>
                    <a:pt x="36781" y="10964"/>
                  </a:cubicBezTo>
                  <a:cubicBezTo>
                    <a:pt x="37842" y="10787"/>
                    <a:pt x="38903" y="10610"/>
                    <a:pt x="39964" y="10610"/>
                  </a:cubicBezTo>
                  <a:cubicBezTo>
                    <a:pt x="39964" y="10610"/>
                    <a:pt x="39964" y="10610"/>
                    <a:pt x="39964" y="10610"/>
                  </a:cubicBezTo>
                  <a:lnTo>
                    <a:pt x="39964" y="10610"/>
                  </a:lnTo>
                  <a:cubicBezTo>
                    <a:pt x="39964" y="10610"/>
                    <a:pt x="39964" y="10610"/>
                    <a:pt x="39964" y="10610"/>
                  </a:cubicBezTo>
                  <a:cubicBezTo>
                    <a:pt x="45092" y="10610"/>
                    <a:pt x="49690" y="13439"/>
                    <a:pt x="51989" y="18037"/>
                  </a:cubicBezTo>
                  <a:lnTo>
                    <a:pt x="53050" y="20159"/>
                  </a:lnTo>
                  <a:lnTo>
                    <a:pt x="55349" y="19275"/>
                  </a:lnTo>
                  <a:cubicBezTo>
                    <a:pt x="56410" y="18921"/>
                    <a:pt x="57647" y="18744"/>
                    <a:pt x="58885" y="18744"/>
                  </a:cubicBezTo>
                  <a:cubicBezTo>
                    <a:pt x="61184" y="18744"/>
                    <a:pt x="63306" y="19452"/>
                    <a:pt x="65251" y="20689"/>
                  </a:cubicBezTo>
                  <a:cubicBezTo>
                    <a:pt x="68080" y="22811"/>
                    <a:pt x="69849" y="26171"/>
                    <a:pt x="69849" y="29708"/>
                  </a:cubicBezTo>
                  <a:lnTo>
                    <a:pt x="69849" y="32537"/>
                  </a:lnTo>
                  <a:lnTo>
                    <a:pt x="73385" y="32537"/>
                  </a:lnTo>
                  <a:cubicBezTo>
                    <a:pt x="77983" y="32537"/>
                    <a:pt x="81697" y="36251"/>
                    <a:pt x="81697" y="40848"/>
                  </a:cubicBezTo>
                  <a:cubicBezTo>
                    <a:pt x="81520" y="45269"/>
                    <a:pt x="77806" y="48983"/>
                    <a:pt x="73209" y="48983"/>
                  </a:cubicBezTo>
                  <a:close/>
                </a:path>
              </a:pathLst>
            </a:custGeom>
            <a:solidFill>
              <a:srgbClr val="282829">
                <a:alpha val="50000"/>
              </a:srgbClr>
            </a:solidFill>
            <a:ln w="1687" cap="flat">
              <a:noFill/>
              <a:prstDash val="solid"/>
              <a:miter/>
            </a:ln>
          </p:spPr>
          <p:txBody>
            <a:bodyPr rtlCol="0" anchor="ctr"/>
            <a:lstStyle/>
            <a:p>
              <a:endParaRPr lang="en-IN"/>
            </a:p>
          </p:txBody>
        </p:sp>
        <p:sp>
          <p:nvSpPr>
            <p:cNvPr id="143" name="Freeform: Shape 142">
              <a:extLst>
                <a:ext uri="{FF2B5EF4-FFF2-40B4-BE49-F238E27FC236}">
                  <a16:creationId xmlns:a16="http://schemas.microsoft.com/office/drawing/2014/main" id="{05BAF2FB-7185-485B-AEC3-7BE6B94F8FCB}"/>
                </a:ext>
              </a:extLst>
            </p:cNvPr>
            <p:cNvSpPr/>
            <p:nvPr/>
          </p:nvSpPr>
          <p:spPr>
            <a:xfrm flipH="1">
              <a:off x="3900651" y="2586814"/>
              <a:ext cx="84879" cy="79574"/>
            </a:xfrm>
            <a:custGeom>
              <a:avLst/>
              <a:gdLst>
                <a:gd name="connsiteX0" fmla="*/ 79221 w 84879"/>
                <a:gd name="connsiteY0" fmla="*/ 0 h 79574"/>
                <a:gd name="connsiteX1" fmla="*/ 5659 w 84879"/>
                <a:gd name="connsiteY1" fmla="*/ 0 h 79574"/>
                <a:gd name="connsiteX2" fmla="*/ 0 w 84879"/>
                <a:gd name="connsiteY2" fmla="*/ 5659 h 79574"/>
                <a:gd name="connsiteX3" fmla="*/ 0 w 84879"/>
                <a:gd name="connsiteY3" fmla="*/ 56233 h 79574"/>
                <a:gd name="connsiteX4" fmla="*/ 5659 w 84879"/>
                <a:gd name="connsiteY4" fmla="*/ 61891 h 79574"/>
                <a:gd name="connsiteX5" fmla="*/ 5659 w 84879"/>
                <a:gd name="connsiteY5" fmla="*/ 61891 h 79574"/>
                <a:gd name="connsiteX6" fmla="*/ 33598 w 84879"/>
                <a:gd name="connsiteY6" fmla="*/ 61891 h 79574"/>
                <a:gd name="connsiteX7" fmla="*/ 33598 w 84879"/>
                <a:gd name="connsiteY7" fmla="*/ 68965 h 79574"/>
                <a:gd name="connsiteX8" fmla="*/ 21220 w 84879"/>
                <a:gd name="connsiteY8" fmla="*/ 68965 h 79574"/>
                <a:gd name="connsiteX9" fmla="*/ 21220 w 84879"/>
                <a:gd name="connsiteY9" fmla="*/ 79575 h 79574"/>
                <a:gd name="connsiteX10" fmla="*/ 63660 w 84879"/>
                <a:gd name="connsiteY10" fmla="*/ 79575 h 79574"/>
                <a:gd name="connsiteX11" fmla="*/ 63660 w 84879"/>
                <a:gd name="connsiteY11" fmla="*/ 68965 h 79574"/>
                <a:gd name="connsiteX12" fmla="*/ 51281 w 84879"/>
                <a:gd name="connsiteY12" fmla="*/ 68965 h 79574"/>
                <a:gd name="connsiteX13" fmla="*/ 51281 w 84879"/>
                <a:gd name="connsiteY13" fmla="*/ 61891 h 79574"/>
                <a:gd name="connsiteX14" fmla="*/ 79221 w 84879"/>
                <a:gd name="connsiteY14" fmla="*/ 61891 h 79574"/>
                <a:gd name="connsiteX15" fmla="*/ 84880 w 84879"/>
                <a:gd name="connsiteY15" fmla="*/ 56233 h 79574"/>
                <a:gd name="connsiteX16" fmla="*/ 84880 w 84879"/>
                <a:gd name="connsiteY16" fmla="*/ 56233 h 79574"/>
                <a:gd name="connsiteX17" fmla="*/ 84880 w 84879"/>
                <a:gd name="connsiteY17" fmla="*/ 5659 h 79574"/>
                <a:gd name="connsiteX18" fmla="*/ 79221 w 84879"/>
                <a:gd name="connsiteY18" fmla="*/ 0 h 79574"/>
                <a:gd name="connsiteX19" fmla="*/ 74270 w 84879"/>
                <a:gd name="connsiteY19" fmla="*/ 51281 h 79574"/>
                <a:gd name="connsiteX20" fmla="*/ 10610 w 84879"/>
                <a:gd name="connsiteY20" fmla="*/ 51281 h 79574"/>
                <a:gd name="connsiteX21" fmla="*/ 10610 w 84879"/>
                <a:gd name="connsiteY21" fmla="*/ 10610 h 79574"/>
                <a:gd name="connsiteX22" fmla="*/ 74270 w 84879"/>
                <a:gd name="connsiteY22" fmla="*/ 10610 h 79574"/>
                <a:gd name="connsiteX23" fmla="*/ 74270 w 84879"/>
                <a:gd name="connsiteY23" fmla="*/ 51281 h 7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4879" h="79574">
                  <a:moveTo>
                    <a:pt x="79221" y="0"/>
                  </a:moveTo>
                  <a:lnTo>
                    <a:pt x="5659" y="0"/>
                  </a:lnTo>
                  <a:cubicBezTo>
                    <a:pt x="2476" y="0"/>
                    <a:pt x="0" y="2476"/>
                    <a:pt x="0" y="5659"/>
                  </a:cubicBezTo>
                  <a:lnTo>
                    <a:pt x="0" y="56233"/>
                  </a:lnTo>
                  <a:cubicBezTo>
                    <a:pt x="0" y="59416"/>
                    <a:pt x="2476" y="61891"/>
                    <a:pt x="5659" y="61891"/>
                  </a:cubicBezTo>
                  <a:cubicBezTo>
                    <a:pt x="5659" y="61891"/>
                    <a:pt x="5659" y="61891"/>
                    <a:pt x="5659" y="61891"/>
                  </a:cubicBezTo>
                  <a:lnTo>
                    <a:pt x="33598" y="61891"/>
                  </a:lnTo>
                  <a:lnTo>
                    <a:pt x="33598" y="68965"/>
                  </a:lnTo>
                  <a:lnTo>
                    <a:pt x="21220" y="68965"/>
                  </a:lnTo>
                  <a:lnTo>
                    <a:pt x="21220" y="79575"/>
                  </a:lnTo>
                  <a:lnTo>
                    <a:pt x="63660" y="79575"/>
                  </a:lnTo>
                  <a:lnTo>
                    <a:pt x="63660" y="68965"/>
                  </a:lnTo>
                  <a:lnTo>
                    <a:pt x="51281" y="68965"/>
                  </a:lnTo>
                  <a:lnTo>
                    <a:pt x="51281" y="61891"/>
                  </a:lnTo>
                  <a:lnTo>
                    <a:pt x="79221" y="61891"/>
                  </a:lnTo>
                  <a:cubicBezTo>
                    <a:pt x="82404" y="61891"/>
                    <a:pt x="84880" y="59416"/>
                    <a:pt x="84880" y="56233"/>
                  </a:cubicBezTo>
                  <a:lnTo>
                    <a:pt x="84880" y="56233"/>
                  </a:lnTo>
                  <a:lnTo>
                    <a:pt x="84880" y="5659"/>
                  </a:lnTo>
                  <a:cubicBezTo>
                    <a:pt x="84880" y="2476"/>
                    <a:pt x="82404" y="0"/>
                    <a:pt x="79221" y="0"/>
                  </a:cubicBezTo>
                  <a:close/>
                  <a:moveTo>
                    <a:pt x="74270" y="51281"/>
                  </a:moveTo>
                  <a:lnTo>
                    <a:pt x="10610" y="51281"/>
                  </a:lnTo>
                  <a:lnTo>
                    <a:pt x="10610" y="10610"/>
                  </a:lnTo>
                  <a:lnTo>
                    <a:pt x="74270" y="10610"/>
                  </a:lnTo>
                  <a:lnTo>
                    <a:pt x="74270" y="51281"/>
                  </a:lnTo>
                  <a:close/>
                </a:path>
              </a:pathLst>
            </a:custGeom>
            <a:solidFill>
              <a:srgbClr val="282829">
                <a:alpha val="50000"/>
              </a:srgbClr>
            </a:solidFill>
            <a:ln w="1687" cap="flat">
              <a:noFill/>
              <a:prstDash val="solid"/>
              <a:miter/>
            </a:ln>
          </p:spPr>
          <p:txBody>
            <a:bodyPr rtlCol="0" anchor="ctr"/>
            <a:lstStyle/>
            <a:p>
              <a:endParaRPr lang="en-IN"/>
            </a:p>
          </p:txBody>
        </p:sp>
        <p:sp>
          <p:nvSpPr>
            <p:cNvPr id="144" name="Freeform: Shape 143">
              <a:extLst>
                <a:ext uri="{FF2B5EF4-FFF2-40B4-BE49-F238E27FC236}">
                  <a16:creationId xmlns:a16="http://schemas.microsoft.com/office/drawing/2014/main" id="{74CCB5DF-9D3A-4D61-9F1E-E195BFCBC7C9}"/>
                </a:ext>
              </a:extLst>
            </p:cNvPr>
            <p:cNvSpPr/>
            <p:nvPr/>
          </p:nvSpPr>
          <p:spPr>
            <a:xfrm flipH="1">
              <a:off x="3861175" y="2586814"/>
              <a:ext cx="31165" cy="39256"/>
            </a:xfrm>
            <a:custGeom>
              <a:avLst/>
              <a:gdLst>
                <a:gd name="connsiteX0" fmla="*/ 17860 w 31165"/>
                <a:gd name="connsiteY0" fmla="*/ 0 h 39256"/>
                <a:gd name="connsiteX1" fmla="*/ 20513 w 31165"/>
                <a:gd name="connsiteY1" fmla="*/ 8134 h 39256"/>
                <a:gd name="connsiteX2" fmla="*/ 12909 w 31165"/>
                <a:gd name="connsiteY2" fmla="*/ 20689 h 39256"/>
                <a:gd name="connsiteX3" fmla="*/ 12909 w 31165"/>
                <a:gd name="connsiteY3" fmla="*/ 13439 h 39256"/>
                <a:gd name="connsiteX4" fmla="*/ 0 w 31165"/>
                <a:gd name="connsiteY4" fmla="*/ 26525 h 39256"/>
                <a:gd name="connsiteX5" fmla="*/ 12909 w 31165"/>
                <a:gd name="connsiteY5" fmla="*/ 39257 h 39256"/>
                <a:gd name="connsiteX6" fmla="*/ 12909 w 31165"/>
                <a:gd name="connsiteY6" fmla="*/ 32007 h 39256"/>
                <a:gd name="connsiteX7" fmla="*/ 30238 w 31165"/>
                <a:gd name="connsiteY7" fmla="*/ 1591 h 39256"/>
                <a:gd name="connsiteX8" fmla="*/ 29708 w 31165"/>
                <a:gd name="connsiteY8" fmla="*/ 0 h 39256"/>
                <a:gd name="connsiteX9" fmla="*/ 17860 w 31165"/>
                <a:gd name="connsiteY9" fmla="*/ 0 h 3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65" h="39256">
                  <a:moveTo>
                    <a:pt x="17860" y="0"/>
                  </a:moveTo>
                  <a:cubicBezTo>
                    <a:pt x="19628" y="2299"/>
                    <a:pt x="20513" y="5305"/>
                    <a:pt x="20513" y="8134"/>
                  </a:cubicBezTo>
                  <a:cubicBezTo>
                    <a:pt x="20513" y="13439"/>
                    <a:pt x="17506" y="18214"/>
                    <a:pt x="12909" y="20689"/>
                  </a:cubicBezTo>
                  <a:lnTo>
                    <a:pt x="12909" y="13439"/>
                  </a:lnTo>
                  <a:lnTo>
                    <a:pt x="0" y="26525"/>
                  </a:lnTo>
                  <a:lnTo>
                    <a:pt x="12909" y="39257"/>
                  </a:lnTo>
                  <a:lnTo>
                    <a:pt x="12909" y="32007"/>
                  </a:lnTo>
                  <a:cubicBezTo>
                    <a:pt x="26171" y="28470"/>
                    <a:pt x="33952" y="14854"/>
                    <a:pt x="30238" y="1591"/>
                  </a:cubicBezTo>
                  <a:cubicBezTo>
                    <a:pt x="30061" y="1061"/>
                    <a:pt x="29885" y="530"/>
                    <a:pt x="29708" y="0"/>
                  </a:cubicBezTo>
                  <a:lnTo>
                    <a:pt x="17860" y="0"/>
                  </a:lnTo>
                  <a:close/>
                </a:path>
              </a:pathLst>
            </a:custGeom>
            <a:solidFill>
              <a:srgbClr val="282829">
                <a:alpha val="50000"/>
              </a:srgbClr>
            </a:solidFill>
            <a:ln w="1687" cap="flat">
              <a:noFill/>
              <a:prstDash val="solid"/>
              <a:miter/>
            </a:ln>
          </p:spPr>
          <p:txBody>
            <a:bodyPr rtlCol="0" anchor="ctr"/>
            <a:lstStyle/>
            <a:p>
              <a:endParaRPr lang="en-IN"/>
            </a:p>
          </p:txBody>
        </p:sp>
        <p:sp>
          <p:nvSpPr>
            <p:cNvPr id="145" name="Freeform: Shape 144">
              <a:extLst>
                <a:ext uri="{FF2B5EF4-FFF2-40B4-BE49-F238E27FC236}">
                  <a16:creationId xmlns:a16="http://schemas.microsoft.com/office/drawing/2014/main" id="{5C9E9214-6D30-47BC-AC27-ABB70FD95F89}"/>
                </a:ext>
              </a:extLst>
            </p:cNvPr>
            <p:cNvSpPr/>
            <p:nvPr/>
          </p:nvSpPr>
          <p:spPr>
            <a:xfrm flipH="1">
              <a:off x="3939554" y="2540484"/>
              <a:ext cx="31165" cy="39256"/>
            </a:xfrm>
            <a:custGeom>
              <a:avLst/>
              <a:gdLst>
                <a:gd name="connsiteX0" fmla="*/ 13305 w 31165"/>
                <a:gd name="connsiteY0" fmla="*/ 39257 h 39256"/>
                <a:gd name="connsiteX1" fmla="*/ 10653 w 31165"/>
                <a:gd name="connsiteY1" fmla="*/ 31122 h 39256"/>
                <a:gd name="connsiteX2" fmla="*/ 18256 w 31165"/>
                <a:gd name="connsiteY2" fmla="*/ 18567 h 39256"/>
                <a:gd name="connsiteX3" fmla="*/ 18256 w 31165"/>
                <a:gd name="connsiteY3" fmla="*/ 25818 h 39256"/>
                <a:gd name="connsiteX4" fmla="*/ 31165 w 31165"/>
                <a:gd name="connsiteY4" fmla="*/ 12732 h 39256"/>
                <a:gd name="connsiteX5" fmla="*/ 18256 w 31165"/>
                <a:gd name="connsiteY5" fmla="*/ 0 h 39256"/>
                <a:gd name="connsiteX6" fmla="*/ 18256 w 31165"/>
                <a:gd name="connsiteY6" fmla="*/ 7250 h 39256"/>
                <a:gd name="connsiteX7" fmla="*/ 927 w 31165"/>
                <a:gd name="connsiteY7" fmla="*/ 37665 h 39256"/>
                <a:gd name="connsiteX8" fmla="*/ 1457 w 31165"/>
                <a:gd name="connsiteY8" fmla="*/ 39257 h 39256"/>
                <a:gd name="connsiteX9" fmla="*/ 13305 w 31165"/>
                <a:gd name="connsiteY9" fmla="*/ 39257 h 3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65" h="39256">
                  <a:moveTo>
                    <a:pt x="13305" y="39257"/>
                  </a:moveTo>
                  <a:cubicBezTo>
                    <a:pt x="11891" y="37488"/>
                    <a:pt x="10653" y="33952"/>
                    <a:pt x="10653" y="31122"/>
                  </a:cubicBezTo>
                  <a:cubicBezTo>
                    <a:pt x="10653" y="25818"/>
                    <a:pt x="13659" y="21043"/>
                    <a:pt x="18256" y="18567"/>
                  </a:cubicBezTo>
                  <a:lnTo>
                    <a:pt x="18256" y="25818"/>
                  </a:lnTo>
                  <a:lnTo>
                    <a:pt x="31165" y="12732"/>
                  </a:lnTo>
                  <a:lnTo>
                    <a:pt x="18256" y="0"/>
                  </a:lnTo>
                  <a:lnTo>
                    <a:pt x="18256" y="7250"/>
                  </a:lnTo>
                  <a:cubicBezTo>
                    <a:pt x="4994" y="10787"/>
                    <a:pt x="-2787" y="24403"/>
                    <a:pt x="927" y="37665"/>
                  </a:cubicBezTo>
                  <a:cubicBezTo>
                    <a:pt x="1104" y="38196"/>
                    <a:pt x="1281" y="38726"/>
                    <a:pt x="1457" y="39257"/>
                  </a:cubicBezTo>
                  <a:lnTo>
                    <a:pt x="13305" y="39257"/>
                  </a:lnTo>
                  <a:close/>
                </a:path>
              </a:pathLst>
            </a:custGeom>
            <a:solidFill>
              <a:srgbClr val="282829">
                <a:alpha val="50000"/>
              </a:srgbClr>
            </a:solidFill>
            <a:ln w="1687" cap="flat">
              <a:noFill/>
              <a:prstDash val="solid"/>
              <a:miter/>
            </a:ln>
          </p:spPr>
          <p:txBody>
            <a:bodyPr rtlCol="0" anchor="ctr"/>
            <a:lstStyle/>
            <a:p>
              <a:endParaRPr lang="en-IN"/>
            </a:p>
          </p:txBody>
        </p:sp>
        <p:sp>
          <p:nvSpPr>
            <p:cNvPr id="147" name="Freeform: Shape 146">
              <a:extLst>
                <a:ext uri="{FF2B5EF4-FFF2-40B4-BE49-F238E27FC236}">
                  <a16:creationId xmlns:a16="http://schemas.microsoft.com/office/drawing/2014/main" id="{B61E7929-FB41-4CB9-84F3-3ABC18D2ADCB}"/>
                </a:ext>
              </a:extLst>
            </p:cNvPr>
            <p:cNvSpPr/>
            <p:nvPr/>
          </p:nvSpPr>
          <p:spPr>
            <a:xfrm>
              <a:off x="4330105" y="1734044"/>
              <a:ext cx="6299" cy="6299"/>
            </a:xfrm>
            <a:custGeom>
              <a:avLst/>
              <a:gdLst>
                <a:gd name="connsiteX0" fmla="*/ 3150 w 6299"/>
                <a:gd name="connsiteY0" fmla="*/ 0 h 6299"/>
                <a:gd name="connsiteX1" fmla="*/ 0 w 6299"/>
                <a:gd name="connsiteY1" fmla="*/ 3150 h 6299"/>
                <a:gd name="connsiteX2" fmla="*/ 3150 w 6299"/>
                <a:gd name="connsiteY2" fmla="*/ 6300 h 6299"/>
                <a:gd name="connsiteX3" fmla="*/ 6300 w 6299"/>
                <a:gd name="connsiteY3" fmla="*/ 3150 h 6299"/>
                <a:gd name="connsiteX4" fmla="*/ 3150 w 6299"/>
                <a:gd name="connsiteY4" fmla="*/ 0 h 6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9" h="6299">
                  <a:moveTo>
                    <a:pt x="3150" y="0"/>
                  </a:moveTo>
                  <a:cubicBezTo>
                    <a:pt x="1425" y="0"/>
                    <a:pt x="0" y="1425"/>
                    <a:pt x="0" y="3150"/>
                  </a:cubicBezTo>
                  <a:cubicBezTo>
                    <a:pt x="0" y="4875"/>
                    <a:pt x="1425" y="6300"/>
                    <a:pt x="3150" y="6300"/>
                  </a:cubicBezTo>
                  <a:cubicBezTo>
                    <a:pt x="4875" y="6300"/>
                    <a:pt x="6300" y="4875"/>
                    <a:pt x="6300" y="3150"/>
                  </a:cubicBezTo>
                  <a:cubicBezTo>
                    <a:pt x="6300" y="1425"/>
                    <a:pt x="4875" y="0"/>
                    <a:pt x="3150" y="0"/>
                  </a:cubicBezTo>
                  <a:close/>
                </a:path>
              </a:pathLst>
            </a:custGeom>
            <a:solidFill>
              <a:srgbClr val="000000">
                <a:alpha val="50000"/>
              </a:srgbClr>
            </a:solidFill>
            <a:ln w="695" cap="flat">
              <a:noFill/>
              <a:prstDash val="solid"/>
              <a:miter/>
            </a:ln>
          </p:spPr>
          <p:txBody>
            <a:bodyPr rtlCol="0" anchor="ctr"/>
            <a:lstStyle/>
            <a:p>
              <a:endParaRPr lang="en-IN"/>
            </a:p>
          </p:txBody>
        </p:sp>
        <p:sp>
          <p:nvSpPr>
            <p:cNvPr id="148" name="Freeform: Shape 147">
              <a:extLst>
                <a:ext uri="{FF2B5EF4-FFF2-40B4-BE49-F238E27FC236}">
                  <a16:creationId xmlns:a16="http://schemas.microsoft.com/office/drawing/2014/main" id="{76ECD935-588E-4EEA-AF86-79EFF7FCE7BE}"/>
                </a:ext>
              </a:extLst>
            </p:cNvPr>
            <p:cNvSpPr/>
            <p:nvPr/>
          </p:nvSpPr>
          <p:spPr>
            <a:xfrm>
              <a:off x="4320656" y="1749268"/>
              <a:ext cx="6299" cy="6299"/>
            </a:xfrm>
            <a:custGeom>
              <a:avLst/>
              <a:gdLst>
                <a:gd name="connsiteX0" fmla="*/ 6300 w 6299"/>
                <a:gd name="connsiteY0" fmla="*/ 3150 h 6299"/>
                <a:gd name="connsiteX1" fmla="*/ 3150 w 6299"/>
                <a:gd name="connsiteY1" fmla="*/ 6300 h 6299"/>
                <a:gd name="connsiteX2" fmla="*/ 0 w 6299"/>
                <a:gd name="connsiteY2" fmla="*/ 3150 h 6299"/>
                <a:gd name="connsiteX3" fmla="*/ 3150 w 6299"/>
                <a:gd name="connsiteY3" fmla="*/ 0 h 6299"/>
                <a:gd name="connsiteX4" fmla="*/ 6300 w 6299"/>
                <a:gd name="connsiteY4" fmla="*/ 3150 h 6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9" h="6299">
                  <a:moveTo>
                    <a:pt x="6300" y="3150"/>
                  </a:moveTo>
                  <a:cubicBezTo>
                    <a:pt x="6300" y="4889"/>
                    <a:pt x="4889" y="6300"/>
                    <a:pt x="3150" y="6300"/>
                  </a:cubicBezTo>
                  <a:cubicBezTo>
                    <a:pt x="1410" y="6300"/>
                    <a:pt x="0" y="4889"/>
                    <a:pt x="0" y="3150"/>
                  </a:cubicBezTo>
                  <a:cubicBezTo>
                    <a:pt x="0" y="1410"/>
                    <a:pt x="1410" y="0"/>
                    <a:pt x="3150" y="0"/>
                  </a:cubicBezTo>
                  <a:cubicBezTo>
                    <a:pt x="4889" y="0"/>
                    <a:pt x="6300" y="1410"/>
                    <a:pt x="6300" y="3150"/>
                  </a:cubicBezTo>
                  <a:close/>
                </a:path>
              </a:pathLst>
            </a:custGeom>
            <a:solidFill>
              <a:srgbClr val="000000">
                <a:alpha val="50000"/>
              </a:srgbClr>
            </a:solidFill>
            <a:ln w="695"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64338B4E-284A-4F99-AF2C-995A15E31752}"/>
                </a:ext>
              </a:extLst>
            </p:cNvPr>
            <p:cNvSpPr/>
            <p:nvPr/>
          </p:nvSpPr>
          <p:spPr>
            <a:xfrm>
              <a:off x="4308417" y="1723470"/>
              <a:ext cx="51018" cy="60520"/>
            </a:xfrm>
            <a:custGeom>
              <a:avLst/>
              <a:gdLst>
                <a:gd name="connsiteX0" fmla="*/ 33763 w 51018"/>
                <a:gd name="connsiteY0" fmla="*/ 14774 h 60520"/>
                <a:gd name="connsiteX1" fmla="*/ 31888 w 51018"/>
                <a:gd name="connsiteY1" fmla="*/ 15674 h 60520"/>
                <a:gd name="connsiteX2" fmla="*/ 31138 w 51018"/>
                <a:gd name="connsiteY2" fmla="*/ 17324 h 60520"/>
                <a:gd name="connsiteX3" fmla="*/ 31813 w 51018"/>
                <a:gd name="connsiteY3" fmla="*/ 19274 h 60520"/>
                <a:gd name="connsiteX4" fmla="*/ 30313 w 51018"/>
                <a:gd name="connsiteY4" fmla="*/ 20774 h 60520"/>
                <a:gd name="connsiteX5" fmla="*/ 28363 w 51018"/>
                <a:gd name="connsiteY5" fmla="*/ 20099 h 60520"/>
                <a:gd name="connsiteX6" fmla="*/ 26713 w 51018"/>
                <a:gd name="connsiteY6" fmla="*/ 20774 h 60520"/>
                <a:gd name="connsiteX7" fmla="*/ 25813 w 51018"/>
                <a:gd name="connsiteY7" fmla="*/ 22573 h 60520"/>
                <a:gd name="connsiteX8" fmla="*/ 23713 w 51018"/>
                <a:gd name="connsiteY8" fmla="*/ 22573 h 60520"/>
                <a:gd name="connsiteX9" fmla="*/ 22813 w 51018"/>
                <a:gd name="connsiteY9" fmla="*/ 20699 h 60520"/>
                <a:gd name="connsiteX10" fmla="*/ 21164 w 51018"/>
                <a:gd name="connsiteY10" fmla="*/ 20024 h 60520"/>
                <a:gd name="connsiteX11" fmla="*/ 19214 w 51018"/>
                <a:gd name="connsiteY11" fmla="*/ 20699 h 60520"/>
                <a:gd name="connsiteX12" fmla="*/ 17714 w 51018"/>
                <a:gd name="connsiteY12" fmla="*/ 19199 h 60520"/>
                <a:gd name="connsiteX13" fmla="*/ 18389 w 51018"/>
                <a:gd name="connsiteY13" fmla="*/ 17249 h 60520"/>
                <a:gd name="connsiteX14" fmla="*/ 17714 w 51018"/>
                <a:gd name="connsiteY14" fmla="*/ 15599 h 60520"/>
                <a:gd name="connsiteX15" fmla="*/ 15839 w 51018"/>
                <a:gd name="connsiteY15" fmla="*/ 14699 h 60520"/>
                <a:gd name="connsiteX16" fmla="*/ 15839 w 51018"/>
                <a:gd name="connsiteY16" fmla="*/ 12599 h 60520"/>
                <a:gd name="connsiteX17" fmla="*/ 17714 w 51018"/>
                <a:gd name="connsiteY17" fmla="*/ 11699 h 60520"/>
                <a:gd name="connsiteX18" fmla="*/ 18389 w 51018"/>
                <a:gd name="connsiteY18" fmla="*/ 10049 h 60520"/>
                <a:gd name="connsiteX19" fmla="*/ 17789 w 51018"/>
                <a:gd name="connsiteY19" fmla="*/ 8099 h 60520"/>
                <a:gd name="connsiteX20" fmla="*/ 19289 w 51018"/>
                <a:gd name="connsiteY20" fmla="*/ 6600 h 60520"/>
                <a:gd name="connsiteX21" fmla="*/ 21239 w 51018"/>
                <a:gd name="connsiteY21" fmla="*/ 7274 h 60520"/>
                <a:gd name="connsiteX22" fmla="*/ 22888 w 51018"/>
                <a:gd name="connsiteY22" fmla="*/ 6600 h 60520"/>
                <a:gd name="connsiteX23" fmla="*/ 23788 w 51018"/>
                <a:gd name="connsiteY23" fmla="*/ 4725 h 60520"/>
                <a:gd name="connsiteX24" fmla="*/ 25888 w 51018"/>
                <a:gd name="connsiteY24" fmla="*/ 4725 h 60520"/>
                <a:gd name="connsiteX25" fmla="*/ 26788 w 51018"/>
                <a:gd name="connsiteY25" fmla="*/ 6525 h 60520"/>
                <a:gd name="connsiteX26" fmla="*/ 28438 w 51018"/>
                <a:gd name="connsiteY26" fmla="*/ 7200 h 60520"/>
                <a:gd name="connsiteX27" fmla="*/ 30388 w 51018"/>
                <a:gd name="connsiteY27" fmla="*/ 6525 h 60520"/>
                <a:gd name="connsiteX28" fmla="*/ 31888 w 51018"/>
                <a:gd name="connsiteY28" fmla="*/ 8024 h 60520"/>
                <a:gd name="connsiteX29" fmla="*/ 31213 w 51018"/>
                <a:gd name="connsiteY29" fmla="*/ 9974 h 60520"/>
                <a:gd name="connsiteX30" fmla="*/ 31888 w 51018"/>
                <a:gd name="connsiteY30" fmla="*/ 11624 h 60520"/>
                <a:gd name="connsiteX31" fmla="*/ 33763 w 51018"/>
                <a:gd name="connsiteY31" fmla="*/ 12524 h 60520"/>
                <a:gd name="connsiteX32" fmla="*/ 33763 w 51018"/>
                <a:gd name="connsiteY32" fmla="*/ 14774 h 60520"/>
                <a:gd name="connsiteX33" fmla="*/ 24313 w 51018"/>
                <a:gd name="connsiteY33" fmla="*/ 29998 h 60520"/>
                <a:gd name="connsiteX34" fmla="*/ 22439 w 51018"/>
                <a:gd name="connsiteY34" fmla="*/ 30898 h 60520"/>
                <a:gd name="connsiteX35" fmla="*/ 21764 w 51018"/>
                <a:gd name="connsiteY35" fmla="*/ 32548 h 60520"/>
                <a:gd name="connsiteX36" fmla="*/ 22364 w 51018"/>
                <a:gd name="connsiteY36" fmla="*/ 34498 h 60520"/>
                <a:gd name="connsiteX37" fmla="*/ 20864 w 51018"/>
                <a:gd name="connsiteY37" fmla="*/ 35998 h 60520"/>
                <a:gd name="connsiteX38" fmla="*/ 18914 w 51018"/>
                <a:gd name="connsiteY38" fmla="*/ 35323 h 60520"/>
                <a:gd name="connsiteX39" fmla="*/ 17264 w 51018"/>
                <a:gd name="connsiteY39" fmla="*/ 35998 h 60520"/>
                <a:gd name="connsiteX40" fmla="*/ 16439 w 51018"/>
                <a:gd name="connsiteY40" fmla="*/ 37797 h 60520"/>
                <a:gd name="connsiteX41" fmla="*/ 14339 w 51018"/>
                <a:gd name="connsiteY41" fmla="*/ 37797 h 60520"/>
                <a:gd name="connsiteX42" fmla="*/ 13439 w 51018"/>
                <a:gd name="connsiteY42" fmla="*/ 35923 h 60520"/>
                <a:gd name="connsiteX43" fmla="*/ 11789 w 51018"/>
                <a:gd name="connsiteY43" fmla="*/ 35248 h 60520"/>
                <a:gd name="connsiteX44" fmla="*/ 9839 w 51018"/>
                <a:gd name="connsiteY44" fmla="*/ 35848 h 60520"/>
                <a:gd name="connsiteX45" fmla="*/ 8339 w 51018"/>
                <a:gd name="connsiteY45" fmla="*/ 34348 h 60520"/>
                <a:gd name="connsiteX46" fmla="*/ 9014 w 51018"/>
                <a:gd name="connsiteY46" fmla="*/ 32398 h 60520"/>
                <a:gd name="connsiteX47" fmla="*/ 8339 w 51018"/>
                <a:gd name="connsiteY47" fmla="*/ 30748 h 60520"/>
                <a:gd name="connsiteX48" fmla="*/ 6465 w 51018"/>
                <a:gd name="connsiteY48" fmla="*/ 29848 h 60520"/>
                <a:gd name="connsiteX49" fmla="*/ 6465 w 51018"/>
                <a:gd name="connsiteY49" fmla="*/ 27748 h 60520"/>
                <a:gd name="connsiteX50" fmla="*/ 8339 w 51018"/>
                <a:gd name="connsiteY50" fmla="*/ 26848 h 60520"/>
                <a:gd name="connsiteX51" fmla="*/ 9014 w 51018"/>
                <a:gd name="connsiteY51" fmla="*/ 25198 h 60520"/>
                <a:gd name="connsiteX52" fmla="*/ 8339 w 51018"/>
                <a:gd name="connsiteY52" fmla="*/ 23248 h 60520"/>
                <a:gd name="connsiteX53" fmla="*/ 9839 w 51018"/>
                <a:gd name="connsiteY53" fmla="*/ 21748 h 60520"/>
                <a:gd name="connsiteX54" fmla="*/ 11789 w 51018"/>
                <a:gd name="connsiteY54" fmla="*/ 22423 h 60520"/>
                <a:gd name="connsiteX55" fmla="*/ 13439 w 51018"/>
                <a:gd name="connsiteY55" fmla="*/ 21748 h 60520"/>
                <a:gd name="connsiteX56" fmla="*/ 14339 w 51018"/>
                <a:gd name="connsiteY56" fmla="*/ 19874 h 60520"/>
                <a:gd name="connsiteX57" fmla="*/ 16514 w 51018"/>
                <a:gd name="connsiteY57" fmla="*/ 19874 h 60520"/>
                <a:gd name="connsiteX58" fmla="*/ 17414 w 51018"/>
                <a:gd name="connsiteY58" fmla="*/ 21748 h 60520"/>
                <a:gd name="connsiteX59" fmla="*/ 19064 w 51018"/>
                <a:gd name="connsiteY59" fmla="*/ 22423 h 60520"/>
                <a:gd name="connsiteX60" fmla="*/ 21014 w 51018"/>
                <a:gd name="connsiteY60" fmla="*/ 21748 h 60520"/>
                <a:gd name="connsiteX61" fmla="*/ 22513 w 51018"/>
                <a:gd name="connsiteY61" fmla="*/ 23248 h 60520"/>
                <a:gd name="connsiteX62" fmla="*/ 21839 w 51018"/>
                <a:gd name="connsiteY62" fmla="*/ 25198 h 60520"/>
                <a:gd name="connsiteX63" fmla="*/ 22513 w 51018"/>
                <a:gd name="connsiteY63" fmla="*/ 26848 h 60520"/>
                <a:gd name="connsiteX64" fmla="*/ 24388 w 51018"/>
                <a:gd name="connsiteY64" fmla="*/ 27748 h 60520"/>
                <a:gd name="connsiteX65" fmla="*/ 24313 w 51018"/>
                <a:gd name="connsiteY65" fmla="*/ 29998 h 60520"/>
                <a:gd name="connsiteX66" fmla="*/ 24313 w 51018"/>
                <a:gd name="connsiteY66" fmla="*/ 29998 h 60520"/>
                <a:gd name="connsiteX67" fmla="*/ 50262 w 51018"/>
                <a:gd name="connsiteY67" fmla="*/ 32773 h 60520"/>
                <a:gd name="connsiteX68" fmla="*/ 45087 w 51018"/>
                <a:gd name="connsiteY68" fmla="*/ 23773 h 60520"/>
                <a:gd name="connsiteX69" fmla="*/ 45087 w 51018"/>
                <a:gd name="connsiteY69" fmla="*/ 23398 h 60520"/>
                <a:gd name="connsiteX70" fmla="*/ 34063 w 51018"/>
                <a:gd name="connsiteY70" fmla="*/ 3150 h 60520"/>
                <a:gd name="connsiteX71" fmla="*/ 11039 w 51018"/>
                <a:gd name="connsiteY71" fmla="*/ 3150 h 60520"/>
                <a:gd name="connsiteX72" fmla="*/ 15 w 51018"/>
                <a:gd name="connsiteY72" fmla="*/ 23398 h 60520"/>
                <a:gd name="connsiteX73" fmla="*/ 8864 w 51018"/>
                <a:gd name="connsiteY73" fmla="*/ 41547 h 60520"/>
                <a:gd name="connsiteX74" fmla="*/ 8864 w 51018"/>
                <a:gd name="connsiteY74" fmla="*/ 60521 h 60520"/>
                <a:gd name="connsiteX75" fmla="*/ 32563 w 51018"/>
                <a:gd name="connsiteY75" fmla="*/ 60521 h 60520"/>
                <a:gd name="connsiteX76" fmla="*/ 32563 w 51018"/>
                <a:gd name="connsiteY76" fmla="*/ 51521 h 60520"/>
                <a:gd name="connsiteX77" fmla="*/ 36238 w 51018"/>
                <a:gd name="connsiteY77" fmla="*/ 51521 h 60520"/>
                <a:gd name="connsiteX78" fmla="*/ 42537 w 51018"/>
                <a:gd name="connsiteY78" fmla="*/ 48897 h 60520"/>
                <a:gd name="connsiteX79" fmla="*/ 45087 w 51018"/>
                <a:gd name="connsiteY79" fmla="*/ 42522 h 60520"/>
                <a:gd name="connsiteX80" fmla="*/ 45087 w 51018"/>
                <a:gd name="connsiteY80" fmla="*/ 38022 h 60520"/>
                <a:gd name="connsiteX81" fmla="*/ 48387 w 51018"/>
                <a:gd name="connsiteY81" fmla="*/ 38022 h 60520"/>
                <a:gd name="connsiteX82" fmla="*/ 50262 w 51018"/>
                <a:gd name="connsiteY82" fmla="*/ 32773 h 6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018" h="60520">
                  <a:moveTo>
                    <a:pt x="33763" y="14774"/>
                  </a:moveTo>
                  <a:lnTo>
                    <a:pt x="31888" y="15674"/>
                  </a:lnTo>
                  <a:cubicBezTo>
                    <a:pt x="31738" y="16274"/>
                    <a:pt x="31438" y="16799"/>
                    <a:pt x="31138" y="17324"/>
                  </a:cubicBezTo>
                  <a:lnTo>
                    <a:pt x="31813" y="19274"/>
                  </a:lnTo>
                  <a:lnTo>
                    <a:pt x="30313" y="20774"/>
                  </a:lnTo>
                  <a:lnTo>
                    <a:pt x="28363" y="20099"/>
                  </a:lnTo>
                  <a:cubicBezTo>
                    <a:pt x="27838" y="20399"/>
                    <a:pt x="27313" y="20624"/>
                    <a:pt x="26713" y="20774"/>
                  </a:cubicBezTo>
                  <a:lnTo>
                    <a:pt x="25813" y="22573"/>
                  </a:lnTo>
                  <a:lnTo>
                    <a:pt x="23713" y="22573"/>
                  </a:lnTo>
                  <a:lnTo>
                    <a:pt x="22813" y="20699"/>
                  </a:lnTo>
                  <a:cubicBezTo>
                    <a:pt x="22214" y="20549"/>
                    <a:pt x="21689" y="20324"/>
                    <a:pt x="21164" y="20024"/>
                  </a:cubicBezTo>
                  <a:lnTo>
                    <a:pt x="19214" y="20699"/>
                  </a:lnTo>
                  <a:lnTo>
                    <a:pt x="17714" y="19199"/>
                  </a:lnTo>
                  <a:lnTo>
                    <a:pt x="18389" y="17249"/>
                  </a:lnTo>
                  <a:cubicBezTo>
                    <a:pt x="18089" y="16724"/>
                    <a:pt x="17864" y="16199"/>
                    <a:pt x="17714" y="15599"/>
                  </a:cubicBezTo>
                  <a:lnTo>
                    <a:pt x="15839" y="14699"/>
                  </a:lnTo>
                  <a:lnTo>
                    <a:pt x="15839" y="12599"/>
                  </a:lnTo>
                  <a:lnTo>
                    <a:pt x="17714" y="11699"/>
                  </a:lnTo>
                  <a:cubicBezTo>
                    <a:pt x="17864" y="11099"/>
                    <a:pt x="18089" y="10574"/>
                    <a:pt x="18389" y="10049"/>
                  </a:cubicBezTo>
                  <a:lnTo>
                    <a:pt x="17789" y="8099"/>
                  </a:lnTo>
                  <a:lnTo>
                    <a:pt x="19289" y="6600"/>
                  </a:lnTo>
                  <a:lnTo>
                    <a:pt x="21239" y="7274"/>
                  </a:lnTo>
                  <a:cubicBezTo>
                    <a:pt x="21764" y="6975"/>
                    <a:pt x="22289" y="6750"/>
                    <a:pt x="22888" y="6600"/>
                  </a:cubicBezTo>
                  <a:lnTo>
                    <a:pt x="23788" y="4725"/>
                  </a:lnTo>
                  <a:lnTo>
                    <a:pt x="25888" y="4725"/>
                  </a:lnTo>
                  <a:lnTo>
                    <a:pt x="26788" y="6525"/>
                  </a:lnTo>
                  <a:cubicBezTo>
                    <a:pt x="27388" y="6675"/>
                    <a:pt x="27913" y="6900"/>
                    <a:pt x="28438" y="7200"/>
                  </a:cubicBezTo>
                  <a:lnTo>
                    <a:pt x="30388" y="6525"/>
                  </a:lnTo>
                  <a:lnTo>
                    <a:pt x="31888" y="8024"/>
                  </a:lnTo>
                  <a:lnTo>
                    <a:pt x="31213" y="9974"/>
                  </a:lnTo>
                  <a:cubicBezTo>
                    <a:pt x="31513" y="10499"/>
                    <a:pt x="31738" y="11024"/>
                    <a:pt x="31888" y="11624"/>
                  </a:cubicBezTo>
                  <a:lnTo>
                    <a:pt x="33763" y="12524"/>
                  </a:lnTo>
                  <a:lnTo>
                    <a:pt x="33763" y="14774"/>
                  </a:lnTo>
                  <a:close/>
                  <a:moveTo>
                    <a:pt x="24313" y="29998"/>
                  </a:moveTo>
                  <a:lnTo>
                    <a:pt x="22439" y="30898"/>
                  </a:lnTo>
                  <a:cubicBezTo>
                    <a:pt x="22289" y="31498"/>
                    <a:pt x="22064" y="32023"/>
                    <a:pt x="21764" y="32548"/>
                  </a:cubicBezTo>
                  <a:lnTo>
                    <a:pt x="22364" y="34498"/>
                  </a:lnTo>
                  <a:lnTo>
                    <a:pt x="20864" y="35998"/>
                  </a:lnTo>
                  <a:lnTo>
                    <a:pt x="18914" y="35323"/>
                  </a:lnTo>
                  <a:cubicBezTo>
                    <a:pt x="18389" y="35623"/>
                    <a:pt x="17864" y="35848"/>
                    <a:pt x="17264" y="35998"/>
                  </a:cubicBezTo>
                  <a:lnTo>
                    <a:pt x="16439" y="37797"/>
                  </a:lnTo>
                  <a:lnTo>
                    <a:pt x="14339" y="37797"/>
                  </a:lnTo>
                  <a:lnTo>
                    <a:pt x="13439" y="35923"/>
                  </a:lnTo>
                  <a:cubicBezTo>
                    <a:pt x="12839" y="35773"/>
                    <a:pt x="12314" y="35548"/>
                    <a:pt x="11789" y="35248"/>
                  </a:cubicBezTo>
                  <a:lnTo>
                    <a:pt x="9839" y="35848"/>
                  </a:lnTo>
                  <a:lnTo>
                    <a:pt x="8339" y="34348"/>
                  </a:lnTo>
                  <a:lnTo>
                    <a:pt x="9014" y="32398"/>
                  </a:lnTo>
                  <a:cubicBezTo>
                    <a:pt x="8714" y="31873"/>
                    <a:pt x="8489" y="31348"/>
                    <a:pt x="8339" y="30748"/>
                  </a:cubicBezTo>
                  <a:lnTo>
                    <a:pt x="6465" y="29848"/>
                  </a:lnTo>
                  <a:lnTo>
                    <a:pt x="6465" y="27748"/>
                  </a:lnTo>
                  <a:lnTo>
                    <a:pt x="8339" y="26848"/>
                  </a:lnTo>
                  <a:cubicBezTo>
                    <a:pt x="8489" y="26248"/>
                    <a:pt x="8714" y="25723"/>
                    <a:pt x="9014" y="25198"/>
                  </a:cubicBezTo>
                  <a:lnTo>
                    <a:pt x="8339" y="23248"/>
                  </a:lnTo>
                  <a:lnTo>
                    <a:pt x="9839" y="21748"/>
                  </a:lnTo>
                  <a:lnTo>
                    <a:pt x="11789" y="22423"/>
                  </a:lnTo>
                  <a:cubicBezTo>
                    <a:pt x="12314" y="22123"/>
                    <a:pt x="12839" y="21898"/>
                    <a:pt x="13439" y="21748"/>
                  </a:cubicBezTo>
                  <a:lnTo>
                    <a:pt x="14339" y="19874"/>
                  </a:lnTo>
                  <a:lnTo>
                    <a:pt x="16514" y="19874"/>
                  </a:lnTo>
                  <a:lnTo>
                    <a:pt x="17414" y="21748"/>
                  </a:lnTo>
                  <a:cubicBezTo>
                    <a:pt x="18014" y="21898"/>
                    <a:pt x="18539" y="22123"/>
                    <a:pt x="19064" y="22423"/>
                  </a:cubicBezTo>
                  <a:lnTo>
                    <a:pt x="21014" y="21748"/>
                  </a:lnTo>
                  <a:lnTo>
                    <a:pt x="22513" y="23248"/>
                  </a:lnTo>
                  <a:lnTo>
                    <a:pt x="21839" y="25198"/>
                  </a:lnTo>
                  <a:cubicBezTo>
                    <a:pt x="22139" y="25723"/>
                    <a:pt x="22364" y="26248"/>
                    <a:pt x="22513" y="26848"/>
                  </a:cubicBezTo>
                  <a:lnTo>
                    <a:pt x="24388" y="27748"/>
                  </a:lnTo>
                  <a:lnTo>
                    <a:pt x="24313" y="29998"/>
                  </a:lnTo>
                  <a:lnTo>
                    <a:pt x="24313" y="29998"/>
                  </a:lnTo>
                  <a:close/>
                  <a:moveTo>
                    <a:pt x="50262" y="32773"/>
                  </a:moveTo>
                  <a:lnTo>
                    <a:pt x="45087" y="23773"/>
                  </a:lnTo>
                  <a:lnTo>
                    <a:pt x="45087" y="23398"/>
                  </a:lnTo>
                  <a:cubicBezTo>
                    <a:pt x="45387" y="15149"/>
                    <a:pt x="41187" y="7424"/>
                    <a:pt x="34063" y="3150"/>
                  </a:cubicBezTo>
                  <a:cubicBezTo>
                    <a:pt x="26938" y="-1050"/>
                    <a:pt x="18164" y="-1050"/>
                    <a:pt x="11039" y="3150"/>
                  </a:cubicBezTo>
                  <a:cubicBezTo>
                    <a:pt x="3915" y="7349"/>
                    <a:pt x="-285" y="15149"/>
                    <a:pt x="15" y="23398"/>
                  </a:cubicBezTo>
                  <a:cubicBezTo>
                    <a:pt x="15" y="30523"/>
                    <a:pt x="3240" y="37197"/>
                    <a:pt x="8864" y="41547"/>
                  </a:cubicBezTo>
                  <a:lnTo>
                    <a:pt x="8864" y="60521"/>
                  </a:lnTo>
                  <a:lnTo>
                    <a:pt x="32563" y="60521"/>
                  </a:lnTo>
                  <a:lnTo>
                    <a:pt x="32563" y="51521"/>
                  </a:lnTo>
                  <a:lnTo>
                    <a:pt x="36238" y="51521"/>
                  </a:lnTo>
                  <a:cubicBezTo>
                    <a:pt x="38637" y="51521"/>
                    <a:pt x="40887" y="50546"/>
                    <a:pt x="42537" y="48897"/>
                  </a:cubicBezTo>
                  <a:cubicBezTo>
                    <a:pt x="44187" y="47172"/>
                    <a:pt x="45087" y="44922"/>
                    <a:pt x="45087" y="42522"/>
                  </a:cubicBezTo>
                  <a:lnTo>
                    <a:pt x="45087" y="38022"/>
                  </a:lnTo>
                  <a:lnTo>
                    <a:pt x="48387" y="38022"/>
                  </a:lnTo>
                  <a:cubicBezTo>
                    <a:pt x="50337" y="37797"/>
                    <a:pt x="52061" y="35548"/>
                    <a:pt x="50262" y="32773"/>
                  </a:cubicBezTo>
                  <a:close/>
                </a:path>
              </a:pathLst>
            </a:custGeom>
            <a:solidFill>
              <a:srgbClr val="000000">
                <a:alpha val="50000"/>
              </a:srgbClr>
            </a:solidFill>
            <a:ln w="695" cap="flat">
              <a:noFill/>
              <a:prstDash val="solid"/>
              <a:miter/>
            </a:ln>
          </p:spPr>
          <p:txBody>
            <a:bodyPr rtlCol="0" anchor="ctr"/>
            <a:lstStyle/>
            <a:p>
              <a:endParaRPr lang="en-IN"/>
            </a:p>
          </p:txBody>
        </p:sp>
        <p:sp>
          <p:nvSpPr>
            <p:cNvPr id="151" name="Freeform: Shape 150">
              <a:extLst>
                <a:ext uri="{FF2B5EF4-FFF2-40B4-BE49-F238E27FC236}">
                  <a16:creationId xmlns:a16="http://schemas.microsoft.com/office/drawing/2014/main" id="{B73FF73D-77B8-4D05-8192-2BC64ECA4B7B}"/>
                </a:ext>
              </a:extLst>
            </p:cNvPr>
            <p:cNvSpPr/>
            <p:nvPr/>
          </p:nvSpPr>
          <p:spPr>
            <a:xfrm>
              <a:off x="6984224" y="2251414"/>
              <a:ext cx="26940" cy="15718"/>
            </a:xfrm>
            <a:custGeom>
              <a:avLst/>
              <a:gdLst>
                <a:gd name="connsiteX0" fmla="*/ 26941 w 26940"/>
                <a:gd name="connsiteY0" fmla="*/ 9250 h 15718"/>
                <a:gd name="connsiteX1" fmla="*/ 20472 w 26940"/>
                <a:gd name="connsiteY1" fmla="*/ 15719 h 15718"/>
                <a:gd name="connsiteX2" fmla="*/ 13994 w 26940"/>
                <a:gd name="connsiteY2" fmla="*/ 9250 h 15718"/>
                <a:gd name="connsiteX3" fmla="*/ 17608 w 26940"/>
                <a:gd name="connsiteY3" fmla="*/ 9250 h 15718"/>
                <a:gd name="connsiteX4" fmla="*/ 11259 w 26940"/>
                <a:gd name="connsiteY4" fmla="*/ 5368 h 15718"/>
                <a:gd name="connsiteX5" fmla="*/ 6578 w 26940"/>
                <a:gd name="connsiteY5" fmla="*/ 7154 h 15718"/>
                <a:gd name="connsiteX6" fmla="*/ 0 w 26940"/>
                <a:gd name="connsiteY6" fmla="*/ 7154 h 15718"/>
                <a:gd name="connsiteX7" fmla="*/ 16576 w 26940"/>
                <a:gd name="connsiteY7" fmla="*/ 1189 h 15718"/>
                <a:gd name="connsiteX8" fmla="*/ 23307 w 26940"/>
                <a:gd name="connsiteY8" fmla="*/ 9250 h 15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0" h="15718">
                  <a:moveTo>
                    <a:pt x="26941" y="9250"/>
                  </a:moveTo>
                  <a:lnTo>
                    <a:pt x="20472" y="15719"/>
                  </a:lnTo>
                  <a:lnTo>
                    <a:pt x="13994" y="9250"/>
                  </a:lnTo>
                  <a:lnTo>
                    <a:pt x="17608" y="9250"/>
                  </a:lnTo>
                  <a:cubicBezTo>
                    <a:pt x="16385" y="6870"/>
                    <a:pt x="13936" y="5371"/>
                    <a:pt x="11259" y="5368"/>
                  </a:cubicBezTo>
                  <a:cubicBezTo>
                    <a:pt x="9533" y="5369"/>
                    <a:pt x="7867" y="6005"/>
                    <a:pt x="6578" y="7154"/>
                  </a:cubicBezTo>
                  <a:lnTo>
                    <a:pt x="0" y="7154"/>
                  </a:lnTo>
                  <a:cubicBezTo>
                    <a:pt x="2930" y="930"/>
                    <a:pt x="10352" y="-1741"/>
                    <a:pt x="16576" y="1189"/>
                  </a:cubicBezTo>
                  <a:cubicBezTo>
                    <a:pt x="19898" y="2753"/>
                    <a:pt x="22361" y="5703"/>
                    <a:pt x="23307" y="9250"/>
                  </a:cubicBezTo>
                  <a:close/>
                </a:path>
              </a:pathLst>
            </a:custGeom>
            <a:solidFill>
              <a:srgbClr val="000000">
                <a:alpha val="50000"/>
              </a:srgbClr>
            </a:solidFill>
            <a:ln w="992" cap="flat">
              <a:noFill/>
              <a:prstDash val="solid"/>
              <a:miter/>
            </a:ln>
          </p:spPr>
          <p:txBody>
            <a:bodyPr rtlCol="0" anchor="ctr"/>
            <a:lstStyle/>
            <a:p>
              <a:endParaRPr lang="en-IN"/>
            </a:p>
          </p:txBody>
        </p:sp>
        <p:sp>
          <p:nvSpPr>
            <p:cNvPr id="152" name="Freeform: Shape 151">
              <a:extLst>
                <a:ext uri="{FF2B5EF4-FFF2-40B4-BE49-F238E27FC236}">
                  <a16:creationId xmlns:a16="http://schemas.microsoft.com/office/drawing/2014/main" id="{07A7B7F2-9B23-4F94-97B8-06D3D7F94379}"/>
                </a:ext>
              </a:extLst>
            </p:cNvPr>
            <p:cNvSpPr/>
            <p:nvPr/>
          </p:nvSpPr>
          <p:spPr>
            <a:xfrm>
              <a:off x="6979842" y="2260664"/>
              <a:ext cx="26940" cy="15721"/>
            </a:xfrm>
            <a:custGeom>
              <a:avLst/>
              <a:gdLst>
                <a:gd name="connsiteX0" fmla="*/ 0 w 26940"/>
                <a:gd name="connsiteY0" fmla="*/ 6468 h 15721"/>
                <a:gd name="connsiteX1" fmla="*/ 6478 w 26940"/>
                <a:gd name="connsiteY1" fmla="*/ 0 h 15721"/>
                <a:gd name="connsiteX2" fmla="*/ 12946 w 26940"/>
                <a:gd name="connsiteY2" fmla="*/ 6468 h 15721"/>
                <a:gd name="connsiteX3" fmla="*/ 9303 w 26940"/>
                <a:gd name="connsiteY3" fmla="*/ 6468 h 15721"/>
                <a:gd name="connsiteX4" fmla="*/ 15641 w 26940"/>
                <a:gd name="connsiteY4" fmla="*/ 10351 h 15721"/>
                <a:gd name="connsiteX5" fmla="*/ 20333 w 26940"/>
                <a:gd name="connsiteY5" fmla="*/ 8564 h 15721"/>
                <a:gd name="connsiteX6" fmla="*/ 26941 w 26940"/>
                <a:gd name="connsiteY6" fmla="*/ 8564 h 15721"/>
                <a:gd name="connsiteX7" fmla="*/ 10333 w 26940"/>
                <a:gd name="connsiteY7" fmla="*/ 14526 h 15721"/>
                <a:gd name="connsiteX8" fmla="*/ 3603 w 26940"/>
                <a:gd name="connsiteY8" fmla="*/ 6468 h 15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0" h="15721">
                  <a:moveTo>
                    <a:pt x="0" y="6468"/>
                  </a:moveTo>
                  <a:lnTo>
                    <a:pt x="6478" y="0"/>
                  </a:lnTo>
                  <a:lnTo>
                    <a:pt x="12946" y="6468"/>
                  </a:lnTo>
                  <a:lnTo>
                    <a:pt x="9303" y="6468"/>
                  </a:lnTo>
                  <a:cubicBezTo>
                    <a:pt x="10522" y="8847"/>
                    <a:pt x="12968" y="10346"/>
                    <a:pt x="15641" y="10351"/>
                  </a:cubicBezTo>
                  <a:cubicBezTo>
                    <a:pt x="17371" y="10351"/>
                    <a:pt x="19041" y="9715"/>
                    <a:pt x="20333" y="8564"/>
                  </a:cubicBezTo>
                  <a:lnTo>
                    <a:pt x="26941" y="8564"/>
                  </a:lnTo>
                  <a:cubicBezTo>
                    <a:pt x="24001" y="14797"/>
                    <a:pt x="16565" y="17466"/>
                    <a:pt x="10333" y="14526"/>
                  </a:cubicBezTo>
                  <a:cubicBezTo>
                    <a:pt x="7014" y="12960"/>
                    <a:pt x="4552" y="10013"/>
                    <a:pt x="3603" y="6468"/>
                  </a:cubicBezTo>
                  <a:close/>
                </a:path>
              </a:pathLst>
            </a:custGeom>
            <a:solidFill>
              <a:srgbClr val="000000">
                <a:alpha val="50000"/>
              </a:srgbClr>
            </a:solidFill>
            <a:ln w="992" cap="flat">
              <a:noFill/>
              <a:prstDash val="solid"/>
              <a:miter/>
            </a:ln>
          </p:spPr>
          <p:txBody>
            <a:bodyPr rtlCol="0" anchor="ctr"/>
            <a:lstStyle/>
            <a:p>
              <a:endParaRPr lang="en-IN"/>
            </a:p>
          </p:txBody>
        </p:sp>
        <p:sp>
          <p:nvSpPr>
            <p:cNvPr id="153" name="Freeform: Shape 152">
              <a:extLst>
                <a:ext uri="{FF2B5EF4-FFF2-40B4-BE49-F238E27FC236}">
                  <a16:creationId xmlns:a16="http://schemas.microsoft.com/office/drawing/2014/main" id="{384ED709-1594-492E-9A34-82886E993F2E}"/>
                </a:ext>
              </a:extLst>
            </p:cNvPr>
            <p:cNvSpPr/>
            <p:nvPr/>
          </p:nvSpPr>
          <p:spPr>
            <a:xfrm>
              <a:off x="6949761" y="2231471"/>
              <a:ext cx="91816" cy="55883"/>
            </a:xfrm>
            <a:custGeom>
              <a:avLst/>
              <a:gdLst>
                <a:gd name="connsiteX0" fmla="*/ 76575 w 91816"/>
                <a:gd name="connsiteY0" fmla="*/ 55884 h 55883"/>
                <a:gd name="connsiteX1" fmla="*/ 91812 w 91816"/>
                <a:gd name="connsiteY1" fmla="*/ 39907 h 55883"/>
                <a:gd name="connsiteX2" fmla="*/ 78471 w 91816"/>
                <a:gd name="connsiteY2" fmla="*/ 24831 h 55883"/>
                <a:gd name="connsiteX3" fmla="*/ 71005 w 91816"/>
                <a:gd name="connsiteY3" fmla="*/ 12653 h 55883"/>
                <a:gd name="connsiteX4" fmla="*/ 56761 w 91816"/>
                <a:gd name="connsiteY4" fmla="*/ 9659 h 55883"/>
                <a:gd name="connsiteX5" fmla="*/ 34063 w 91816"/>
                <a:gd name="connsiteY5" fmla="*/ 585 h 55883"/>
                <a:gd name="connsiteX6" fmla="*/ 17952 w 91816"/>
                <a:gd name="connsiteY6" fmla="*/ 18552 h 55883"/>
                <a:gd name="connsiteX7" fmla="*/ 3619 w 91816"/>
                <a:gd name="connsiteY7" fmla="*/ 25989 h 55883"/>
                <a:gd name="connsiteX8" fmla="*/ 1702 w 91816"/>
                <a:gd name="connsiteY8" fmla="*/ 45114 h 55883"/>
                <a:gd name="connsiteX9" fmla="*/ 17413 w 91816"/>
                <a:gd name="connsiteY9" fmla="*/ 55774 h 55883"/>
                <a:gd name="connsiteX10" fmla="*/ 17683 w 91816"/>
                <a:gd name="connsiteY10" fmla="*/ 49575 h 55883"/>
                <a:gd name="connsiteX11" fmla="*/ 7232 w 91816"/>
                <a:gd name="connsiteY11" fmla="*/ 42478 h 55883"/>
                <a:gd name="connsiteX12" fmla="*/ 8500 w 91816"/>
                <a:gd name="connsiteY12" fmla="*/ 29732 h 55883"/>
                <a:gd name="connsiteX13" fmla="*/ 20238 w 91816"/>
                <a:gd name="connsiteY13" fmla="*/ 24941 h 55883"/>
                <a:gd name="connsiteX14" fmla="*/ 23782 w 91816"/>
                <a:gd name="connsiteY14" fmla="*/ 25530 h 55883"/>
                <a:gd name="connsiteX15" fmla="*/ 23782 w 91816"/>
                <a:gd name="connsiteY15" fmla="*/ 21617 h 55883"/>
                <a:gd name="connsiteX16" fmla="*/ 35470 w 91816"/>
                <a:gd name="connsiteY16" fmla="*/ 6644 h 55883"/>
                <a:gd name="connsiteX17" fmla="*/ 52599 w 91816"/>
                <a:gd name="connsiteY17" fmla="*/ 14630 h 55883"/>
                <a:gd name="connsiteX18" fmla="*/ 53807 w 91816"/>
                <a:gd name="connsiteY18" fmla="*/ 17035 h 55883"/>
                <a:gd name="connsiteX19" fmla="*/ 56312 w 91816"/>
                <a:gd name="connsiteY19" fmla="*/ 16147 h 55883"/>
                <a:gd name="connsiteX20" fmla="*/ 67461 w 91816"/>
                <a:gd name="connsiteY20" fmla="*/ 17704 h 55883"/>
                <a:gd name="connsiteX21" fmla="*/ 72602 w 91816"/>
                <a:gd name="connsiteY21" fmla="*/ 27815 h 55883"/>
                <a:gd name="connsiteX22" fmla="*/ 72602 w 91816"/>
                <a:gd name="connsiteY22" fmla="*/ 30930 h 55883"/>
                <a:gd name="connsiteX23" fmla="*/ 76675 w 91816"/>
                <a:gd name="connsiteY23" fmla="*/ 30930 h 55883"/>
                <a:gd name="connsiteX24" fmla="*/ 85689 w 91816"/>
                <a:gd name="connsiteY24" fmla="*/ 40647 h 55883"/>
                <a:gd name="connsiteX25" fmla="*/ 76575 w 91816"/>
                <a:gd name="connsiteY25" fmla="*/ 49665 h 5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1816" h="55883">
                  <a:moveTo>
                    <a:pt x="76575" y="55884"/>
                  </a:moveTo>
                  <a:cubicBezTo>
                    <a:pt x="85194" y="55680"/>
                    <a:pt x="92016" y="48527"/>
                    <a:pt x="91812" y="39907"/>
                  </a:cubicBezTo>
                  <a:cubicBezTo>
                    <a:pt x="91632" y="32303"/>
                    <a:pt x="85998" y="25935"/>
                    <a:pt x="78471" y="24831"/>
                  </a:cubicBezTo>
                  <a:cubicBezTo>
                    <a:pt x="77676" y="19949"/>
                    <a:pt x="74995" y="15576"/>
                    <a:pt x="71005" y="12653"/>
                  </a:cubicBezTo>
                  <a:cubicBezTo>
                    <a:pt x="66876" y="9727"/>
                    <a:pt x="61719" y="8643"/>
                    <a:pt x="56761" y="9659"/>
                  </a:cubicBezTo>
                  <a:cubicBezTo>
                    <a:pt x="51884" y="2128"/>
                    <a:pt x="42787" y="-1508"/>
                    <a:pt x="34063" y="585"/>
                  </a:cubicBezTo>
                  <a:cubicBezTo>
                    <a:pt x="25559" y="2775"/>
                    <a:pt x="19206" y="9861"/>
                    <a:pt x="17952" y="18552"/>
                  </a:cubicBezTo>
                  <a:cubicBezTo>
                    <a:pt x="12288" y="18704"/>
                    <a:pt x="7005" y="21445"/>
                    <a:pt x="3619" y="25989"/>
                  </a:cubicBezTo>
                  <a:cubicBezTo>
                    <a:pt x="-394" y="31562"/>
                    <a:pt x="-1124" y="38854"/>
                    <a:pt x="1702" y="45114"/>
                  </a:cubicBezTo>
                  <a:cubicBezTo>
                    <a:pt x="4584" y="51283"/>
                    <a:pt x="10616" y="55376"/>
                    <a:pt x="17413" y="55774"/>
                  </a:cubicBezTo>
                  <a:close/>
                  <a:moveTo>
                    <a:pt x="17683" y="49575"/>
                  </a:moveTo>
                  <a:cubicBezTo>
                    <a:pt x="13166" y="49291"/>
                    <a:pt x="9162" y="46572"/>
                    <a:pt x="7232" y="42478"/>
                  </a:cubicBezTo>
                  <a:cubicBezTo>
                    <a:pt x="5359" y="38306"/>
                    <a:pt x="5842" y="33453"/>
                    <a:pt x="8500" y="29732"/>
                  </a:cubicBezTo>
                  <a:cubicBezTo>
                    <a:pt x="11217" y="26076"/>
                    <a:pt x="15739" y="24231"/>
                    <a:pt x="20238" y="24941"/>
                  </a:cubicBezTo>
                  <a:lnTo>
                    <a:pt x="23782" y="25530"/>
                  </a:lnTo>
                  <a:lnTo>
                    <a:pt x="23782" y="21617"/>
                  </a:lnTo>
                  <a:cubicBezTo>
                    <a:pt x="23816" y="14547"/>
                    <a:pt x="28621" y="8393"/>
                    <a:pt x="35470" y="6644"/>
                  </a:cubicBezTo>
                  <a:cubicBezTo>
                    <a:pt x="42343" y="4987"/>
                    <a:pt x="49449" y="8300"/>
                    <a:pt x="52599" y="14630"/>
                  </a:cubicBezTo>
                  <a:lnTo>
                    <a:pt x="53807" y="17035"/>
                  </a:lnTo>
                  <a:lnTo>
                    <a:pt x="56312" y="16147"/>
                  </a:lnTo>
                  <a:cubicBezTo>
                    <a:pt x="60061" y="14822"/>
                    <a:pt x="64219" y="15403"/>
                    <a:pt x="67461" y="17704"/>
                  </a:cubicBezTo>
                  <a:cubicBezTo>
                    <a:pt x="70685" y="20065"/>
                    <a:pt x="72594" y="23819"/>
                    <a:pt x="72602" y="27815"/>
                  </a:cubicBezTo>
                  <a:lnTo>
                    <a:pt x="72602" y="30930"/>
                  </a:lnTo>
                  <a:lnTo>
                    <a:pt x="76675" y="30930"/>
                  </a:lnTo>
                  <a:cubicBezTo>
                    <a:pt x="81847" y="31124"/>
                    <a:pt x="85883" y="35475"/>
                    <a:pt x="85689" y="40647"/>
                  </a:cubicBezTo>
                  <a:cubicBezTo>
                    <a:pt x="85504" y="45586"/>
                    <a:pt x="81515" y="49532"/>
                    <a:pt x="76575" y="49665"/>
                  </a:cubicBezTo>
                  <a:close/>
                </a:path>
              </a:pathLst>
            </a:custGeom>
            <a:solidFill>
              <a:srgbClr val="000000">
                <a:alpha val="50000"/>
              </a:srgbClr>
            </a:solidFill>
            <a:ln w="992" cap="flat">
              <a:noFill/>
              <a:prstDash val="solid"/>
              <a:miter/>
            </a:ln>
          </p:spPr>
          <p:txBody>
            <a:bodyPr rtlCol="0" anchor="ctr"/>
            <a:lstStyle/>
            <a:p>
              <a:endParaRPr lang="en-IN"/>
            </a:p>
          </p:txBody>
        </p:sp>
        <p:sp>
          <p:nvSpPr>
            <p:cNvPr id="155" name="Freeform: Shape 154">
              <a:extLst>
                <a:ext uri="{FF2B5EF4-FFF2-40B4-BE49-F238E27FC236}">
                  <a16:creationId xmlns:a16="http://schemas.microsoft.com/office/drawing/2014/main" id="{4F4B6253-F213-4A76-B863-11D05121E4CC}"/>
                </a:ext>
              </a:extLst>
            </p:cNvPr>
            <p:cNvSpPr/>
            <p:nvPr/>
          </p:nvSpPr>
          <p:spPr>
            <a:xfrm>
              <a:off x="4979734" y="1775169"/>
              <a:ext cx="73864" cy="67875"/>
            </a:xfrm>
            <a:custGeom>
              <a:avLst/>
              <a:gdLst>
                <a:gd name="connsiteX0" fmla="*/ 22958 w 73864"/>
                <a:gd name="connsiteY0" fmla="*/ 22958 h 67875"/>
                <a:gd name="connsiteX1" fmla="*/ 11978 w 73864"/>
                <a:gd name="connsiteY1" fmla="*/ 22958 h 67875"/>
                <a:gd name="connsiteX2" fmla="*/ 11978 w 73864"/>
                <a:gd name="connsiteY2" fmla="*/ 15971 h 67875"/>
                <a:gd name="connsiteX3" fmla="*/ 22958 w 73864"/>
                <a:gd name="connsiteY3" fmla="*/ 15971 h 67875"/>
                <a:gd name="connsiteX4" fmla="*/ 22958 w 73864"/>
                <a:gd name="connsiteY4" fmla="*/ 22958 h 67875"/>
                <a:gd name="connsiteX5" fmla="*/ 37930 w 73864"/>
                <a:gd name="connsiteY5" fmla="*/ 15971 h 67875"/>
                <a:gd name="connsiteX6" fmla="*/ 37930 w 73864"/>
                <a:gd name="connsiteY6" fmla="*/ 22958 h 67875"/>
                <a:gd name="connsiteX7" fmla="*/ 26951 w 73864"/>
                <a:gd name="connsiteY7" fmla="*/ 22958 h 67875"/>
                <a:gd name="connsiteX8" fmla="*/ 26951 w 73864"/>
                <a:gd name="connsiteY8" fmla="*/ 15971 h 67875"/>
                <a:gd name="connsiteX9" fmla="*/ 37930 w 73864"/>
                <a:gd name="connsiteY9" fmla="*/ 15971 h 67875"/>
                <a:gd name="connsiteX10" fmla="*/ 52903 w 73864"/>
                <a:gd name="connsiteY10" fmla="*/ 15971 h 67875"/>
                <a:gd name="connsiteX11" fmla="*/ 52903 w 73864"/>
                <a:gd name="connsiteY11" fmla="*/ 22958 h 67875"/>
                <a:gd name="connsiteX12" fmla="*/ 41923 w 73864"/>
                <a:gd name="connsiteY12" fmla="*/ 22958 h 67875"/>
                <a:gd name="connsiteX13" fmla="*/ 41923 w 73864"/>
                <a:gd name="connsiteY13" fmla="*/ 15971 h 67875"/>
                <a:gd name="connsiteX14" fmla="*/ 52903 w 73864"/>
                <a:gd name="connsiteY14" fmla="*/ 15971 h 67875"/>
                <a:gd name="connsiteX15" fmla="*/ 67875 w 73864"/>
                <a:gd name="connsiteY15" fmla="*/ 15971 h 67875"/>
                <a:gd name="connsiteX16" fmla="*/ 67875 w 73864"/>
                <a:gd name="connsiteY16" fmla="*/ 22958 h 67875"/>
                <a:gd name="connsiteX17" fmla="*/ 56896 w 73864"/>
                <a:gd name="connsiteY17" fmla="*/ 22958 h 67875"/>
                <a:gd name="connsiteX18" fmla="*/ 56896 w 73864"/>
                <a:gd name="connsiteY18" fmla="*/ 15971 h 67875"/>
                <a:gd name="connsiteX19" fmla="*/ 67875 w 73864"/>
                <a:gd name="connsiteY19" fmla="*/ 15971 h 67875"/>
                <a:gd name="connsiteX20" fmla="*/ 67875 w 73864"/>
                <a:gd name="connsiteY20" fmla="*/ 33938 h 67875"/>
                <a:gd name="connsiteX21" fmla="*/ 56896 w 73864"/>
                <a:gd name="connsiteY21" fmla="*/ 33938 h 67875"/>
                <a:gd name="connsiteX22" fmla="*/ 56896 w 73864"/>
                <a:gd name="connsiteY22" fmla="*/ 26951 h 67875"/>
                <a:gd name="connsiteX23" fmla="*/ 67875 w 73864"/>
                <a:gd name="connsiteY23" fmla="*/ 26951 h 67875"/>
                <a:gd name="connsiteX24" fmla="*/ 67875 w 73864"/>
                <a:gd name="connsiteY24" fmla="*/ 33938 h 67875"/>
                <a:gd name="connsiteX25" fmla="*/ 67875 w 73864"/>
                <a:gd name="connsiteY25" fmla="*/ 42422 h 67875"/>
                <a:gd name="connsiteX26" fmla="*/ 56896 w 73864"/>
                <a:gd name="connsiteY26" fmla="*/ 43420 h 67875"/>
                <a:gd name="connsiteX27" fmla="*/ 56896 w 73864"/>
                <a:gd name="connsiteY27" fmla="*/ 37930 h 67875"/>
                <a:gd name="connsiteX28" fmla="*/ 67875 w 73864"/>
                <a:gd name="connsiteY28" fmla="*/ 37930 h 67875"/>
                <a:gd name="connsiteX29" fmla="*/ 67875 w 73864"/>
                <a:gd name="connsiteY29" fmla="*/ 42422 h 67875"/>
                <a:gd name="connsiteX30" fmla="*/ 22958 w 73864"/>
                <a:gd name="connsiteY30" fmla="*/ 37930 h 67875"/>
                <a:gd name="connsiteX31" fmla="*/ 22958 w 73864"/>
                <a:gd name="connsiteY31" fmla="*/ 46415 h 67875"/>
                <a:gd name="connsiteX32" fmla="*/ 11978 w 73864"/>
                <a:gd name="connsiteY32" fmla="*/ 47413 h 67875"/>
                <a:gd name="connsiteX33" fmla="*/ 11978 w 73864"/>
                <a:gd name="connsiteY33" fmla="*/ 37930 h 67875"/>
                <a:gd name="connsiteX34" fmla="*/ 22958 w 73864"/>
                <a:gd name="connsiteY34" fmla="*/ 37930 h 67875"/>
                <a:gd name="connsiteX35" fmla="*/ 22958 w 73864"/>
                <a:gd name="connsiteY35" fmla="*/ 33938 h 67875"/>
                <a:gd name="connsiteX36" fmla="*/ 11978 w 73864"/>
                <a:gd name="connsiteY36" fmla="*/ 33938 h 67875"/>
                <a:gd name="connsiteX37" fmla="*/ 11978 w 73864"/>
                <a:gd name="connsiteY37" fmla="*/ 26951 h 67875"/>
                <a:gd name="connsiteX38" fmla="*/ 22958 w 73864"/>
                <a:gd name="connsiteY38" fmla="*/ 26951 h 67875"/>
                <a:gd name="connsiteX39" fmla="*/ 22958 w 73864"/>
                <a:gd name="connsiteY39" fmla="*/ 33938 h 67875"/>
                <a:gd name="connsiteX40" fmla="*/ 37930 w 73864"/>
                <a:gd name="connsiteY40" fmla="*/ 33938 h 67875"/>
                <a:gd name="connsiteX41" fmla="*/ 26951 w 73864"/>
                <a:gd name="connsiteY41" fmla="*/ 33938 h 67875"/>
                <a:gd name="connsiteX42" fmla="*/ 26951 w 73864"/>
                <a:gd name="connsiteY42" fmla="*/ 26951 h 67875"/>
                <a:gd name="connsiteX43" fmla="*/ 37930 w 73864"/>
                <a:gd name="connsiteY43" fmla="*/ 26951 h 67875"/>
                <a:gd name="connsiteX44" fmla="*/ 37930 w 73864"/>
                <a:gd name="connsiteY44" fmla="*/ 33938 h 67875"/>
                <a:gd name="connsiteX45" fmla="*/ 41923 w 73864"/>
                <a:gd name="connsiteY45" fmla="*/ 33938 h 67875"/>
                <a:gd name="connsiteX46" fmla="*/ 41923 w 73864"/>
                <a:gd name="connsiteY46" fmla="*/ 26951 h 67875"/>
                <a:gd name="connsiteX47" fmla="*/ 52903 w 73864"/>
                <a:gd name="connsiteY47" fmla="*/ 26951 h 67875"/>
                <a:gd name="connsiteX48" fmla="*/ 52903 w 73864"/>
                <a:gd name="connsiteY48" fmla="*/ 33938 h 67875"/>
                <a:gd name="connsiteX49" fmla="*/ 41923 w 73864"/>
                <a:gd name="connsiteY49" fmla="*/ 33938 h 67875"/>
                <a:gd name="connsiteX50" fmla="*/ 37930 w 73864"/>
                <a:gd name="connsiteY50" fmla="*/ 45117 h 67875"/>
                <a:gd name="connsiteX51" fmla="*/ 26951 w 73864"/>
                <a:gd name="connsiteY51" fmla="*/ 46115 h 67875"/>
                <a:gd name="connsiteX52" fmla="*/ 26951 w 73864"/>
                <a:gd name="connsiteY52" fmla="*/ 37930 h 67875"/>
                <a:gd name="connsiteX53" fmla="*/ 37930 w 73864"/>
                <a:gd name="connsiteY53" fmla="*/ 37930 h 67875"/>
                <a:gd name="connsiteX54" fmla="*/ 37930 w 73864"/>
                <a:gd name="connsiteY54" fmla="*/ 45117 h 67875"/>
                <a:gd name="connsiteX55" fmla="*/ 41923 w 73864"/>
                <a:gd name="connsiteY55" fmla="*/ 37930 h 67875"/>
                <a:gd name="connsiteX56" fmla="*/ 52903 w 73864"/>
                <a:gd name="connsiteY56" fmla="*/ 37930 h 67875"/>
                <a:gd name="connsiteX57" fmla="*/ 52903 w 73864"/>
                <a:gd name="connsiteY57" fmla="*/ 43720 h 67875"/>
                <a:gd name="connsiteX58" fmla="*/ 41923 w 73864"/>
                <a:gd name="connsiteY58" fmla="*/ 44718 h 67875"/>
                <a:gd name="connsiteX59" fmla="*/ 41923 w 73864"/>
                <a:gd name="connsiteY59" fmla="*/ 37930 h 67875"/>
                <a:gd name="connsiteX60" fmla="*/ 73864 w 73864"/>
                <a:gd name="connsiteY60" fmla="*/ 47912 h 67875"/>
                <a:gd name="connsiteX61" fmla="*/ 73864 w 73864"/>
                <a:gd name="connsiteY61" fmla="*/ 9982 h 67875"/>
                <a:gd name="connsiteX62" fmla="*/ 11978 w 73864"/>
                <a:gd name="connsiteY62" fmla="*/ 9982 h 67875"/>
                <a:gd name="connsiteX63" fmla="*/ 11978 w 73864"/>
                <a:gd name="connsiteY63" fmla="*/ 8984 h 67875"/>
                <a:gd name="connsiteX64" fmla="*/ 2995 w 73864"/>
                <a:gd name="connsiteY64" fmla="*/ 0 h 67875"/>
                <a:gd name="connsiteX65" fmla="*/ 0 w 73864"/>
                <a:gd name="connsiteY65" fmla="*/ 2995 h 67875"/>
                <a:gd name="connsiteX66" fmla="*/ 2995 w 73864"/>
                <a:gd name="connsiteY66" fmla="*/ 5989 h 67875"/>
                <a:gd name="connsiteX67" fmla="*/ 5989 w 73864"/>
                <a:gd name="connsiteY67" fmla="*/ 8984 h 67875"/>
                <a:gd name="connsiteX68" fmla="*/ 5989 w 73864"/>
                <a:gd name="connsiteY68" fmla="*/ 58892 h 67875"/>
                <a:gd name="connsiteX69" fmla="*/ 14973 w 73864"/>
                <a:gd name="connsiteY69" fmla="*/ 67875 h 67875"/>
                <a:gd name="connsiteX70" fmla="*/ 17967 w 73864"/>
                <a:gd name="connsiteY70" fmla="*/ 67875 h 67875"/>
                <a:gd name="connsiteX71" fmla="*/ 61886 w 73864"/>
                <a:gd name="connsiteY71" fmla="*/ 67875 h 67875"/>
                <a:gd name="connsiteX72" fmla="*/ 70870 w 73864"/>
                <a:gd name="connsiteY72" fmla="*/ 67875 h 67875"/>
                <a:gd name="connsiteX73" fmla="*/ 73864 w 73864"/>
                <a:gd name="connsiteY73" fmla="*/ 64881 h 67875"/>
                <a:gd name="connsiteX74" fmla="*/ 70870 w 73864"/>
                <a:gd name="connsiteY74" fmla="*/ 61886 h 67875"/>
                <a:gd name="connsiteX75" fmla="*/ 14973 w 73864"/>
                <a:gd name="connsiteY75" fmla="*/ 61886 h 67875"/>
                <a:gd name="connsiteX76" fmla="*/ 11978 w 73864"/>
                <a:gd name="connsiteY76" fmla="*/ 58892 h 67875"/>
                <a:gd name="connsiteX77" fmla="*/ 11978 w 73864"/>
                <a:gd name="connsiteY77" fmla="*/ 53402 h 67875"/>
                <a:gd name="connsiteX78" fmla="*/ 73864 w 73864"/>
                <a:gd name="connsiteY78" fmla="*/ 47912 h 6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3864" h="67875">
                  <a:moveTo>
                    <a:pt x="22958" y="22958"/>
                  </a:moveTo>
                  <a:lnTo>
                    <a:pt x="11978" y="22958"/>
                  </a:lnTo>
                  <a:lnTo>
                    <a:pt x="11978" y="15971"/>
                  </a:lnTo>
                  <a:lnTo>
                    <a:pt x="22958" y="15971"/>
                  </a:lnTo>
                  <a:lnTo>
                    <a:pt x="22958" y="22958"/>
                  </a:lnTo>
                  <a:close/>
                  <a:moveTo>
                    <a:pt x="37930" y="15971"/>
                  </a:moveTo>
                  <a:lnTo>
                    <a:pt x="37930" y="22958"/>
                  </a:lnTo>
                  <a:lnTo>
                    <a:pt x="26951" y="22958"/>
                  </a:lnTo>
                  <a:lnTo>
                    <a:pt x="26951" y="15971"/>
                  </a:lnTo>
                  <a:lnTo>
                    <a:pt x="37930" y="15971"/>
                  </a:lnTo>
                  <a:close/>
                  <a:moveTo>
                    <a:pt x="52903" y="15971"/>
                  </a:moveTo>
                  <a:lnTo>
                    <a:pt x="52903" y="22958"/>
                  </a:lnTo>
                  <a:lnTo>
                    <a:pt x="41923" y="22958"/>
                  </a:lnTo>
                  <a:lnTo>
                    <a:pt x="41923" y="15971"/>
                  </a:lnTo>
                  <a:lnTo>
                    <a:pt x="52903" y="15971"/>
                  </a:lnTo>
                  <a:close/>
                  <a:moveTo>
                    <a:pt x="67875" y="15971"/>
                  </a:moveTo>
                  <a:lnTo>
                    <a:pt x="67875" y="22958"/>
                  </a:lnTo>
                  <a:lnTo>
                    <a:pt x="56896" y="22958"/>
                  </a:lnTo>
                  <a:lnTo>
                    <a:pt x="56896" y="15971"/>
                  </a:lnTo>
                  <a:lnTo>
                    <a:pt x="67875" y="15971"/>
                  </a:lnTo>
                  <a:close/>
                  <a:moveTo>
                    <a:pt x="67875" y="33938"/>
                  </a:moveTo>
                  <a:lnTo>
                    <a:pt x="56896" y="33938"/>
                  </a:lnTo>
                  <a:lnTo>
                    <a:pt x="56896" y="26951"/>
                  </a:lnTo>
                  <a:lnTo>
                    <a:pt x="67875" y="26951"/>
                  </a:lnTo>
                  <a:lnTo>
                    <a:pt x="67875" y="33938"/>
                  </a:lnTo>
                  <a:close/>
                  <a:moveTo>
                    <a:pt x="67875" y="42422"/>
                  </a:moveTo>
                  <a:lnTo>
                    <a:pt x="56896" y="43420"/>
                  </a:lnTo>
                  <a:lnTo>
                    <a:pt x="56896" y="37930"/>
                  </a:lnTo>
                  <a:lnTo>
                    <a:pt x="67875" y="37930"/>
                  </a:lnTo>
                  <a:lnTo>
                    <a:pt x="67875" y="42422"/>
                  </a:lnTo>
                  <a:close/>
                  <a:moveTo>
                    <a:pt x="22958" y="37930"/>
                  </a:moveTo>
                  <a:lnTo>
                    <a:pt x="22958" y="46415"/>
                  </a:lnTo>
                  <a:lnTo>
                    <a:pt x="11978" y="47413"/>
                  </a:lnTo>
                  <a:lnTo>
                    <a:pt x="11978" y="37930"/>
                  </a:lnTo>
                  <a:lnTo>
                    <a:pt x="22958" y="37930"/>
                  </a:lnTo>
                  <a:close/>
                  <a:moveTo>
                    <a:pt x="22958" y="33938"/>
                  </a:moveTo>
                  <a:lnTo>
                    <a:pt x="11978" y="33938"/>
                  </a:lnTo>
                  <a:lnTo>
                    <a:pt x="11978" y="26951"/>
                  </a:lnTo>
                  <a:lnTo>
                    <a:pt x="22958" y="26951"/>
                  </a:lnTo>
                  <a:lnTo>
                    <a:pt x="22958" y="33938"/>
                  </a:lnTo>
                  <a:close/>
                  <a:moveTo>
                    <a:pt x="37930" y="33938"/>
                  </a:moveTo>
                  <a:lnTo>
                    <a:pt x="26951" y="33938"/>
                  </a:lnTo>
                  <a:lnTo>
                    <a:pt x="26951" y="26951"/>
                  </a:lnTo>
                  <a:lnTo>
                    <a:pt x="37930" y="26951"/>
                  </a:lnTo>
                  <a:lnTo>
                    <a:pt x="37930" y="33938"/>
                  </a:lnTo>
                  <a:close/>
                  <a:moveTo>
                    <a:pt x="41923" y="33938"/>
                  </a:moveTo>
                  <a:lnTo>
                    <a:pt x="41923" y="26951"/>
                  </a:lnTo>
                  <a:lnTo>
                    <a:pt x="52903" y="26951"/>
                  </a:lnTo>
                  <a:lnTo>
                    <a:pt x="52903" y="33938"/>
                  </a:lnTo>
                  <a:lnTo>
                    <a:pt x="41923" y="33938"/>
                  </a:lnTo>
                  <a:close/>
                  <a:moveTo>
                    <a:pt x="37930" y="45117"/>
                  </a:moveTo>
                  <a:lnTo>
                    <a:pt x="26951" y="46115"/>
                  </a:lnTo>
                  <a:lnTo>
                    <a:pt x="26951" y="37930"/>
                  </a:lnTo>
                  <a:lnTo>
                    <a:pt x="37930" y="37930"/>
                  </a:lnTo>
                  <a:lnTo>
                    <a:pt x="37930" y="45117"/>
                  </a:lnTo>
                  <a:close/>
                  <a:moveTo>
                    <a:pt x="41923" y="37930"/>
                  </a:moveTo>
                  <a:lnTo>
                    <a:pt x="52903" y="37930"/>
                  </a:lnTo>
                  <a:lnTo>
                    <a:pt x="52903" y="43720"/>
                  </a:lnTo>
                  <a:lnTo>
                    <a:pt x="41923" y="44718"/>
                  </a:lnTo>
                  <a:lnTo>
                    <a:pt x="41923" y="37930"/>
                  </a:lnTo>
                  <a:close/>
                  <a:moveTo>
                    <a:pt x="73864" y="47912"/>
                  </a:moveTo>
                  <a:lnTo>
                    <a:pt x="73864" y="9982"/>
                  </a:lnTo>
                  <a:lnTo>
                    <a:pt x="11978" y="9982"/>
                  </a:lnTo>
                  <a:lnTo>
                    <a:pt x="11978" y="8984"/>
                  </a:lnTo>
                  <a:cubicBezTo>
                    <a:pt x="11978" y="3993"/>
                    <a:pt x="7985" y="0"/>
                    <a:pt x="2995" y="0"/>
                  </a:cubicBezTo>
                  <a:cubicBezTo>
                    <a:pt x="1298" y="0"/>
                    <a:pt x="0" y="1298"/>
                    <a:pt x="0" y="2995"/>
                  </a:cubicBezTo>
                  <a:cubicBezTo>
                    <a:pt x="0" y="4691"/>
                    <a:pt x="1298" y="5989"/>
                    <a:pt x="2995" y="5989"/>
                  </a:cubicBezTo>
                  <a:cubicBezTo>
                    <a:pt x="4691" y="5989"/>
                    <a:pt x="5989" y="7287"/>
                    <a:pt x="5989" y="8984"/>
                  </a:cubicBezTo>
                  <a:lnTo>
                    <a:pt x="5989" y="58892"/>
                  </a:lnTo>
                  <a:cubicBezTo>
                    <a:pt x="5989" y="63883"/>
                    <a:pt x="9982" y="67875"/>
                    <a:pt x="14973" y="67875"/>
                  </a:cubicBezTo>
                  <a:lnTo>
                    <a:pt x="17967" y="67875"/>
                  </a:lnTo>
                  <a:lnTo>
                    <a:pt x="61886" y="67875"/>
                  </a:lnTo>
                  <a:lnTo>
                    <a:pt x="70870" y="67875"/>
                  </a:lnTo>
                  <a:cubicBezTo>
                    <a:pt x="72567" y="67875"/>
                    <a:pt x="73864" y="66578"/>
                    <a:pt x="73864" y="64881"/>
                  </a:cubicBezTo>
                  <a:cubicBezTo>
                    <a:pt x="73864" y="63184"/>
                    <a:pt x="72567" y="61886"/>
                    <a:pt x="70870" y="61886"/>
                  </a:cubicBezTo>
                  <a:lnTo>
                    <a:pt x="14973" y="61886"/>
                  </a:lnTo>
                  <a:cubicBezTo>
                    <a:pt x="13276" y="61886"/>
                    <a:pt x="11978" y="60589"/>
                    <a:pt x="11978" y="58892"/>
                  </a:cubicBezTo>
                  <a:lnTo>
                    <a:pt x="11978" y="53402"/>
                  </a:lnTo>
                  <a:lnTo>
                    <a:pt x="73864" y="47912"/>
                  </a:lnTo>
                  <a:close/>
                </a:path>
              </a:pathLst>
            </a:custGeom>
            <a:solidFill>
              <a:srgbClr val="000000">
                <a:alpha val="50000"/>
              </a:srgbClr>
            </a:solidFill>
            <a:ln w="992" cap="flat">
              <a:noFill/>
              <a:prstDash val="solid"/>
              <a:miter/>
            </a:ln>
          </p:spPr>
          <p:txBody>
            <a:bodyPr rtlCol="0" anchor="ctr"/>
            <a:lstStyle/>
            <a:p>
              <a:endParaRPr lang="en-IN"/>
            </a:p>
          </p:txBody>
        </p:sp>
        <p:sp>
          <p:nvSpPr>
            <p:cNvPr id="156" name="Freeform: Shape 155">
              <a:extLst>
                <a:ext uri="{FF2B5EF4-FFF2-40B4-BE49-F238E27FC236}">
                  <a16:creationId xmlns:a16="http://schemas.microsoft.com/office/drawing/2014/main" id="{B98139DC-3DE3-4E60-9441-2ED0713E616B}"/>
                </a:ext>
              </a:extLst>
            </p:cNvPr>
            <p:cNvSpPr/>
            <p:nvPr/>
          </p:nvSpPr>
          <p:spPr>
            <a:xfrm>
              <a:off x="4991712" y="1843044"/>
              <a:ext cx="11978" cy="11978"/>
            </a:xfrm>
            <a:custGeom>
              <a:avLst/>
              <a:gdLst>
                <a:gd name="connsiteX0" fmla="*/ 11978 w 11978"/>
                <a:gd name="connsiteY0" fmla="*/ 5989 h 11978"/>
                <a:gd name="connsiteX1" fmla="*/ 5989 w 11978"/>
                <a:gd name="connsiteY1" fmla="*/ 11978 h 11978"/>
                <a:gd name="connsiteX2" fmla="*/ 0 w 11978"/>
                <a:gd name="connsiteY2" fmla="*/ 5989 h 11978"/>
                <a:gd name="connsiteX3" fmla="*/ 5989 w 11978"/>
                <a:gd name="connsiteY3" fmla="*/ 0 h 11978"/>
                <a:gd name="connsiteX4" fmla="*/ 11978 w 11978"/>
                <a:gd name="connsiteY4" fmla="*/ 5989 h 11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78" h="11978">
                  <a:moveTo>
                    <a:pt x="11978" y="5989"/>
                  </a:moveTo>
                  <a:cubicBezTo>
                    <a:pt x="11978" y="9297"/>
                    <a:pt x="9297" y="11978"/>
                    <a:pt x="5989" y="11978"/>
                  </a:cubicBezTo>
                  <a:cubicBezTo>
                    <a:pt x="2681" y="11978"/>
                    <a:pt x="0" y="9297"/>
                    <a:pt x="0" y="5989"/>
                  </a:cubicBezTo>
                  <a:cubicBezTo>
                    <a:pt x="0" y="2681"/>
                    <a:pt x="2681" y="0"/>
                    <a:pt x="5989" y="0"/>
                  </a:cubicBezTo>
                  <a:cubicBezTo>
                    <a:pt x="9297" y="0"/>
                    <a:pt x="11978" y="2681"/>
                    <a:pt x="11978" y="5989"/>
                  </a:cubicBezTo>
                  <a:close/>
                </a:path>
              </a:pathLst>
            </a:custGeom>
            <a:solidFill>
              <a:srgbClr val="000000">
                <a:alpha val="50000"/>
              </a:srgbClr>
            </a:solidFill>
            <a:ln w="992" cap="flat">
              <a:noFill/>
              <a:prstDash val="solid"/>
              <a:miter/>
            </a:ln>
          </p:spPr>
          <p:txBody>
            <a:bodyPr rtlCol="0" anchor="ctr"/>
            <a:lstStyle/>
            <a:p>
              <a:endParaRPr lang="en-IN"/>
            </a:p>
          </p:txBody>
        </p:sp>
        <p:sp>
          <p:nvSpPr>
            <p:cNvPr id="157" name="Freeform: Shape 156">
              <a:extLst>
                <a:ext uri="{FF2B5EF4-FFF2-40B4-BE49-F238E27FC236}">
                  <a16:creationId xmlns:a16="http://schemas.microsoft.com/office/drawing/2014/main" id="{BBB1371F-6C0A-4FB4-B349-390938DE89E3}"/>
                </a:ext>
              </a:extLst>
            </p:cNvPr>
            <p:cNvSpPr/>
            <p:nvPr/>
          </p:nvSpPr>
          <p:spPr>
            <a:xfrm>
              <a:off x="5035631" y="1843044"/>
              <a:ext cx="11978" cy="11978"/>
            </a:xfrm>
            <a:custGeom>
              <a:avLst/>
              <a:gdLst>
                <a:gd name="connsiteX0" fmla="*/ 11978 w 11978"/>
                <a:gd name="connsiteY0" fmla="*/ 5989 h 11978"/>
                <a:gd name="connsiteX1" fmla="*/ 5989 w 11978"/>
                <a:gd name="connsiteY1" fmla="*/ 11978 h 11978"/>
                <a:gd name="connsiteX2" fmla="*/ 0 w 11978"/>
                <a:gd name="connsiteY2" fmla="*/ 5989 h 11978"/>
                <a:gd name="connsiteX3" fmla="*/ 5989 w 11978"/>
                <a:gd name="connsiteY3" fmla="*/ 0 h 11978"/>
                <a:gd name="connsiteX4" fmla="*/ 11978 w 11978"/>
                <a:gd name="connsiteY4" fmla="*/ 5989 h 11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78" h="11978">
                  <a:moveTo>
                    <a:pt x="11978" y="5989"/>
                  </a:moveTo>
                  <a:cubicBezTo>
                    <a:pt x="11978" y="9297"/>
                    <a:pt x="9297" y="11978"/>
                    <a:pt x="5989" y="11978"/>
                  </a:cubicBezTo>
                  <a:cubicBezTo>
                    <a:pt x="2681" y="11978"/>
                    <a:pt x="0" y="9297"/>
                    <a:pt x="0" y="5989"/>
                  </a:cubicBezTo>
                  <a:cubicBezTo>
                    <a:pt x="0" y="2681"/>
                    <a:pt x="2681" y="0"/>
                    <a:pt x="5989" y="0"/>
                  </a:cubicBezTo>
                  <a:cubicBezTo>
                    <a:pt x="9297" y="0"/>
                    <a:pt x="11978" y="2681"/>
                    <a:pt x="11978" y="5989"/>
                  </a:cubicBezTo>
                  <a:close/>
                </a:path>
              </a:pathLst>
            </a:custGeom>
            <a:solidFill>
              <a:srgbClr val="000000">
                <a:alpha val="50000"/>
              </a:srgbClr>
            </a:solidFill>
            <a:ln w="992" cap="flat">
              <a:noFill/>
              <a:prstDash val="solid"/>
              <a:miter/>
            </a:ln>
          </p:spPr>
          <p:txBody>
            <a:bodyPr rtlCol="0" anchor="ctr"/>
            <a:lstStyle/>
            <a:p>
              <a:endParaRPr lang="en-IN"/>
            </a:p>
          </p:txBody>
        </p:sp>
        <p:sp>
          <p:nvSpPr>
            <p:cNvPr id="159" name="Freeform: Shape 158">
              <a:extLst>
                <a:ext uri="{FF2B5EF4-FFF2-40B4-BE49-F238E27FC236}">
                  <a16:creationId xmlns:a16="http://schemas.microsoft.com/office/drawing/2014/main" id="{0CF5DA4B-8A43-4579-BC98-0A5C64910CFC}"/>
                </a:ext>
              </a:extLst>
            </p:cNvPr>
            <p:cNvSpPr/>
            <p:nvPr/>
          </p:nvSpPr>
          <p:spPr>
            <a:xfrm>
              <a:off x="477197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60" name="Freeform: Shape 159">
              <a:extLst>
                <a:ext uri="{FF2B5EF4-FFF2-40B4-BE49-F238E27FC236}">
                  <a16:creationId xmlns:a16="http://schemas.microsoft.com/office/drawing/2014/main" id="{F3A84441-3572-4CD3-9E98-4A45E72D6A7F}"/>
                </a:ext>
              </a:extLst>
            </p:cNvPr>
            <p:cNvSpPr/>
            <p:nvPr/>
          </p:nvSpPr>
          <p:spPr>
            <a:xfrm>
              <a:off x="479206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61" name="Freeform: Shape 160">
              <a:extLst>
                <a:ext uri="{FF2B5EF4-FFF2-40B4-BE49-F238E27FC236}">
                  <a16:creationId xmlns:a16="http://schemas.microsoft.com/office/drawing/2014/main" id="{6345672E-05CF-446A-A62A-E8C6090195FF}"/>
                </a:ext>
              </a:extLst>
            </p:cNvPr>
            <p:cNvSpPr/>
            <p:nvPr/>
          </p:nvSpPr>
          <p:spPr>
            <a:xfrm>
              <a:off x="4780581"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62" name="Freeform: Shape 161">
              <a:extLst>
                <a:ext uri="{FF2B5EF4-FFF2-40B4-BE49-F238E27FC236}">
                  <a16:creationId xmlns:a16="http://schemas.microsoft.com/office/drawing/2014/main" id="{48616656-CCA0-49B4-86F3-5F6F5CFD14A0}"/>
                </a:ext>
              </a:extLst>
            </p:cNvPr>
            <p:cNvSpPr/>
            <p:nvPr/>
          </p:nvSpPr>
          <p:spPr>
            <a:xfrm>
              <a:off x="4786321"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63" name="Freeform: Shape 162">
              <a:extLst>
                <a:ext uri="{FF2B5EF4-FFF2-40B4-BE49-F238E27FC236}">
                  <a16:creationId xmlns:a16="http://schemas.microsoft.com/office/drawing/2014/main" id="{00C01056-A99D-4EDA-B036-138019C7BBCA}"/>
                </a:ext>
              </a:extLst>
            </p:cNvPr>
            <p:cNvSpPr/>
            <p:nvPr/>
          </p:nvSpPr>
          <p:spPr>
            <a:xfrm>
              <a:off x="480067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64" name="Freeform: Shape 163">
              <a:extLst>
                <a:ext uri="{FF2B5EF4-FFF2-40B4-BE49-F238E27FC236}">
                  <a16:creationId xmlns:a16="http://schemas.microsoft.com/office/drawing/2014/main" id="{87BFC057-851B-4605-B624-97B91BA45F87}"/>
                </a:ext>
              </a:extLst>
            </p:cNvPr>
            <p:cNvSpPr/>
            <p:nvPr/>
          </p:nvSpPr>
          <p:spPr>
            <a:xfrm>
              <a:off x="4820762"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65" name="Freeform: Shape 164">
              <a:extLst>
                <a:ext uri="{FF2B5EF4-FFF2-40B4-BE49-F238E27FC236}">
                  <a16:creationId xmlns:a16="http://schemas.microsoft.com/office/drawing/2014/main" id="{4BF0286E-FEF1-4638-82C8-B13CD2CC1C16}"/>
                </a:ext>
              </a:extLst>
            </p:cNvPr>
            <p:cNvSpPr/>
            <p:nvPr/>
          </p:nvSpPr>
          <p:spPr>
            <a:xfrm>
              <a:off x="480928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66" name="Freeform: Shape 165">
              <a:extLst>
                <a:ext uri="{FF2B5EF4-FFF2-40B4-BE49-F238E27FC236}">
                  <a16:creationId xmlns:a16="http://schemas.microsoft.com/office/drawing/2014/main" id="{76CC89D6-EC80-4BED-8D2B-1EB1329161A0}"/>
                </a:ext>
              </a:extLst>
            </p:cNvPr>
            <p:cNvSpPr/>
            <p:nvPr/>
          </p:nvSpPr>
          <p:spPr>
            <a:xfrm>
              <a:off x="481502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67" name="Freeform: Shape 166">
              <a:extLst>
                <a:ext uri="{FF2B5EF4-FFF2-40B4-BE49-F238E27FC236}">
                  <a16:creationId xmlns:a16="http://schemas.microsoft.com/office/drawing/2014/main" id="{F6E66DDB-EBBF-4EFA-9871-7075C70AD8CA}"/>
                </a:ext>
              </a:extLst>
            </p:cNvPr>
            <p:cNvSpPr/>
            <p:nvPr/>
          </p:nvSpPr>
          <p:spPr>
            <a:xfrm>
              <a:off x="482937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69" name="Freeform: Shape 168">
              <a:extLst>
                <a:ext uri="{FF2B5EF4-FFF2-40B4-BE49-F238E27FC236}">
                  <a16:creationId xmlns:a16="http://schemas.microsoft.com/office/drawing/2014/main" id="{606F2E36-B122-4E04-BE86-89D5100F2DAF}"/>
                </a:ext>
              </a:extLst>
            </p:cNvPr>
            <p:cNvSpPr/>
            <p:nvPr/>
          </p:nvSpPr>
          <p:spPr>
            <a:xfrm>
              <a:off x="8995736" y="1737264"/>
              <a:ext cx="79853" cy="36297"/>
            </a:xfrm>
            <a:custGeom>
              <a:avLst/>
              <a:gdLst>
                <a:gd name="connsiteX0" fmla="*/ 74409 w 79853"/>
                <a:gd name="connsiteY0" fmla="*/ 28130 h 36297"/>
                <a:gd name="connsiteX1" fmla="*/ 71687 w 79853"/>
                <a:gd name="connsiteY1" fmla="*/ 30853 h 36297"/>
                <a:gd name="connsiteX2" fmla="*/ 9074 w 79853"/>
                <a:gd name="connsiteY2" fmla="*/ 30853 h 36297"/>
                <a:gd name="connsiteX3" fmla="*/ 5445 w 79853"/>
                <a:gd name="connsiteY3" fmla="*/ 27223 h 36297"/>
                <a:gd name="connsiteX4" fmla="*/ 5445 w 79853"/>
                <a:gd name="connsiteY4" fmla="*/ 9074 h 36297"/>
                <a:gd name="connsiteX5" fmla="*/ 9074 w 79853"/>
                <a:gd name="connsiteY5" fmla="*/ 5445 h 36297"/>
                <a:gd name="connsiteX6" fmla="*/ 71687 w 79853"/>
                <a:gd name="connsiteY6" fmla="*/ 5445 h 36297"/>
                <a:gd name="connsiteX7" fmla="*/ 74409 w 79853"/>
                <a:gd name="connsiteY7" fmla="*/ 8167 h 36297"/>
                <a:gd name="connsiteX8" fmla="*/ 74409 w 79853"/>
                <a:gd name="connsiteY8" fmla="*/ 28130 h 36297"/>
                <a:gd name="connsiteX9" fmla="*/ 0 w 79853"/>
                <a:gd name="connsiteY9" fmla="*/ 0 h 36297"/>
                <a:gd name="connsiteX10" fmla="*/ 0 w 79853"/>
                <a:gd name="connsiteY10" fmla="*/ 36297 h 36297"/>
                <a:gd name="connsiteX11" fmla="*/ 79854 w 79853"/>
                <a:gd name="connsiteY11" fmla="*/ 36297 h 36297"/>
                <a:gd name="connsiteX12" fmla="*/ 79854 w 79853"/>
                <a:gd name="connsiteY12" fmla="*/ 0 h 36297"/>
                <a:gd name="connsiteX13" fmla="*/ 0 w 79853"/>
                <a:gd name="connsiteY13" fmla="*/ 0 h 3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9853" h="36297">
                  <a:moveTo>
                    <a:pt x="74409" y="28130"/>
                  </a:moveTo>
                  <a:lnTo>
                    <a:pt x="71687" y="30853"/>
                  </a:lnTo>
                  <a:lnTo>
                    <a:pt x="9074" y="30853"/>
                  </a:lnTo>
                  <a:lnTo>
                    <a:pt x="5445" y="27223"/>
                  </a:lnTo>
                  <a:lnTo>
                    <a:pt x="5445" y="9074"/>
                  </a:lnTo>
                  <a:lnTo>
                    <a:pt x="9074" y="5445"/>
                  </a:lnTo>
                  <a:lnTo>
                    <a:pt x="71687" y="5445"/>
                  </a:lnTo>
                  <a:lnTo>
                    <a:pt x="74409" y="8167"/>
                  </a:lnTo>
                  <a:lnTo>
                    <a:pt x="74409" y="28130"/>
                  </a:lnTo>
                  <a:close/>
                  <a:moveTo>
                    <a:pt x="0" y="0"/>
                  </a:moveTo>
                  <a:lnTo>
                    <a:pt x="0" y="36297"/>
                  </a:lnTo>
                  <a:lnTo>
                    <a:pt x="79854" y="36297"/>
                  </a:lnTo>
                  <a:lnTo>
                    <a:pt x="79854" y="0"/>
                  </a:lnTo>
                  <a:lnTo>
                    <a:pt x="0" y="0"/>
                  </a:lnTo>
                  <a:close/>
                </a:path>
              </a:pathLst>
            </a:custGeom>
            <a:solidFill>
              <a:srgbClr val="000000">
                <a:alpha val="50000"/>
              </a:srgbClr>
            </a:solidFill>
            <a:ln w="893" cap="flat">
              <a:noFill/>
              <a:prstDash val="solid"/>
              <a:miter/>
            </a:ln>
          </p:spPr>
          <p:txBody>
            <a:bodyPr rtlCol="0" anchor="ctr"/>
            <a:lstStyle/>
            <a:p>
              <a:endParaRPr lang="en-IN"/>
            </a:p>
          </p:txBody>
        </p:sp>
        <p:sp>
          <p:nvSpPr>
            <p:cNvPr id="170" name="Freeform: Shape 169">
              <a:extLst>
                <a:ext uri="{FF2B5EF4-FFF2-40B4-BE49-F238E27FC236}">
                  <a16:creationId xmlns:a16="http://schemas.microsoft.com/office/drawing/2014/main" id="{AD51BE2C-57D0-4777-A21D-DF13AF8DC98D}"/>
                </a:ext>
              </a:extLst>
            </p:cNvPr>
            <p:cNvSpPr/>
            <p:nvPr/>
          </p:nvSpPr>
          <p:spPr>
            <a:xfrm>
              <a:off x="9028404" y="1746338"/>
              <a:ext cx="14518" cy="18148"/>
            </a:xfrm>
            <a:custGeom>
              <a:avLst/>
              <a:gdLst>
                <a:gd name="connsiteX0" fmla="*/ 14519 w 14518"/>
                <a:gd name="connsiteY0" fmla="*/ 9074 h 18148"/>
                <a:gd name="connsiteX1" fmla="*/ 7259 w 14518"/>
                <a:gd name="connsiteY1" fmla="*/ 18149 h 18148"/>
                <a:gd name="connsiteX2" fmla="*/ 0 w 14518"/>
                <a:gd name="connsiteY2" fmla="*/ 9074 h 18148"/>
                <a:gd name="connsiteX3" fmla="*/ 7259 w 14518"/>
                <a:gd name="connsiteY3" fmla="*/ 0 h 18148"/>
                <a:gd name="connsiteX4" fmla="*/ 14519 w 14518"/>
                <a:gd name="connsiteY4" fmla="*/ 9074 h 18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18" h="18148">
                  <a:moveTo>
                    <a:pt x="14519" y="9074"/>
                  </a:moveTo>
                  <a:cubicBezTo>
                    <a:pt x="14519" y="14086"/>
                    <a:pt x="11269" y="18149"/>
                    <a:pt x="7259" y="18149"/>
                  </a:cubicBezTo>
                  <a:cubicBezTo>
                    <a:pt x="3250" y="18149"/>
                    <a:pt x="0" y="14086"/>
                    <a:pt x="0" y="9074"/>
                  </a:cubicBezTo>
                  <a:cubicBezTo>
                    <a:pt x="0" y="4063"/>
                    <a:pt x="3250" y="0"/>
                    <a:pt x="7259" y="0"/>
                  </a:cubicBezTo>
                  <a:cubicBezTo>
                    <a:pt x="11269" y="0"/>
                    <a:pt x="14519" y="4063"/>
                    <a:pt x="14519" y="9074"/>
                  </a:cubicBezTo>
                  <a:close/>
                </a:path>
              </a:pathLst>
            </a:custGeom>
            <a:solidFill>
              <a:srgbClr val="000000">
                <a:alpha val="50000"/>
              </a:srgbClr>
            </a:solidFill>
            <a:ln w="893" cap="flat">
              <a:noFill/>
              <a:prstDash val="solid"/>
              <a:miter/>
            </a:ln>
          </p:spPr>
          <p:txBody>
            <a:bodyPr rtlCol="0" anchor="ctr"/>
            <a:lstStyle/>
            <a:p>
              <a:endParaRPr lang="en-IN"/>
            </a:p>
          </p:txBody>
        </p:sp>
        <p:sp>
          <p:nvSpPr>
            <p:cNvPr id="171" name="Freeform: Shape 170">
              <a:extLst>
                <a:ext uri="{FF2B5EF4-FFF2-40B4-BE49-F238E27FC236}">
                  <a16:creationId xmlns:a16="http://schemas.microsoft.com/office/drawing/2014/main" id="{FD6AEE2B-B814-42AD-9DB3-D997A5601DB2}"/>
                </a:ext>
              </a:extLst>
            </p:cNvPr>
            <p:cNvSpPr/>
            <p:nvPr/>
          </p:nvSpPr>
          <p:spPr>
            <a:xfrm>
              <a:off x="9010255" y="1752690"/>
              <a:ext cx="5444" cy="5444"/>
            </a:xfrm>
            <a:custGeom>
              <a:avLst/>
              <a:gdLst>
                <a:gd name="connsiteX0" fmla="*/ 5445 w 5444"/>
                <a:gd name="connsiteY0" fmla="*/ 2722 h 5444"/>
                <a:gd name="connsiteX1" fmla="*/ 2722 w 5444"/>
                <a:gd name="connsiteY1" fmla="*/ 5445 h 5444"/>
                <a:gd name="connsiteX2" fmla="*/ 0 w 5444"/>
                <a:gd name="connsiteY2" fmla="*/ 2722 h 5444"/>
                <a:gd name="connsiteX3" fmla="*/ 2722 w 5444"/>
                <a:gd name="connsiteY3" fmla="*/ 0 h 5444"/>
                <a:gd name="connsiteX4" fmla="*/ 5445 w 5444"/>
                <a:gd name="connsiteY4" fmla="*/ 2722 h 5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4" h="5444">
                  <a:moveTo>
                    <a:pt x="5445" y="2722"/>
                  </a:moveTo>
                  <a:cubicBezTo>
                    <a:pt x="5445" y="4226"/>
                    <a:pt x="4226" y="5445"/>
                    <a:pt x="2722" y="5445"/>
                  </a:cubicBezTo>
                  <a:cubicBezTo>
                    <a:pt x="1219" y="5445"/>
                    <a:pt x="0" y="4226"/>
                    <a:pt x="0" y="2722"/>
                  </a:cubicBezTo>
                  <a:cubicBezTo>
                    <a:pt x="0" y="1219"/>
                    <a:pt x="1219" y="0"/>
                    <a:pt x="2722" y="0"/>
                  </a:cubicBezTo>
                  <a:cubicBezTo>
                    <a:pt x="4226" y="0"/>
                    <a:pt x="5445" y="1219"/>
                    <a:pt x="5445" y="2722"/>
                  </a:cubicBezTo>
                  <a:close/>
                </a:path>
              </a:pathLst>
            </a:custGeom>
            <a:solidFill>
              <a:srgbClr val="000000">
                <a:alpha val="50000"/>
              </a:srgbClr>
            </a:solidFill>
            <a:ln w="893" cap="flat">
              <a:noFill/>
              <a:prstDash val="solid"/>
              <a:miter/>
            </a:ln>
          </p:spPr>
          <p:txBody>
            <a:bodyPr rtlCol="0" anchor="ctr"/>
            <a:lstStyle/>
            <a:p>
              <a:endParaRPr lang="en-IN"/>
            </a:p>
          </p:txBody>
        </p:sp>
        <p:sp>
          <p:nvSpPr>
            <p:cNvPr id="172" name="Freeform: Shape 171">
              <a:extLst>
                <a:ext uri="{FF2B5EF4-FFF2-40B4-BE49-F238E27FC236}">
                  <a16:creationId xmlns:a16="http://schemas.microsoft.com/office/drawing/2014/main" id="{3102B265-97A9-4EA1-A0D3-00FD9B964E70}"/>
                </a:ext>
              </a:extLst>
            </p:cNvPr>
            <p:cNvSpPr/>
            <p:nvPr/>
          </p:nvSpPr>
          <p:spPr>
            <a:xfrm>
              <a:off x="9055626" y="1752690"/>
              <a:ext cx="5444" cy="5444"/>
            </a:xfrm>
            <a:custGeom>
              <a:avLst/>
              <a:gdLst>
                <a:gd name="connsiteX0" fmla="*/ 5445 w 5444"/>
                <a:gd name="connsiteY0" fmla="*/ 2722 h 5444"/>
                <a:gd name="connsiteX1" fmla="*/ 2722 w 5444"/>
                <a:gd name="connsiteY1" fmla="*/ 5445 h 5444"/>
                <a:gd name="connsiteX2" fmla="*/ 0 w 5444"/>
                <a:gd name="connsiteY2" fmla="*/ 2722 h 5444"/>
                <a:gd name="connsiteX3" fmla="*/ 2722 w 5444"/>
                <a:gd name="connsiteY3" fmla="*/ 0 h 5444"/>
                <a:gd name="connsiteX4" fmla="*/ 5445 w 5444"/>
                <a:gd name="connsiteY4" fmla="*/ 2722 h 5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4" h="5444">
                  <a:moveTo>
                    <a:pt x="5445" y="2722"/>
                  </a:moveTo>
                  <a:cubicBezTo>
                    <a:pt x="5445" y="4226"/>
                    <a:pt x="4226" y="5445"/>
                    <a:pt x="2722" y="5445"/>
                  </a:cubicBezTo>
                  <a:cubicBezTo>
                    <a:pt x="1219" y="5445"/>
                    <a:pt x="0" y="4226"/>
                    <a:pt x="0" y="2722"/>
                  </a:cubicBezTo>
                  <a:cubicBezTo>
                    <a:pt x="0" y="1219"/>
                    <a:pt x="1219" y="0"/>
                    <a:pt x="2722" y="0"/>
                  </a:cubicBezTo>
                  <a:cubicBezTo>
                    <a:pt x="4226" y="0"/>
                    <a:pt x="5445" y="1219"/>
                    <a:pt x="5445" y="2722"/>
                  </a:cubicBezTo>
                  <a:close/>
                </a:path>
              </a:pathLst>
            </a:custGeom>
            <a:solidFill>
              <a:srgbClr val="000000">
                <a:alpha val="50000"/>
              </a:srgbClr>
            </a:solidFill>
            <a:ln w="893" cap="flat">
              <a:noFill/>
              <a:prstDash val="solid"/>
              <a:miter/>
            </a:ln>
          </p:spPr>
          <p:txBody>
            <a:bodyPr rtlCol="0" anchor="ctr"/>
            <a:lstStyle/>
            <a:p>
              <a:endParaRPr lang="en-IN"/>
            </a:p>
          </p:txBody>
        </p:sp>
        <p:sp>
          <p:nvSpPr>
            <p:cNvPr id="173" name="Freeform: Shape 172">
              <a:extLst>
                <a:ext uri="{FF2B5EF4-FFF2-40B4-BE49-F238E27FC236}">
                  <a16:creationId xmlns:a16="http://schemas.microsoft.com/office/drawing/2014/main" id="{6F4DCF80-C8BA-497C-84D9-90E97C7F0C89}"/>
                </a:ext>
              </a:extLst>
            </p:cNvPr>
            <p:cNvSpPr/>
            <p:nvPr/>
          </p:nvSpPr>
          <p:spPr>
            <a:xfrm>
              <a:off x="9006081" y="1712582"/>
              <a:ext cx="52630" cy="19963"/>
            </a:xfrm>
            <a:custGeom>
              <a:avLst/>
              <a:gdLst>
                <a:gd name="connsiteX0" fmla="*/ 45825 w 52630"/>
                <a:gd name="connsiteY0" fmla="*/ 7169 h 19963"/>
                <a:gd name="connsiteX1" fmla="*/ 47186 w 52630"/>
                <a:gd name="connsiteY1" fmla="*/ 10617 h 19963"/>
                <a:gd name="connsiteX2" fmla="*/ 52631 w 52630"/>
                <a:gd name="connsiteY2" fmla="*/ 9528 h 19963"/>
                <a:gd name="connsiteX3" fmla="*/ 48820 w 52630"/>
                <a:gd name="connsiteY3" fmla="*/ 0 h 19963"/>
                <a:gd name="connsiteX4" fmla="*/ 0 w 52630"/>
                <a:gd name="connsiteY4" fmla="*/ 19963 h 19963"/>
                <a:gd name="connsiteX5" fmla="*/ 27949 w 52630"/>
                <a:gd name="connsiteY5" fmla="*/ 14428 h 1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630" h="19963">
                  <a:moveTo>
                    <a:pt x="45825" y="7169"/>
                  </a:moveTo>
                  <a:lnTo>
                    <a:pt x="47186" y="10617"/>
                  </a:lnTo>
                  <a:lnTo>
                    <a:pt x="52631" y="9528"/>
                  </a:lnTo>
                  <a:lnTo>
                    <a:pt x="48820" y="0"/>
                  </a:lnTo>
                  <a:lnTo>
                    <a:pt x="0" y="19963"/>
                  </a:lnTo>
                  <a:lnTo>
                    <a:pt x="27949" y="14428"/>
                  </a:lnTo>
                  <a:close/>
                </a:path>
              </a:pathLst>
            </a:custGeom>
            <a:solidFill>
              <a:srgbClr val="000000">
                <a:alpha val="50000"/>
              </a:srgbClr>
            </a:solidFill>
            <a:ln w="893" cap="flat">
              <a:noFill/>
              <a:prstDash val="solid"/>
              <a:miter/>
            </a:ln>
          </p:spPr>
          <p:txBody>
            <a:bodyPr rtlCol="0" anchor="ctr"/>
            <a:lstStyle/>
            <a:p>
              <a:endParaRPr lang="en-IN"/>
            </a:p>
          </p:txBody>
        </p:sp>
        <p:sp>
          <p:nvSpPr>
            <p:cNvPr id="174" name="Freeform: Shape 173">
              <a:extLst>
                <a:ext uri="{FF2B5EF4-FFF2-40B4-BE49-F238E27FC236}">
                  <a16:creationId xmlns:a16="http://schemas.microsoft.com/office/drawing/2014/main" id="{708714FC-E447-4CBC-8397-39F7193BDF8D}"/>
                </a:ext>
              </a:extLst>
            </p:cNvPr>
            <p:cNvSpPr/>
            <p:nvPr/>
          </p:nvSpPr>
          <p:spPr>
            <a:xfrm>
              <a:off x="9019329" y="1724378"/>
              <a:ext cx="48365" cy="9255"/>
            </a:xfrm>
            <a:custGeom>
              <a:avLst/>
              <a:gdLst>
                <a:gd name="connsiteX0" fmla="*/ 27858 w 48365"/>
                <a:gd name="connsiteY0" fmla="*/ 9256 h 9255"/>
                <a:gd name="connsiteX1" fmla="*/ 42195 w 48365"/>
                <a:gd name="connsiteY1" fmla="*/ 6443 h 9255"/>
                <a:gd name="connsiteX2" fmla="*/ 42831 w 48365"/>
                <a:gd name="connsiteY2" fmla="*/ 9256 h 9255"/>
                <a:gd name="connsiteX3" fmla="*/ 48366 w 48365"/>
                <a:gd name="connsiteY3" fmla="*/ 9256 h 9255"/>
                <a:gd name="connsiteX4" fmla="*/ 46551 w 48365"/>
                <a:gd name="connsiteY4" fmla="*/ 0 h 9255"/>
                <a:gd name="connsiteX5" fmla="*/ 0 w 48365"/>
                <a:gd name="connsiteY5" fmla="*/ 9256 h 9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365" h="9255">
                  <a:moveTo>
                    <a:pt x="27858" y="9256"/>
                  </a:moveTo>
                  <a:lnTo>
                    <a:pt x="42195" y="6443"/>
                  </a:lnTo>
                  <a:lnTo>
                    <a:pt x="42831" y="9256"/>
                  </a:lnTo>
                  <a:lnTo>
                    <a:pt x="48366" y="9256"/>
                  </a:lnTo>
                  <a:lnTo>
                    <a:pt x="46551" y="0"/>
                  </a:lnTo>
                  <a:lnTo>
                    <a:pt x="0" y="9256"/>
                  </a:lnTo>
                  <a:close/>
                </a:path>
              </a:pathLst>
            </a:custGeom>
            <a:solidFill>
              <a:srgbClr val="000000">
                <a:alpha val="50000"/>
              </a:srgbClr>
            </a:solidFill>
            <a:ln w="893" cap="flat">
              <a:noFill/>
              <a:prstDash val="solid"/>
              <a:miter/>
            </a:ln>
          </p:spPr>
          <p:txBody>
            <a:bodyPr rtlCol="0" anchor="ctr"/>
            <a:lstStyle/>
            <a:p>
              <a:endParaRPr lang="en-IN"/>
            </a:p>
          </p:txBody>
        </p:sp>
        <p:sp>
          <p:nvSpPr>
            <p:cNvPr id="175" name="Graphic 57" descr="Heart with pulse">
              <a:extLst>
                <a:ext uri="{FF2B5EF4-FFF2-40B4-BE49-F238E27FC236}">
                  <a16:creationId xmlns:a16="http://schemas.microsoft.com/office/drawing/2014/main" id="{6D017009-A953-46DF-972F-B27C9995C683}"/>
                </a:ext>
              </a:extLst>
            </p:cNvPr>
            <p:cNvSpPr/>
            <p:nvPr/>
          </p:nvSpPr>
          <p:spPr>
            <a:xfrm>
              <a:off x="4226266" y="2116662"/>
              <a:ext cx="82049" cy="77827"/>
            </a:xfrm>
            <a:custGeom>
              <a:avLst/>
              <a:gdLst>
                <a:gd name="connsiteX0" fmla="*/ 41327 w 82049"/>
                <a:gd name="connsiteY0" fmla="*/ 77561 h 77827"/>
                <a:gd name="connsiteX1" fmla="*/ 56460 w 82049"/>
                <a:gd name="connsiteY1" fmla="*/ 64143 h 77827"/>
                <a:gd name="connsiteX2" fmla="*/ 74734 w 82049"/>
                <a:gd name="connsiteY2" fmla="*/ 42089 h 77827"/>
                <a:gd name="connsiteX3" fmla="*/ 81002 w 82049"/>
                <a:gd name="connsiteY3" fmla="*/ 14986 h 77827"/>
                <a:gd name="connsiteX4" fmla="*/ 63091 w 82049"/>
                <a:gd name="connsiteY4" fmla="*/ 82 h 77827"/>
                <a:gd name="connsiteX5" fmla="*/ 40988 w 82049"/>
                <a:gd name="connsiteY5" fmla="*/ 16218 h 77827"/>
                <a:gd name="connsiteX6" fmla="*/ 21434 w 82049"/>
                <a:gd name="connsiteY6" fmla="*/ 34 h 77827"/>
                <a:gd name="connsiteX7" fmla="*/ 2013 w 82049"/>
                <a:gd name="connsiteY7" fmla="*/ 12498 h 77827"/>
                <a:gd name="connsiteX8" fmla="*/ 5854 w 82049"/>
                <a:gd name="connsiteY8" fmla="*/ 39770 h 77827"/>
                <a:gd name="connsiteX9" fmla="*/ 23898 w 82049"/>
                <a:gd name="connsiteY9" fmla="*/ 62525 h 77827"/>
                <a:gd name="connsiteX10" fmla="*/ 40988 w 82049"/>
                <a:gd name="connsiteY10" fmla="*/ 77827 h 77827"/>
                <a:gd name="connsiteX11" fmla="*/ 21664 w 82049"/>
                <a:gd name="connsiteY11" fmla="*/ 36497 h 77827"/>
                <a:gd name="connsiteX12" fmla="*/ 25287 w 82049"/>
                <a:gd name="connsiteY12" fmla="*/ 25627 h 77827"/>
                <a:gd name="connsiteX13" fmla="*/ 27437 w 82049"/>
                <a:gd name="connsiteY13" fmla="*/ 19165 h 77827"/>
                <a:gd name="connsiteX14" fmla="*/ 31169 w 82049"/>
                <a:gd name="connsiteY14" fmla="*/ 16206 h 77827"/>
                <a:gd name="connsiteX15" fmla="*/ 32896 w 82049"/>
                <a:gd name="connsiteY15" fmla="*/ 19515 h 77827"/>
                <a:gd name="connsiteX16" fmla="*/ 33899 w 82049"/>
                <a:gd name="connsiteY16" fmla="*/ 24866 h 77827"/>
                <a:gd name="connsiteX17" fmla="*/ 36797 w 82049"/>
                <a:gd name="connsiteY17" fmla="*/ 40325 h 77827"/>
                <a:gd name="connsiteX18" fmla="*/ 38718 w 82049"/>
                <a:gd name="connsiteY18" fmla="*/ 50592 h 77827"/>
                <a:gd name="connsiteX19" fmla="*/ 45723 w 82049"/>
                <a:gd name="connsiteY19" fmla="*/ 32064 h 77827"/>
                <a:gd name="connsiteX20" fmla="*/ 47269 w 82049"/>
                <a:gd name="connsiteY20" fmla="*/ 27982 h 77827"/>
                <a:gd name="connsiteX21" fmla="*/ 49684 w 82049"/>
                <a:gd name="connsiteY21" fmla="*/ 25434 h 77827"/>
                <a:gd name="connsiteX22" fmla="*/ 52595 w 82049"/>
                <a:gd name="connsiteY22" fmla="*/ 28332 h 77827"/>
                <a:gd name="connsiteX23" fmla="*/ 54081 w 82049"/>
                <a:gd name="connsiteY23" fmla="*/ 33429 h 77827"/>
                <a:gd name="connsiteX24" fmla="*/ 57028 w 82049"/>
                <a:gd name="connsiteY24" fmla="*/ 43562 h 77827"/>
                <a:gd name="connsiteX25" fmla="*/ 59939 w 82049"/>
                <a:gd name="connsiteY25" fmla="*/ 40362 h 77827"/>
                <a:gd name="connsiteX26" fmla="*/ 63067 w 82049"/>
                <a:gd name="connsiteY26" fmla="*/ 37004 h 77827"/>
                <a:gd name="connsiteX27" fmla="*/ 67898 w 82049"/>
                <a:gd name="connsiteY27" fmla="*/ 36545 h 77827"/>
                <a:gd name="connsiteX28" fmla="*/ 72391 w 82049"/>
                <a:gd name="connsiteY28" fmla="*/ 36545 h 77827"/>
                <a:gd name="connsiteX29" fmla="*/ 69432 w 82049"/>
                <a:gd name="connsiteY29" fmla="*/ 41376 h 77827"/>
                <a:gd name="connsiteX30" fmla="*/ 65506 w 82049"/>
                <a:gd name="connsiteY30" fmla="*/ 41376 h 77827"/>
                <a:gd name="connsiteX31" fmla="*/ 57740 w 82049"/>
                <a:gd name="connsiteY31" fmla="*/ 49927 h 77827"/>
                <a:gd name="connsiteX32" fmla="*/ 54338 w 82049"/>
                <a:gd name="connsiteY32" fmla="*/ 50230 h 77827"/>
                <a:gd name="connsiteX33" fmla="*/ 53827 w 82049"/>
                <a:gd name="connsiteY33" fmla="*/ 49637 h 77827"/>
                <a:gd name="connsiteX34" fmla="*/ 53260 w 82049"/>
                <a:gd name="connsiteY34" fmla="*/ 47995 h 77827"/>
                <a:gd name="connsiteX35" fmla="*/ 51243 w 82049"/>
                <a:gd name="connsiteY35" fmla="*/ 41098 h 77827"/>
                <a:gd name="connsiteX36" fmla="*/ 49600 w 82049"/>
                <a:gd name="connsiteY36" fmla="*/ 35446 h 77827"/>
                <a:gd name="connsiteX37" fmla="*/ 40385 w 82049"/>
                <a:gd name="connsiteY37" fmla="*/ 59807 h 77827"/>
                <a:gd name="connsiteX38" fmla="*/ 39285 w 82049"/>
                <a:gd name="connsiteY38" fmla="*/ 61474 h 77827"/>
                <a:gd name="connsiteX39" fmla="*/ 35927 w 82049"/>
                <a:gd name="connsiteY39" fmla="*/ 60850 h 77827"/>
                <a:gd name="connsiteX40" fmla="*/ 35541 w 82049"/>
                <a:gd name="connsiteY40" fmla="*/ 59916 h 77827"/>
                <a:gd name="connsiteX41" fmla="*/ 34901 w 82049"/>
                <a:gd name="connsiteY41" fmla="*/ 56534 h 77827"/>
                <a:gd name="connsiteX42" fmla="*/ 31846 w 82049"/>
                <a:gd name="connsiteY42" fmla="*/ 40229 h 77827"/>
                <a:gd name="connsiteX43" fmla="*/ 29563 w 82049"/>
                <a:gd name="connsiteY43" fmla="*/ 28042 h 77827"/>
                <a:gd name="connsiteX44" fmla="*/ 26157 w 82049"/>
                <a:gd name="connsiteY44" fmla="*/ 38272 h 77827"/>
                <a:gd name="connsiteX45" fmla="*/ 23270 w 82049"/>
                <a:gd name="connsiteY45" fmla="*/ 41376 h 77827"/>
                <a:gd name="connsiteX46" fmla="*/ 17944 w 82049"/>
                <a:gd name="connsiteY46" fmla="*/ 41376 h 77827"/>
                <a:gd name="connsiteX47" fmla="*/ 12509 w 82049"/>
                <a:gd name="connsiteY47" fmla="*/ 41376 h 77827"/>
                <a:gd name="connsiteX48" fmla="*/ 9550 w 82049"/>
                <a:gd name="connsiteY48" fmla="*/ 36545 h 7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2049" h="77827">
                  <a:moveTo>
                    <a:pt x="41327" y="77561"/>
                  </a:moveTo>
                  <a:cubicBezTo>
                    <a:pt x="46623" y="73380"/>
                    <a:pt x="51675" y="68900"/>
                    <a:pt x="56460" y="64143"/>
                  </a:cubicBezTo>
                  <a:cubicBezTo>
                    <a:pt x="63396" y="57535"/>
                    <a:pt x="69530" y="50132"/>
                    <a:pt x="74734" y="42089"/>
                  </a:cubicBezTo>
                  <a:cubicBezTo>
                    <a:pt x="79565" y="34311"/>
                    <a:pt x="84179" y="24214"/>
                    <a:pt x="81002" y="14986"/>
                  </a:cubicBezTo>
                  <a:cubicBezTo>
                    <a:pt x="78430" y="7353"/>
                    <a:pt x="71292" y="867"/>
                    <a:pt x="63091" y="82"/>
                  </a:cubicBezTo>
                  <a:cubicBezTo>
                    <a:pt x="52728" y="-944"/>
                    <a:pt x="45228" y="7824"/>
                    <a:pt x="40988" y="16218"/>
                  </a:cubicBezTo>
                  <a:cubicBezTo>
                    <a:pt x="37111" y="8537"/>
                    <a:pt x="30698" y="614"/>
                    <a:pt x="21434" y="34"/>
                  </a:cubicBezTo>
                  <a:cubicBezTo>
                    <a:pt x="13209" y="-473"/>
                    <a:pt x="5552" y="5312"/>
                    <a:pt x="2013" y="12498"/>
                  </a:cubicBezTo>
                  <a:cubicBezTo>
                    <a:pt x="-2419" y="21520"/>
                    <a:pt x="1192" y="31666"/>
                    <a:pt x="5854" y="39770"/>
                  </a:cubicBezTo>
                  <a:cubicBezTo>
                    <a:pt x="10685" y="48224"/>
                    <a:pt x="17111" y="55652"/>
                    <a:pt x="23898" y="62525"/>
                  </a:cubicBezTo>
                  <a:cubicBezTo>
                    <a:pt x="29249" y="67999"/>
                    <a:pt x="34958" y="73111"/>
                    <a:pt x="40988" y="77827"/>
                  </a:cubicBezTo>
                  <a:close/>
                  <a:moveTo>
                    <a:pt x="21664" y="36497"/>
                  </a:moveTo>
                  <a:lnTo>
                    <a:pt x="25287" y="25627"/>
                  </a:lnTo>
                  <a:lnTo>
                    <a:pt x="27437" y="19165"/>
                  </a:lnTo>
                  <a:cubicBezTo>
                    <a:pt x="27993" y="17486"/>
                    <a:pt x="28850" y="15240"/>
                    <a:pt x="31169" y="16206"/>
                  </a:cubicBezTo>
                  <a:cubicBezTo>
                    <a:pt x="32570" y="16798"/>
                    <a:pt x="32655" y="18247"/>
                    <a:pt x="32896" y="19515"/>
                  </a:cubicBezTo>
                  <a:lnTo>
                    <a:pt x="33899" y="24866"/>
                  </a:lnTo>
                  <a:lnTo>
                    <a:pt x="36797" y="40325"/>
                  </a:lnTo>
                  <a:lnTo>
                    <a:pt x="38718" y="50592"/>
                  </a:lnTo>
                  <a:lnTo>
                    <a:pt x="45723" y="32064"/>
                  </a:lnTo>
                  <a:lnTo>
                    <a:pt x="47269" y="27982"/>
                  </a:lnTo>
                  <a:cubicBezTo>
                    <a:pt x="47716" y="26774"/>
                    <a:pt x="48175" y="25566"/>
                    <a:pt x="49684" y="25434"/>
                  </a:cubicBezTo>
                  <a:cubicBezTo>
                    <a:pt x="51605" y="25240"/>
                    <a:pt x="52172" y="26883"/>
                    <a:pt x="52595" y="28332"/>
                  </a:cubicBezTo>
                  <a:lnTo>
                    <a:pt x="54081" y="33429"/>
                  </a:lnTo>
                  <a:lnTo>
                    <a:pt x="57028" y="43562"/>
                  </a:lnTo>
                  <a:lnTo>
                    <a:pt x="59939" y="40362"/>
                  </a:lnTo>
                  <a:cubicBezTo>
                    <a:pt x="60870" y="39143"/>
                    <a:pt x="61917" y="38019"/>
                    <a:pt x="63067" y="37004"/>
                  </a:cubicBezTo>
                  <a:cubicBezTo>
                    <a:pt x="64274" y="36159"/>
                    <a:pt x="66509" y="36545"/>
                    <a:pt x="67898" y="36545"/>
                  </a:cubicBezTo>
                  <a:lnTo>
                    <a:pt x="72391" y="36545"/>
                  </a:lnTo>
                  <a:cubicBezTo>
                    <a:pt x="71497" y="38151"/>
                    <a:pt x="70507" y="39770"/>
                    <a:pt x="69432" y="41376"/>
                  </a:cubicBezTo>
                  <a:lnTo>
                    <a:pt x="65506" y="41376"/>
                  </a:lnTo>
                  <a:cubicBezTo>
                    <a:pt x="62934" y="44215"/>
                    <a:pt x="60470" y="47234"/>
                    <a:pt x="57740" y="49927"/>
                  </a:cubicBezTo>
                  <a:cubicBezTo>
                    <a:pt x="56884" y="50950"/>
                    <a:pt x="55361" y="51086"/>
                    <a:pt x="54338" y="50230"/>
                  </a:cubicBezTo>
                  <a:cubicBezTo>
                    <a:pt x="54136" y="50061"/>
                    <a:pt x="53964" y="49861"/>
                    <a:pt x="53827" y="49637"/>
                  </a:cubicBezTo>
                  <a:cubicBezTo>
                    <a:pt x="53565" y="49118"/>
                    <a:pt x="53374" y="48566"/>
                    <a:pt x="53260" y="47995"/>
                  </a:cubicBezTo>
                  <a:lnTo>
                    <a:pt x="51243" y="41098"/>
                  </a:lnTo>
                  <a:lnTo>
                    <a:pt x="49600" y="35446"/>
                  </a:lnTo>
                  <a:cubicBezTo>
                    <a:pt x="46520" y="43574"/>
                    <a:pt x="43561" y="51715"/>
                    <a:pt x="40385" y="59807"/>
                  </a:cubicBezTo>
                  <a:cubicBezTo>
                    <a:pt x="40207" y="60466"/>
                    <a:pt x="39821" y="61051"/>
                    <a:pt x="39285" y="61474"/>
                  </a:cubicBezTo>
                  <a:cubicBezTo>
                    <a:pt x="38186" y="62229"/>
                    <a:pt x="36682" y="61950"/>
                    <a:pt x="35927" y="60850"/>
                  </a:cubicBezTo>
                  <a:cubicBezTo>
                    <a:pt x="35734" y="60569"/>
                    <a:pt x="35602" y="60251"/>
                    <a:pt x="35541" y="59916"/>
                  </a:cubicBezTo>
                  <a:cubicBezTo>
                    <a:pt x="35264" y="58805"/>
                    <a:pt x="35119" y="57645"/>
                    <a:pt x="34901" y="56534"/>
                  </a:cubicBezTo>
                  <a:lnTo>
                    <a:pt x="31846" y="40229"/>
                  </a:lnTo>
                  <a:lnTo>
                    <a:pt x="29563" y="28042"/>
                  </a:lnTo>
                  <a:lnTo>
                    <a:pt x="26157" y="38272"/>
                  </a:lnTo>
                  <a:cubicBezTo>
                    <a:pt x="25638" y="39794"/>
                    <a:pt x="25227" y="41280"/>
                    <a:pt x="23270" y="41376"/>
                  </a:cubicBezTo>
                  <a:cubicBezTo>
                    <a:pt x="21495" y="41461"/>
                    <a:pt x="19707" y="41376"/>
                    <a:pt x="17944" y="41376"/>
                  </a:cubicBezTo>
                  <a:lnTo>
                    <a:pt x="12509" y="41376"/>
                  </a:lnTo>
                  <a:cubicBezTo>
                    <a:pt x="11446" y="39770"/>
                    <a:pt x="10444" y="38151"/>
                    <a:pt x="9550" y="36545"/>
                  </a:cubicBezTo>
                  <a:close/>
                </a:path>
              </a:pathLst>
            </a:custGeom>
            <a:solidFill>
              <a:srgbClr val="000000">
                <a:alpha val="50000"/>
              </a:srgbClr>
            </a:solidFill>
            <a:ln w="1191" cap="flat">
              <a:noFill/>
              <a:prstDash val="solid"/>
              <a:miter/>
            </a:ln>
          </p:spPr>
          <p:txBody>
            <a:bodyPr rtlCol="0" anchor="ctr"/>
            <a:lstStyle/>
            <a:p>
              <a:endParaRPr lang="en-IN"/>
            </a:p>
          </p:txBody>
        </p:sp>
        <p:sp>
          <p:nvSpPr>
            <p:cNvPr id="177" name="Freeform: Shape 176">
              <a:extLst>
                <a:ext uri="{FF2B5EF4-FFF2-40B4-BE49-F238E27FC236}">
                  <a16:creationId xmlns:a16="http://schemas.microsoft.com/office/drawing/2014/main" id="{A7E32DDF-BFCF-46F4-A7BE-365A656C077D}"/>
                </a:ext>
              </a:extLst>
            </p:cNvPr>
            <p:cNvSpPr/>
            <p:nvPr/>
          </p:nvSpPr>
          <p:spPr>
            <a:xfrm>
              <a:off x="5226253" y="2246446"/>
              <a:ext cx="12395" cy="6197"/>
            </a:xfrm>
            <a:custGeom>
              <a:avLst/>
              <a:gdLst>
                <a:gd name="connsiteX0" fmla="*/ 12396 w 12395"/>
                <a:gd name="connsiteY0" fmla="*/ 3719 h 6197"/>
                <a:gd name="connsiteX1" fmla="*/ 12396 w 12395"/>
                <a:gd name="connsiteY1" fmla="*/ 2479 h 6197"/>
                <a:gd name="connsiteX2" fmla="*/ 9917 w 12395"/>
                <a:gd name="connsiteY2" fmla="*/ 0 h 6197"/>
                <a:gd name="connsiteX3" fmla="*/ 0 w 12395"/>
                <a:gd name="connsiteY3" fmla="*/ 0 h 6197"/>
                <a:gd name="connsiteX4" fmla="*/ 0 w 12395"/>
                <a:gd name="connsiteY4" fmla="*/ 3719 h 6197"/>
                <a:gd name="connsiteX5" fmla="*/ 2479 w 12395"/>
                <a:gd name="connsiteY5" fmla="*/ 6198 h 6197"/>
                <a:gd name="connsiteX6" fmla="*/ 9917 w 12395"/>
                <a:gd name="connsiteY6" fmla="*/ 6198 h 6197"/>
                <a:gd name="connsiteX7" fmla="*/ 12396 w 12395"/>
                <a:gd name="connsiteY7" fmla="*/ 3719 h 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95" h="6197">
                  <a:moveTo>
                    <a:pt x="12396" y="3719"/>
                  </a:moveTo>
                  <a:lnTo>
                    <a:pt x="12396" y="2479"/>
                  </a:lnTo>
                  <a:cubicBezTo>
                    <a:pt x="12396" y="1116"/>
                    <a:pt x="11280" y="0"/>
                    <a:pt x="9917" y="0"/>
                  </a:cubicBezTo>
                  <a:lnTo>
                    <a:pt x="0" y="0"/>
                  </a:lnTo>
                  <a:lnTo>
                    <a:pt x="0" y="3719"/>
                  </a:lnTo>
                  <a:cubicBezTo>
                    <a:pt x="0" y="5082"/>
                    <a:pt x="1116" y="6198"/>
                    <a:pt x="2479" y="6198"/>
                  </a:cubicBezTo>
                  <a:lnTo>
                    <a:pt x="9917" y="6198"/>
                  </a:lnTo>
                  <a:cubicBezTo>
                    <a:pt x="11280" y="6198"/>
                    <a:pt x="12396" y="5082"/>
                    <a:pt x="12396" y="3719"/>
                  </a:cubicBezTo>
                </a:path>
              </a:pathLst>
            </a:custGeom>
            <a:solidFill>
              <a:srgbClr val="000000">
                <a:alpha val="50000"/>
              </a:srgbClr>
            </a:solidFill>
            <a:ln w="595" cap="flat">
              <a:noFill/>
              <a:prstDash val="solid"/>
              <a:miter/>
            </a:ln>
          </p:spPr>
          <p:txBody>
            <a:bodyPr rtlCol="0" anchor="ctr"/>
            <a:lstStyle/>
            <a:p>
              <a:endParaRPr lang="en-IN"/>
            </a:p>
          </p:txBody>
        </p:sp>
        <p:sp>
          <p:nvSpPr>
            <p:cNvPr id="178" name="Freeform: Shape 177">
              <a:extLst>
                <a:ext uri="{FF2B5EF4-FFF2-40B4-BE49-F238E27FC236}">
                  <a16:creationId xmlns:a16="http://schemas.microsoft.com/office/drawing/2014/main" id="{90A7654D-A2FF-4ACF-B816-74686ECE56B5}"/>
                </a:ext>
              </a:extLst>
            </p:cNvPr>
            <p:cNvSpPr/>
            <p:nvPr/>
          </p:nvSpPr>
          <p:spPr>
            <a:xfrm>
              <a:off x="5231832" y="2254503"/>
              <a:ext cx="2479" cy="7437"/>
            </a:xfrm>
            <a:custGeom>
              <a:avLst/>
              <a:gdLst>
                <a:gd name="connsiteX0" fmla="*/ 1240 w 2479"/>
                <a:gd name="connsiteY0" fmla="*/ 0 h 7437"/>
                <a:gd name="connsiteX1" fmla="*/ 0 w 2479"/>
                <a:gd name="connsiteY1" fmla="*/ 1240 h 7437"/>
                <a:gd name="connsiteX2" fmla="*/ 0 w 2479"/>
                <a:gd name="connsiteY2" fmla="*/ 6198 h 7437"/>
                <a:gd name="connsiteX3" fmla="*/ 1240 w 2479"/>
                <a:gd name="connsiteY3" fmla="*/ 7438 h 7437"/>
                <a:gd name="connsiteX4" fmla="*/ 2479 w 2479"/>
                <a:gd name="connsiteY4" fmla="*/ 6198 h 7437"/>
                <a:gd name="connsiteX5" fmla="*/ 2479 w 2479"/>
                <a:gd name="connsiteY5" fmla="*/ 1240 h 7437"/>
                <a:gd name="connsiteX6" fmla="*/ 1240 w 2479"/>
                <a:gd name="connsiteY6" fmla="*/ 0 h 7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9" h="7437">
                  <a:moveTo>
                    <a:pt x="1240" y="0"/>
                  </a:moveTo>
                  <a:cubicBezTo>
                    <a:pt x="558" y="0"/>
                    <a:pt x="0" y="558"/>
                    <a:pt x="0" y="1240"/>
                  </a:cubicBezTo>
                  <a:lnTo>
                    <a:pt x="0" y="6198"/>
                  </a:lnTo>
                  <a:cubicBezTo>
                    <a:pt x="0" y="6880"/>
                    <a:pt x="558" y="7438"/>
                    <a:pt x="1240" y="7438"/>
                  </a:cubicBezTo>
                  <a:cubicBezTo>
                    <a:pt x="1921" y="7438"/>
                    <a:pt x="2479" y="6880"/>
                    <a:pt x="2479" y="6198"/>
                  </a:cubicBezTo>
                  <a:lnTo>
                    <a:pt x="2479" y="1240"/>
                  </a:lnTo>
                  <a:cubicBezTo>
                    <a:pt x="2479" y="558"/>
                    <a:pt x="1921" y="0"/>
                    <a:pt x="1240" y="0"/>
                  </a:cubicBezTo>
                </a:path>
              </a:pathLst>
            </a:custGeom>
            <a:solidFill>
              <a:srgbClr val="000000">
                <a:alpha val="50000"/>
              </a:srgbClr>
            </a:solidFill>
            <a:ln w="595" cap="flat">
              <a:noFill/>
              <a:prstDash val="solid"/>
              <a:miter/>
            </a:ln>
          </p:spPr>
          <p:txBody>
            <a:bodyPr rtlCol="0" anchor="ctr"/>
            <a:lstStyle/>
            <a:p>
              <a:endParaRPr lang="en-IN"/>
            </a:p>
          </p:txBody>
        </p:sp>
        <p:sp>
          <p:nvSpPr>
            <p:cNvPr id="179" name="Freeform: Shape 178">
              <a:extLst>
                <a:ext uri="{FF2B5EF4-FFF2-40B4-BE49-F238E27FC236}">
                  <a16:creationId xmlns:a16="http://schemas.microsoft.com/office/drawing/2014/main" id="{FD6CEF38-3DB7-4AE9-9950-A3285C7D0916}"/>
                </a:ext>
              </a:extLst>
            </p:cNvPr>
            <p:cNvSpPr/>
            <p:nvPr/>
          </p:nvSpPr>
          <p:spPr>
            <a:xfrm>
              <a:off x="5236356" y="2254441"/>
              <a:ext cx="6011" cy="6011"/>
            </a:xfrm>
            <a:custGeom>
              <a:avLst/>
              <a:gdLst>
                <a:gd name="connsiteX0" fmla="*/ 5640 w 6011"/>
                <a:gd name="connsiteY0" fmla="*/ 3905 h 6011"/>
                <a:gd name="connsiteX1" fmla="*/ 2107 w 6011"/>
                <a:gd name="connsiteY1" fmla="*/ 372 h 6011"/>
                <a:gd name="connsiteX2" fmla="*/ 372 w 6011"/>
                <a:gd name="connsiteY2" fmla="*/ 372 h 6011"/>
                <a:gd name="connsiteX3" fmla="*/ 372 w 6011"/>
                <a:gd name="connsiteY3" fmla="*/ 2107 h 6011"/>
                <a:gd name="connsiteX4" fmla="*/ 3905 w 6011"/>
                <a:gd name="connsiteY4" fmla="*/ 5640 h 6011"/>
                <a:gd name="connsiteX5" fmla="*/ 4772 w 6011"/>
                <a:gd name="connsiteY5" fmla="*/ 6012 h 6011"/>
                <a:gd name="connsiteX6" fmla="*/ 5640 w 6011"/>
                <a:gd name="connsiteY6" fmla="*/ 5640 h 6011"/>
                <a:gd name="connsiteX7" fmla="*/ 5640 w 6011"/>
                <a:gd name="connsiteY7" fmla="*/ 3905 h 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1" h="6011">
                  <a:moveTo>
                    <a:pt x="5640" y="3905"/>
                  </a:moveTo>
                  <a:lnTo>
                    <a:pt x="2107" y="372"/>
                  </a:lnTo>
                  <a:cubicBezTo>
                    <a:pt x="1611" y="-124"/>
                    <a:pt x="868" y="-124"/>
                    <a:pt x="372" y="372"/>
                  </a:cubicBezTo>
                  <a:cubicBezTo>
                    <a:pt x="-124" y="868"/>
                    <a:pt x="-124" y="1611"/>
                    <a:pt x="372" y="2107"/>
                  </a:cubicBezTo>
                  <a:lnTo>
                    <a:pt x="3905" y="5640"/>
                  </a:lnTo>
                  <a:cubicBezTo>
                    <a:pt x="4153" y="5888"/>
                    <a:pt x="4463" y="6012"/>
                    <a:pt x="4772" y="6012"/>
                  </a:cubicBezTo>
                  <a:cubicBezTo>
                    <a:pt x="5082" y="6012"/>
                    <a:pt x="5392" y="5888"/>
                    <a:pt x="5640" y="5640"/>
                  </a:cubicBezTo>
                  <a:cubicBezTo>
                    <a:pt x="6136" y="5206"/>
                    <a:pt x="6136" y="4401"/>
                    <a:pt x="5640" y="3905"/>
                  </a:cubicBezTo>
                </a:path>
              </a:pathLst>
            </a:custGeom>
            <a:solidFill>
              <a:srgbClr val="000000">
                <a:alpha val="50000"/>
              </a:srgbClr>
            </a:solidFill>
            <a:ln w="595" cap="flat">
              <a:noFill/>
              <a:prstDash val="solid"/>
              <a:miter/>
            </a:ln>
          </p:spPr>
          <p:txBody>
            <a:bodyPr rtlCol="0" anchor="ctr"/>
            <a:lstStyle/>
            <a:p>
              <a:endParaRPr lang="en-IN"/>
            </a:p>
          </p:txBody>
        </p:sp>
        <p:sp>
          <p:nvSpPr>
            <p:cNvPr id="180" name="Freeform: Shape 179">
              <a:extLst>
                <a:ext uri="{FF2B5EF4-FFF2-40B4-BE49-F238E27FC236}">
                  <a16:creationId xmlns:a16="http://schemas.microsoft.com/office/drawing/2014/main" id="{F3AE9F30-F7A2-4A26-A559-45096D11F3BB}"/>
                </a:ext>
              </a:extLst>
            </p:cNvPr>
            <p:cNvSpPr/>
            <p:nvPr/>
          </p:nvSpPr>
          <p:spPr>
            <a:xfrm>
              <a:off x="5223960" y="2254503"/>
              <a:ext cx="6011" cy="6011"/>
            </a:xfrm>
            <a:custGeom>
              <a:avLst/>
              <a:gdLst>
                <a:gd name="connsiteX0" fmla="*/ 3905 w 6011"/>
                <a:gd name="connsiteY0" fmla="*/ 372 h 6011"/>
                <a:gd name="connsiteX1" fmla="*/ 372 w 6011"/>
                <a:gd name="connsiteY1" fmla="*/ 3905 h 6011"/>
                <a:gd name="connsiteX2" fmla="*/ 372 w 6011"/>
                <a:gd name="connsiteY2" fmla="*/ 5640 h 6011"/>
                <a:gd name="connsiteX3" fmla="*/ 1240 w 6011"/>
                <a:gd name="connsiteY3" fmla="*/ 6012 h 6011"/>
                <a:gd name="connsiteX4" fmla="*/ 2107 w 6011"/>
                <a:gd name="connsiteY4" fmla="*/ 5640 h 6011"/>
                <a:gd name="connsiteX5" fmla="*/ 5640 w 6011"/>
                <a:gd name="connsiteY5" fmla="*/ 2107 h 6011"/>
                <a:gd name="connsiteX6" fmla="*/ 5640 w 6011"/>
                <a:gd name="connsiteY6" fmla="*/ 372 h 6011"/>
                <a:gd name="connsiteX7" fmla="*/ 3905 w 6011"/>
                <a:gd name="connsiteY7" fmla="*/ 372 h 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1" h="6011">
                  <a:moveTo>
                    <a:pt x="3905" y="372"/>
                  </a:moveTo>
                  <a:lnTo>
                    <a:pt x="372" y="3905"/>
                  </a:lnTo>
                  <a:cubicBezTo>
                    <a:pt x="-124" y="4401"/>
                    <a:pt x="-124" y="5144"/>
                    <a:pt x="372" y="5640"/>
                  </a:cubicBezTo>
                  <a:cubicBezTo>
                    <a:pt x="620" y="5888"/>
                    <a:pt x="930" y="6012"/>
                    <a:pt x="1240" y="6012"/>
                  </a:cubicBezTo>
                  <a:cubicBezTo>
                    <a:pt x="1549" y="6012"/>
                    <a:pt x="1859" y="5888"/>
                    <a:pt x="2107" y="5640"/>
                  </a:cubicBezTo>
                  <a:lnTo>
                    <a:pt x="5640" y="2107"/>
                  </a:lnTo>
                  <a:cubicBezTo>
                    <a:pt x="6136" y="1611"/>
                    <a:pt x="6136" y="868"/>
                    <a:pt x="5640" y="372"/>
                  </a:cubicBezTo>
                  <a:cubicBezTo>
                    <a:pt x="5144" y="-124"/>
                    <a:pt x="4401" y="-124"/>
                    <a:pt x="3905" y="372"/>
                  </a:cubicBezTo>
                </a:path>
              </a:pathLst>
            </a:custGeom>
            <a:solidFill>
              <a:srgbClr val="000000">
                <a:alpha val="50000"/>
              </a:srgbClr>
            </a:solidFill>
            <a:ln w="595" cap="flat">
              <a:noFill/>
              <a:prstDash val="solid"/>
              <a:miter/>
            </a:ln>
          </p:spPr>
          <p:txBody>
            <a:bodyPr rtlCol="0" anchor="ctr"/>
            <a:lstStyle/>
            <a:p>
              <a:endParaRPr lang="en-IN"/>
            </a:p>
          </p:txBody>
        </p:sp>
        <p:sp>
          <p:nvSpPr>
            <p:cNvPr id="181" name="Freeform: Shape 180">
              <a:extLst>
                <a:ext uri="{FF2B5EF4-FFF2-40B4-BE49-F238E27FC236}">
                  <a16:creationId xmlns:a16="http://schemas.microsoft.com/office/drawing/2014/main" id="{D052B0DB-6E11-4DE0-B322-5340A0D0C781}"/>
                </a:ext>
              </a:extLst>
            </p:cNvPr>
            <p:cNvSpPr/>
            <p:nvPr/>
          </p:nvSpPr>
          <p:spPr>
            <a:xfrm>
              <a:off x="5203941" y="2246508"/>
              <a:ext cx="19833" cy="54479"/>
            </a:xfrm>
            <a:custGeom>
              <a:avLst/>
              <a:gdLst>
                <a:gd name="connsiteX0" fmla="*/ 2479 w 19833"/>
                <a:gd name="connsiteY0" fmla="*/ 18532 h 54479"/>
                <a:gd name="connsiteX1" fmla="*/ 2479 w 19833"/>
                <a:gd name="connsiteY1" fmla="*/ 43943 h 54479"/>
                <a:gd name="connsiteX2" fmla="*/ 620 w 19833"/>
                <a:gd name="connsiteY2" fmla="*/ 43943 h 54479"/>
                <a:gd name="connsiteX3" fmla="*/ 0 w 19833"/>
                <a:gd name="connsiteY3" fmla="*/ 54480 h 54479"/>
                <a:gd name="connsiteX4" fmla="*/ 8677 w 19833"/>
                <a:gd name="connsiteY4" fmla="*/ 54480 h 54479"/>
                <a:gd name="connsiteX5" fmla="*/ 8057 w 19833"/>
                <a:gd name="connsiteY5" fmla="*/ 43943 h 54479"/>
                <a:gd name="connsiteX6" fmla="*/ 6198 w 19833"/>
                <a:gd name="connsiteY6" fmla="*/ 43943 h 54479"/>
                <a:gd name="connsiteX7" fmla="*/ 6198 w 19833"/>
                <a:gd name="connsiteY7" fmla="*/ 18532 h 54479"/>
                <a:gd name="connsiteX8" fmla="*/ 19833 w 19833"/>
                <a:gd name="connsiteY8" fmla="*/ 3719 h 54479"/>
                <a:gd name="connsiteX9" fmla="*/ 19833 w 19833"/>
                <a:gd name="connsiteY9" fmla="*/ 0 h 54479"/>
                <a:gd name="connsiteX10" fmla="*/ 2479 w 19833"/>
                <a:gd name="connsiteY10" fmla="*/ 18532 h 5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833" h="54479">
                  <a:moveTo>
                    <a:pt x="2479" y="18532"/>
                  </a:moveTo>
                  <a:lnTo>
                    <a:pt x="2479" y="43943"/>
                  </a:lnTo>
                  <a:lnTo>
                    <a:pt x="620" y="43943"/>
                  </a:lnTo>
                  <a:lnTo>
                    <a:pt x="0" y="54480"/>
                  </a:lnTo>
                  <a:lnTo>
                    <a:pt x="8677" y="54480"/>
                  </a:lnTo>
                  <a:lnTo>
                    <a:pt x="8057" y="43943"/>
                  </a:lnTo>
                  <a:lnTo>
                    <a:pt x="6198" y="43943"/>
                  </a:lnTo>
                  <a:lnTo>
                    <a:pt x="6198" y="18532"/>
                  </a:lnTo>
                  <a:cubicBezTo>
                    <a:pt x="6198" y="10722"/>
                    <a:pt x="12210" y="4339"/>
                    <a:pt x="19833" y="3719"/>
                  </a:cubicBezTo>
                  <a:lnTo>
                    <a:pt x="19833" y="0"/>
                  </a:lnTo>
                  <a:cubicBezTo>
                    <a:pt x="10165" y="620"/>
                    <a:pt x="2479" y="8677"/>
                    <a:pt x="2479" y="18532"/>
                  </a:cubicBezTo>
                </a:path>
              </a:pathLst>
            </a:custGeom>
            <a:solidFill>
              <a:srgbClr val="000000">
                <a:alpha val="50000"/>
              </a:srgbClr>
            </a:solidFill>
            <a:ln w="595" cap="flat">
              <a:noFill/>
              <a:prstDash val="solid"/>
              <a:miter/>
            </a:ln>
          </p:spPr>
          <p:txBody>
            <a:bodyPr rtlCol="0" anchor="ctr"/>
            <a:lstStyle/>
            <a:p>
              <a:endParaRPr lang="en-IN"/>
            </a:p>
          </p:txBody>
        </p:sp>
        <p:sp>
          <p:nvSpPr>
            <p:cNvPr id="183" name="Freeform: Shape 182">
              <a:extLst>
                <a:ext uri="{FF2B5EF4-FFF2-40B4-BE49-F238E27FC236}">
                  <a16:creationId xmlns:a16="http://schemas.microsoft.com/office/drawing/2014/main" id="{64A673F6-47C4-4FBE-8B51-409CD21EE66F}"/>
                </a:ext>
              </a:extLst>
            </p:cNvPr>
            <p:cNvSpPr/>
            <p:nvPr/>
          </p:nvSpPr>
          <p:spPr>
            <a:xfrm>
              <a:off x="4762220" y="2614832"/>
              <a:ext cx="97782" cy="90342"/>
            </a:xfrm>
            <a:custGeom>
              <a:avLst/>
              <a:gdLst>
                <a:gd name="connsiteX0" fmla="*/ 42514 w 97782"/>
                <a:gd name="connsiteY0" fmla="*/ 39857 h 90342"/>
                <a:gd name="connsiteX1" fmla="*/ 37200 w 97782"/>
                <a:gd name="connsiteY1" fmla="*/ 34543 h 90342"/>
                <a:gd name="connsiteX2" fmla="*/ 42514 w 97782"/>
                <a:gd name="connsiteY2" fmla="*/ 29228 h 90342"/>
                <a:gd name="connsiteX3" fmla="*/ 47828 w 97782"/>
                <a:gd name="connsiteY3" fmla="*/ 34543 h 90342"/>
                <a:gd name="connsiteX4" fmla="*/ 42514 w 97782"/>
                <a:gd name="connsiteY4" fmla="*/ 39857 h 90342"/>
                <a:gd name="connsiteX5" fmla="*/ 97782 w 97782"/>
                <a:gd name="connsiteY5" fmla="*/ 36535 h 90342"/>
                <a:gd name="connsiteX6" fmla="*/ 26704 w 97782"/>
                <a:gd name="connsiteY6" fmla="*/ 7041 h 90342"/>
                <a:gd name="connsiteX7" fmla="*/ 14481 w 97782"/>
                <a:gd name="connsiteY7" fmla="*/ 36535 h 90342"/>
                <a:gd name="connsiteX8" fmla="*/ 38528 w 97782"/>
                <a:gd name="connsiteY8" fmla="*/ 46633 h 90342"/>
                <a:gd name="connsiteX9" fmla="*/ 38528 w 97782"/>
                <a:gd name="connsiteY9" fmla="*/ 51814 h 90342"/>
                <a:gd name="connsiteX10" fmla="*/ 27900 w 97782"/>
                <a:gd name="connsiteY10" fmla="*/ 62442 h 90342"/>
                <a:gd name="connsiteX11" fmla="*/ 7971 w 97782"/>
                <a:gd name="connsiteY11" fmla="*/ 62442 h 90342"/>
                <a:gd name="connsiteX12" fmla="*/ 7971 w 97782"/>
                <a:gd name="connsiteY12" fmla="*/ 0 h 90342"/>
                <a:gd name="connsiteX13" fmla="*/ 0 w 97782"/>
                <a:gd name="connsiteY13" fmla="*/ 0 h 90342"/>
                <a:gd name="connsiteX14" fmla="*/ 0 w 97782"/>
                <a:gd name="connsiteY14" fmla="*/ 90342 h 90342"/>
                <a:gd name="connsiteX15" fmla="*/ 7971 w 97782"/>
                <a:gd name="connsiteY15" fmla="*/ 90342 h 90342"/>
                <a:gd name="connsiteX16" fmla="*/ 7971 w 97782"/>
                <a:gd name="connsiteY16" fmla="*/ 70414 h 90342"/>
                <a:gd name="connsiteX17" fmla="*/ 27900 w 97782"/>
                <a:gd name="connsiteY17" fmla="*/ 70414 h 90342"/>
                <a:gd name="connsiteX18" fmla="*/ 46500 w 97782"/>
                <a:gd name="connsiteY18" fmla="*/ 51814 h 90342"/>
                <a:gd name="connsiteX19" fmla="*/ 46500 w 97782"/>
                <a:gd name="connsiteY19" fmla="*/ 49821 h 90342"/>
                <a:gd name="connsiteX20" fmla="*/ 69085 w 97782"/>
                <a:gd name="connsiteY20" fmla="*/ 59121 h 90342"/>
                <a:gd name="connsiteX21" fmla="*/ 97782 w 97782"/>
                <a:gd name="connsiteY21" fmla="*/ 36535 h 9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782" h="90342">
                  <a:moveTo>
                    <a:pt x="42514" y="39857"/>
                  </a:moveTo>
                  <a:cubicBezTo>
                    <a:pt x="39591" y="39857"/>
                    <a:pt x="37200" y="37465"/>
                    <a:pt x="37200" y="34543"/>
                  </a:cubicBezTo>
                  <a:cubicBezTo>
                    <a:pt x="37200" y="31620"/>
                    <a:pt x="39591" y="29228"/>
                    <a:pt x="42514" y="29228"/>
                  </a:cubicBezTo>
                  <a:cubicBezTo>
                    <a:pt x="45437" y="29228"/>
                    <a:pt x="47828" y="31620"/>
                    <a:pt x="47828" y="34543"/>
                  </a:cubicBezTo>
                  <a:cubicBezTo>
                    <a:pt x="47828" y="37465"/>
                    <a:pt x="45437" y="39857"/>
                    <a:pt x="42514" y="39857"/>
                  </a:cubicBezTo>
                  <a:close/>
                  <a:moveTo>
                    <a:pt x="97782" y="36535"/>
                  </a:moveTo>
                  <a:lnTo>
                    <a:pt x="26704" y="7041"/>
                  </a:lnTo>
                  <a:lnTo>
                    <a:pt x="14481" y="36535"/>
                  </a:lnTo>
                  <a:lnTo>
                    <a:pt x="38528" y="46633"/>
                  </a:lnTo>
                  <a:lnTo>
                    <a:pt x="38528" y="51814"/>
                  </a:lnTo>
                  <a:cubicBezTo>
                    <a:pt x="38528" y="57660"/>
                    <a:pt x="33745" y="62442"/>
                    <a:pt x="27900" y="62442"/>
                  </a:cubicBezTo>
                  <a:lnTo>
                    <a:pt x="7971" y="62442"/>
                  </a:lnTo>
                  <a:lnTo>
                    <a:pt x="7971" y="0"/>
                  </a:lnTo>
                  <a:lnTo>
                    <a:pt x="0" y="0"/>
                  </a:lnTo>
                  <a:lnTo>
                    <a:pt x="0" y="90342"/>
                  </a:lnTo>
                  <a:lnTo>
                    <a:pt x="7971" y="90342"/>
                  </a:lnTo>
                  <a:lnTo>
                    <a:pt x="7971" y="70414"/>
                  </a:lnTo>
                  <a:lnTo>
                    <a:pt x="27900" y="70414"/>
                  </a:lnTo>
                  <a:cubicBezTo>
                    <a:pt x="38130" y="70414"/>
                    <a:pt x="46500" y="62044"/>
                    <a:pt x="46500" y="51814"/>
                  </a:cubicBezTo>
                  <a:lnTo>
                    <a:pt x="46500" y="49821"/>
                  </a:lnTo>
                  <a:lnTo>
                    <a:pt x="69085" y="59121"/>
                  </a:lnTo>
                  <a:lnTo>
                    <a:pt x="97782" y="36535"/>
                  </a:lnTo>
                  <a:close/>
                </a:path>
              </a:pathLst>
            </a:custGeom>
            <a:solidFill>
              <a:srgbClr val="000000">
                <a:alpha val="50000"/>
              </a:srgbClr>
            </a:solidFill>
            <a:ln w="1290" cap="flat">
              <a:noFill/>
              <a:prstDash val="solid"/>
              <a:miter/>
            </a:ln>
          </p:spPr>
          <p:txBody>
            <a:bodyPr rtlCol="0" anchor="ctr"/>
            <a:lstStyle/>
            <a:p>
              <a:endParaRPr lang="en-IN"/>
            </a:p>
          </p:txBody>
        </p:sp>
        <p:sp>
          <p:nvSpPr>
            <p:cNvPr id="184" name="Freeform: Shape 183">
              <a:extLst>
                <a:ext uri="{FF2B5EF4-FFF2-40B4-BE49-F238E27FC236}">
                  <a16:creationId xmlns:a16="http://schemas.microsoft.com/office/drawing/2014/main" id="{B942E8E7-4D8C-4F82-A4D7-302916824ECA}"/>
                </a:ext>
              </a:extLst>
            </p:cNvPr>
            <p:cNvSpPr/>
            <p:nvPr/>
          </p:nvSpPr>
          <p:spPr>
            <a:xfrm>
              <a:off x="4845388" y="2660402"/>
              <a:ext cx="21522" cy="13285"/>
            </a:xfrm>
            <a:custGeom>
              <a:avLst/>
              <a:gdLst>
                <a:gd name="connsiteX0" fmla="*/ 11824 w 21522"/>
                <a:gd name="connsiteY0" fmla="*/ 0 h 13285"/>
                <a:gd name="connsiteX1" fmla="*/ 0 w 21522"/>
                <a:gd name="connsiteY1" fmla="*/ 9300 h 13285"/>
                <a:gd name="connsiteX2" fmla="*/ 9699 w 21522"/>
                <a:gd name="connsiteY2" fmla="*/ 13286 h 13285"/>
                <a:gd name="connsiteX3" fmla="*/ 21523 w 21522"/>
                <a:gd name="connsiteY3" fmla="*/ 3986 h 13285"/>
              </a:gdLst>
              <a:ahLst/>
              <a:cxnLst>
                <a:cxn ang="0">
                  <a:pos x="connsiteX0" y="connsiteY0"/>
                </a:cxn>
                <a:cxn ang="0">
                  <a:pos x="connsiteX1" y="connsiteY1"/>
                </a:cxn>
                <a:cxn ang="0">
                  <a:pos x="connsiteX2" y="connsiteY2"/>
                </a:cxn>
                <a:cxn ang="0">
                  <a:pos x="connsiteX3" y="connsiteY3"/>
                </a:cxn>
              </a:cxnLst>
              <a:rect l="l" t="t" r="r" b="b"/>
              <a:pathLst>
                <a:path w="21522" h="13285">
                  <a:moveTo>
                    <a:pt x="11824" y="0"/>
                  </a:moveTo>
                  <a:lnTo>
                    <a:pt x="0" y="9300"/>
                  </a:lnTo>
                  <a:lnTo>
                    <a:pt x="9699" y="13286"/>
                  </a:lnTo>
                  <a:lnTo>
                    <a:pt x="21523" y="3986"/>
                  </a:lnTo>
                  <a:close/>
                </a:path>
              </a:pathLst>
            </a:custGeom>
            <a:solidFill>
              <a:srgbClr val="000000">
                <a:alpha val="50000"/>
              </a:srgbClr>
            </a:solidFill>
            <a:ln w="1290" cap="flat">
              <a:noFill/>
              <a:prstDash val="solid"/>
              <a:miter/>
            </a:ln>
          </p:spPr>
          <p:txBody>
            <a:bodyPr rtlCol="0" anchor="ctr"/>
            <a:lstStyle/>
            <a:p>
              <a:endParaRPr lang="en-IN"/>
            </a:p>
          </p:txBody>
        </p:sp>
        <p:sp>
          <p:nvSpPr>
            <p:cNvPr id="185" name="Graphic 63" descr="Lock">
              <a:extLst>
                <a:ext uri="{FF2B5EF4-FFF2-40B4-BE49-F238E27FC236}">
                  <a16:creationId xmlns:a16="http://schemas.microsoft.com/office/drawing/2014/main" id="{CDF5BDEC-776A-46BB-8B78-7584F7648B52}"/>
                </a:ext>
              </a:extLst>
            </p:cNvPr>
            <p:cNvSpPr/>
            <p:nvPr/>
          </p:nvSpPr>
          <p:spPr>
            <a:xfrm>
              <a:off x="7176272" y="2133980"/>
              <a:ext cx="50815" cy="66242"/>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endParaRPr lang="en-IN"/>
            </a:p>
          </p:txBody>
        </p:sp>
        <p:sp>
          <p:nvSpPr>
            <p:cNvPr id="187" name="Freeform: Shape 186">
              <a:extLst>
                <a:ext uri="{FF2B5EF4-FFF2-40B4-BE49-F238E27FC236}">
                  <a16:creationId xmlns:a16="http://schemas.microsoft.com/office/drawing/2014/main" id="{415F7FF3-F2B7-41EF-AB2F-98E6881796BF}"/>
                </a:ext>
              </a:extLst>
            </p:cNvPr>
            <p:cNvSpPr/>
            <p:nvPr/>
          </p:nvSpPr>
          <p:spPr>
            <a:xfrm>
              <a:off x="10444724" y="1637410"/>
              <a:ext cx="47094" cy="31858"/>
            </a:xfrm>
            <a:custGeom>
              <a:avLst/>
              <a:gdLst>
                <a:gd name="connsiteX0" fmla="*/ 42940 w 47094"/>
                <a:gd name="connsiteY0" fmla="*/ 27703 h 31858"/>
                <a:gd name="connsiteX1" fmla="*/ 4155 w 47094"/>
                <a:gd name="connsiteY1" fmla="*/ 27703 h 31858"/>
                <a:gd name="connsiteX2" fmla="*/ 4155 w 47094"/>
                <a:gd name="connsiteY2" fmla="*/ 4155 h 31858"/>
                <a:gd name="connsiteX3" fmla="*/ 42940 w 47094"/>
                <a:gd name="connsiteY3" fmla="*/ 4155 h 31858"/>
                <a:gd name="connsiteX4" fmla="*/ 42940 w 47094"/>
                <a:gd name="connsiteY4" fmla="*/ 27703 h 31858"/>
                <a:gd name="connsiteX5" fmla="*/ 47095 w 47094"/>
                <a:gd name="connsiteY5" fmla="*/ 2770 h 31858"/>
                <a:gd name="connsiteX6" fmla="*/ 44325 w 47094"/>
                <a:gd name="connsiteY6" fmla="*/ 0 h 31858"/>
                <a:gd name="connsiteX7" fmla="*/ 2770 w 47094"/>
                <a:gd name="connsiteY7" fmla="*/ 0 h 31858"/>
                <a:gd name="connsiteX8" fmla="*/ 0 w 47094"/>
                <a:gd name="connsiteY8" fmla="*/ 2770 h 31858"/>
                <a:gd name="connsiteX9" fmla="*/ 0 w 47094"/>
                <a:gd name="connsiteY9" fmla="*/ 31858 h 31858"/>
                <a:gd name="connsiteX10" fmla="*/ 47095 w 47094"/>
                <a:gd name="connsiteY10" fmla="*/ 31858 h 31858"/>
                <a:gd name="connsiteX11" fmla="*/ 47095 w 47094"/>
                <a:gd name="connsiteY11" fmla="*/ 2770 h 3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94" h="31858">
                  <a:moveTo>
                    <a:pt x="42940" y="27703"/>
                  </a:moveTo>
                  <a:lnTo>
                    <a:pt x="4155" y="27703"/>
                  </a:lnTo>
                  <a:lnTo>
                    <a:pt x="4155" y="4155"/>
                  </a:lnTo>
                  <a:lnTo>
                    <a:pt x="42940" y="4155"/>
                  </a:lnTo>
                  <a:lnTo>
                    <a:pt x="42940" y="27703"/>
                  </a:lnTo>
                  <a:close/>
                  <a:moveTo>
                    <a:pt x="47095" y="2770"/>
                  </a:moveTo>
                  <a:cubicBezTo>
                    <a:pt x="47095" y="1247"/>
                    <a:pt x="45848" y="0"/>
                    <a:pt x="44325" y="0"/>
                  </a:cubicBezTo>
                  <a:lnTo>
                    <a:pt x="2770" y="0"/>
                  </a:lnTo>
                  <a:cubicBezTo>
                    <a:pt x="1247" y="0"/>
                    <a:pt x="0" y="1247"/>
                    <a:pt x="0" y="2770"/>
                  </a:cubicBezTo>
                  <a:lnTo>
                    <a:pt x="0" y="31858"/>
                  </a:lnTo>
                  <a:lnTo>
                    <a:pt x="47095" y="31858"/>
                  </a:lnTo>
                  <a:lnTo>
                    <a:pt x="47095" y="2770"/>
                  </a:lnTo>
                  <a:close/>
                </a:path>
              </a:pathLst>
            </a:custGeom>
            <a:solidFill>
              <a:schemeClr val="tx1">
                <a:lumMod val="95000"/>
                <a:lumOff val="5000"/>
                <a:alpha val="50000"/>
              </a:schemeClr>
            </a:solidFill>
            <a:ln w="595" cap="flat">
              <a:noFill/>
              <a:prstDash val="solid"/>
              <a:miter/>
            </a:ln>
          </p:spPr>
          <p:txBody>
            <a:bodyPr rtlCol="0" anchor="ctr"/>
            <a:lstStyle/>
            <a:p>
              <a:endParaRPr lang="en-IN"/>
            </a:p>
          </p:txBody>
        </p:sp>
        <p:sp>
          <p:nvSpPr>
            <p:cNvPr id="188" name="Freeform: Shape 187">
              <a:extLst>
                <a:ext uri="{FF2B5EF4-FFF2-40B4-BE49-F238E27FC236}">
                  <a16:creationId xmlns:a16="http://schemas.microsoft.com/office/drawing/2014/main" id="{59BC37D9-66B8-4F24-960F-28F2CE59F78F}"/>
                </a:ext>
              </a:extLst>
            </p:cNvPr>
            <p:cNvSpPr/>
            <p:nvPr/>
          </p:nvSpPr>
          <p:spPr>
            <a:xfrm>
              <a:off x="10436413" y="1672039"/>
              <a:ext cx="63716" cy="4155"/>
            </a:xfrm>
            <a:custGeom>
              <a:avLst/>
              <a:gdLst>
                <a:gd name="connsiteX0" fmla="*/ 36014 w 63716"/>
                <a:gd name="connsiteY0" fmla="*/ 0 h 4155"/>
                <a:gd name="connsiteX1" fmla="*/ 36014 w 63716"/>
                <a:gd name="connsiteY1" fmla="*/ 693 h 4155"/>
                <a:gd name="connsiteX2" fmla="*/ 35321 w 63716"/>
                <a:gd name="connsiteY2" fmla="*/ 1385 h 4155"/>
                <a:gd name="connsiteX3" fmla="*/ 28395 w 63716"/>
                <a:gd name="connsiteY3" fmla="*/ 1385 h 4155"/>
                <a:gd name="connsiteX4" fmla="*/ 27703 w 63716"/>
                <a:gd name="connsiteY4" fmla="*/ 693 h 4155"/>
                <a:gd name="connsiteX5" fmla="*/ 27703 w 63716"/>
                <a:gd name="connsiteY5" fmla="*/ 0 h 4155"/>
                <a:gd name="connsiteX6" fmla="*/ 0 w 63716"/>
                <a:gd name="connsiteY6" fmla="*/ 0 h 4155"/>
                <a:gd name="connsiteX7" fmla="*/ 0 w 63716"/>
                <a:gd name="connsiteY7" fmla="*/ 1385 h 4155"/>
                <a:gd name="connsiteX8" fmla="*/ 2770 w 63716"/>
                <a:gd name="connsiteY8" fmla="*/ 4155 h 4155"/>
                <a:gd name="connsiteX9" fmla="*/ 60946 w 63716"/>
                <a:gd name="connsiteY9" fmla="*/ 4155 h 4155"/>
                <a:gd name="connsiteX10" fmla="*/ 63717 w 63716"/>
                <a:gd name="connsiteY10" fmla="*/ 1385 h 4155"/>
                <a:gd name="connsiteX11" fmla="*/ 63717 w 63716"/>
                <a:gd name="connsiteY11" fmla="*/ 0 h 4155"/>
                <a:gd name="connsiteX12" fmla="*/ 36014 w 63716"/>
                <a:gd name="connsiteY12" fmla="*/ 0 h 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716" h="4155">
                  <a:moveTo>
                    <a:pt x="36014" y="0"/>
                  </a:moveTo>
                  <a:lnTo>
                    <a:pt x="36014" y="693"/>
                  </a:lnTo>
                  <a:cubicBezTo>
                    <a:pt x="36014" y="1108"/>
                    <a:pt x="35737" y="1385"/>
                    <a:pt x="35321" y="1385"/>
                  </a:cubicBezTo>
                  <a:lnTo>
                    <a:pt x="28395" y="1385"/>
                  </a:lnTo>
                  <a:cubicBezTo>
                    <a:pt x="27980" y="1385"/>
                    <a:pt x="27703" y="1108"/>
                    <a:pt x="27703" y="693"/>
                  </a:cubicBezTo>
                  <a:lnTo>
                    <a:pt x="27703" y="0"/>
                  </a:lnTo>
                  <a:lnTo>
                    <a:pt x="0" y="0"/>
                  </a:lnTo>
                  <a:lnTo>
                    <a:pt x="0" y="1385"/>
                  </a:lnTo>
                  <a:cubicBezTo>
                    <a:pt x="0" y="2909"/>
                    <a:pt x="1247" y="4155"/>
                    <a:pt x="2770" y="4155"/>
                  </a:cubicBezTo>
                  <a:lnTo>
                    <a:pt x="60946" y="4155"/>
                  </a:lnTo>
                  <a:cubicBezTo>
                    <a:pt x="62470" y="4155"/>
                    <a:pt x="63717" y="2909"/>
                    <a:pt x="63717" y="1385"/>
                  </a:cubicBezTo>
                  <a:lnTo>
                    <a:pt x="63717" y="0"/>
                  </a:lnTo>
                  <a:lnTo>
                    <a:pt x="36014" y="0"/>
                  </a:lnTo>
                  <a:close/>
                </a:path>
              </a:pathLst>
            </a:custGeom>
            <a:solidFill>
              <a:schemeClr val="tx1">
                <a:lumMod val="95000"/>
                <a:lumOff val="5000"/>
                <a:alpha val="50000"/>
              </a:schemeClr>
            </a:solidFill>
            <a:ln w="595" cap="flat">
              <a:noFill/>
              <a:prstDash val="solid"/>
              <a:miter/>
            </a:ln>
          </p:spPr>
          <p:txBody>
            <a:bodyPr rtlCol="0" anchor="ctr"/>
            <a:lstStyle/>
            <a:p>
              <a:endParaRPr lang="en-IN"/>
            </a:p>
          </p:txBody>
        </p:sp>
        <p:sp>
          <p:nvSpPr>
            <p:cNvPr id="190" name="Freeform: Shape 189">
              <a:extLst>
                <a:ext uri="{FF2B5EF4-FFF2-40B4-BE49-F238E27FC236}">
                  <a16:creationId xmlns:a16="http://schemas.microsoft.com/office/drawing/2014/main" id="{00882A98-A7F7-4437-91ED-697B26EF4062}"/>
                </a:ext>
              </a:extLst>
            </p:cNvPr>
            <p:cNvSpPr/>
            <p:nvPr/>
          </p:nvSpPr>
          <p:spPr>
            <a:xfrm>
              <a:off x="5903897" y="1496290"/>
              <a:ext cx="56985" cy="38548"/>
            </a:xfrm>
            <a:custGeom>
              <a:avLst/>
              <a:gdLst>
                <a:gd name="connsiteX0" fmla="*/ 51957 w 56985"/>
                <a:gd name="connsiteY0" fmla="*/ 33521 h 38548"/>
                <a:gd name="connsiteX1" fmla="*/ 5028 w 56985"/>
                <a:gd name="connsiteY1" fmla="*/ 33521 h 38548"/>
                <a:gd name="connsiteX2" fmla="*/ 5028 w 56985"/>
                <a:gd name="connsiteY2" fmla="*/ 5028 h 38548"/>
                <a:gd name="connsiteX3" fmla="*/ 51957 w 56985"/>
                <a:gd name="connsiteY3" fmla="*/ 5028 h 38548"/>
                <a:gd name="connsiteX4" fmla="*/ 51957 w 56985"/>
                <a:gd name="connsiteY4" fmla="*/ 33521 h 38548"/>
                <a:gd name="connsiteX5" fmla="*/ 56985 w 56985"/>
                <a:gd name="connsiteY5" fmla="*/ 3352 h 38548"/>
                <a:gd name="connsiteX6" fmla="*/ 53633 w 56985"/>
                <a:gd name="connsiteY6" fmla="*/ 0 h 38548"/>
                <a:gd name="connsiteX7" fmla="*/ 3352 w 56985"/>
                <a:gd name="connsiteY7" fmla="*/ 0 h 38548"/>
                <a:gd name="connsiteX8" fmla="*/ 0 w 56985"/>
                <a:gd name="connsiteY8" fmla="*/ 3352 h 38548"/>
                <a:gd name="connsiteX9" fmla="*/ 0 w 56985"/>
                <a:gd name="connsiteY9" fmla="*/ 38549 h 38548"/>
                <a:gd name="connsiteX10" fmla="*/ 56985 w 56985"/>
                <a:gd name="connsiteY10" fmla="*/ 38549 h 38548"/>
                <a:gd name="connsiteX11" fmla="*/ 56985 w 56985"/>
                <a:gd name="connsiteY11" fmla="*/ 3352 h 38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85" h="38548">
                  <a:moveTo>
                    <a:pt x="51957" y="33521"/>
                  </a:moveTo>
                  <a:lnTo>
                    <a:pt x="5028" y="33521"/>
                  </a:lnTo>
                  <a:lnTo>
                    <a:pt x="5028" y="5028"/>
                  </a:lnTo>
                  <a:lnTo>
                    <a:pt x="51957" y="5028"/>
                  </a:lnTo>
                  <a:lnTo>
                    <a:pt x="51957" y="33521"/>
                  </a:lnTo>
                  <a:close/>
                  <a:moveTo>
                    <a:pt x="56985" y="3352"/>
                  </a:moveTo>
                  <a:cubicBezTo>
                    <a:pt x="56985" y="1508"/>
                    <a:pt x="55477" y="0"/>
                    <a:pt x="53633" y="0"/>
                  </a:cubicBezTo>
                  <a:lnTo>
                    <a:pt x="3352" y="0"/>
                  </a:lnTo>
                  <a:cubicBezTo>
                    <a:pt x="1508" y="0"/>
                    <a:pt x="0" y="1508"/>
                    <a:pt x="0" y="3352"/>
                  </a:cubicBezTo>
                  <a:lnTo>
                    <a:pt x="0" y="38549"/>
                  </a:lnTo>
                  <a:lnTo>
                    <a:pt x="56985" y="38549"/>
                  </a:lnTo>
                  <a:lnTo>
                    <a:pt x="56985" y="3352"/>
                  </a:lnTo>
                  <a:close/>
                </a:path>
              </a:pathLst>
            </a:custGeom>
            <a:solidFill>
              <a:schemeClr val="tx1">
                <a:lumMod val="95000"/>
                <a:lumOff val="5000"/>
                <a:alpha val="50000"/>
              </a:schemeClr>
            </a:solidFill>
            <a:ln w="794" cap="flat">
              <a:noFill/>
              <a:prstDash val="solid"/>
              <a:miter/>
            </a:ln>
          </p:spPr>
          <p:txBody>
            <a:bodyPr rtlCol="0" anchor="ctr"/>
            <a:lstStyle/>
            <a:p>
              <a:endParaRPr lang="en-IN"/>
            </a:p>
          </p:txBody>
        </p:sp>
        <p:sp>
          <p:nvSpPr>
            <p:cNvPr id="191" name="Freeform: Shape 190">
              <a:extLst>
                <a:ext uri="{FF2B5EF4-FFF2-40B4-BE49-F238E27FC236}">
                  <a16:creationId xmlns:a16="http://schemas.microsoft.com/office/drawing/2014/main" id="{5FDFD998-C71E-48F2-9ED4-37EDA4C7A08F}"/>
                </a:ext>
              </a:extLst>
            </p:cNvPr>
            <p:cNvSpPr/>
            <p:nvPr/>
          </p:nvSpPr>
          <p:spPr>
            <a:xfrm>
              <a:off x="5893841" y="1538191"/>
              <a:ext cx="77097" cy="5028"/>
            </a:xfrm>
            <a:custGeom>
              <a:avLst/>
              <a:gdLst>
                <a:gd name="connsiteX0" fmla="*/ 43577 w 77097"/>
                <a:gd name="connsiteY0" fmla="*/ 0 h 5028"/>
                <a:gd name="connsiteX1" fmla="*/ 43577 w 77097"/>
                <a:gd name="connsiteY1" fmla="*/ 838 h 5028"/>
                <a:gd name="connsiteX2" fmla="*/ 42739 w 77097"/>
                <a:gd name="connsiteY2" fmla="*/ 1676 h 5028"/>
                <a:gd name="connsiteX3" fmla="*/ 34359 w 77097"/>
                <a:gd name="connsiteY3" fmla="*/ 1676 h 5028"/>
                <a:gd name="connsiteX4" fmla="*/ 33521 w 77097"/>
                <a:gd name="connsiteY4" fmla="*/ 838 h 5028"/>
                <a:gd name="connsiteX5" fmla="*/ 33521 w 77097"/>
                <a:gd name="connsiteY5" fmla="*/ 0 h 5028"/>
                <a:gd name="connsiteX6" fmla="*/ 0 w 77097"/>
                <a:gd name="connsiteY6" fmla="*/ 0 h 5028"/>
                <a:gd name="connsiteX7" fmla="*/ 0 w 77097"/>
                <a:gd name="connsiteY7" fmla="*/ 1676 h 5028"/>
                <a:gd name="connsiteX8" fmla="*/ 3352 w 77097"/>
                <a:gd name="connsiteY8" fmla="*/ 5028 h 5028"/>
                <a:gd name="connsiteX9" fmla="*/ 73746 w 77097"/>
                <a:gd name="connsiteY9" fmla="*/ 5028 h 5028"/>
                <a:gd name="connsiteX10" fmla="*/ 77098 w 77097"/>
                <a:gd name="connsiteY10" fmla="*/ 1676 h 5028"/>
                <a:gd name="connsiteX11" fmla="*/ 77098 w 77097"/>
                <a:gd name="connsiteY11" fmla="*/ 0 h 5028"/>
                <a:gd name="connsiteX12" fmla="*/ 43577 w 77097"/>
                <a:gd name="connsiteY12" fmla="*/ 0 h 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097" h="5028">
                  <a:moveTo>
                    <a:pt x="43577" y="0"/>
                  </a:moveTo>
                  <a:lnTo>
                    <a:pt x="43577" y="838"/>
                  </a:lnTo>
                  <a:cubicBezTo>
                    <a:pt x="43577" y="1341"/>
                    <a:pt x="43242" y="1676"/>
                    <a:pt x="42739" y="1676"/>
                  </a:cubicBezTo>
                  <a:lnTo>
                    <a:pt x="34359" y="1676"/>
                  </a:lnTo>
                  <a:cubicBezTo>
                    <a:pt x="33856" y="1676"/>
                    <a:pt x="33521" y="1341"/>
                    <a:pt x="33521" y="838"/>
                  </a:cubicBezTo>
                  <a:lnTo>
                    <a:pt x="33521" y="0"/>
                  </a:lnTo>
                  <a:lnTo>
                    <a:pt x="0" y="0"/>
                  </a:lnTo>
                  <a:lnTo>
                    <a:pt x="0" y="1676"/>
                  </a:lnTo>
                  <a:cubicBezTo>
                    <a:pt x="0" y="3520"/>
                    <a:pt x="1508" y="5028"/>
                    <a:pt x="3352" y="5028"/>
                  </a:cubicBezTo>
                  <a:lnTo>
                    <a:pt x="73746" y="5028"/>
                  </a:lnTo>
                  <a:cubicBezTo>
                    <a:pt x="75589" y="5028"/>
                    <a:pt x="77098" y="3520"/>
                    <a:pt x="77098" y="1676"/>
                  </a:cubicBezTo>
                  <a:lnTo>
                    <a:pt x="77098" y="0"/>
                  </a:lnTo>
                  <a:lnTo>
                    <a:pt x="43577" y="0"/>
                  </a:lnTo>
                  <a:close/>
                </a:path>
              </a:pathLst>
            </a:custGeom>
            <a:solidFill>
              <a:schemeClr val="tx1">
                <a:lumMod val="95000"/>
                <a:lumOff val="5000"/>
                <a:alpha val="50000"/>
              </a:schemeClr>
            </a:solidFill>
            <a:ln w="794" cap="flat">
              <a:noFill/>
              <a:prstDash val="solid"/>
              <a:miter/>
            </a:ln>
          </p:spPr>
          <p:txBody>
            <a:bodyPr rtlCol="0" anchor="ctr"/>
            <a:lstStyle/>
            <a:p>
              <a:endParaRPr lang="en-IN"/>
            </a:p>
          </p:txBody>
        </p:sp>
        <p:sp>
          <p:nvSpPr>
            <p:cNvPr id="192" name="Graphic 66" descr="Lock">
              <a:extLst>
                <a:ext uri="{FF2B5EF4-FFF2-40B4-BE49-F238E27FC236}">
                  <a16:creationId xmlns:a16="http://schemas.microsoft.com/office/drawing/2014/main" id="{E9EC41AE-7D01-4A8E-9B69-E0293480C503}"/>
                </a:ext>
              </a:extLst>
            </p:cNvPr>
            <p:cNvSpPr/>
            <p:nvPr/>
          </p:nvSpPr>
          <p:spPr>
            <a:xfrm>
              <a:off x="9843029" y="2804851"/>
              <a:ext cx="50815" cy="66242"/>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endParaRPr lang="en-IN"/>
            </a:p>
          </p:txBody>
        </p:sp>
        <p:sp>
          <p:nvSpPr>
            <p:cNvPr id="194" name="Freeform: Shape 193">
              <a:extLst>
                <a:ext uri="{FF2B5EF4-FFF2-40B4-BE49-F238E27FC236}">
                  <a16:creationId xmlns:a16="http://schemas.microsoft.com/office/drawing/2014/main" id="{CB0C8505-8169-47C5-B2AE-FC7E6616ED23}"/>
                </a:ext>
              </a:extLst>
            </p:cNvPr>
            <p:cNvSpPr/>
            <p:nvPr/>
          </p:nvSpPr>
          <p:spPr>
            <a:xfrm>
              <a:off x="4053043" y="569706"/>
              <a:ext cx="14998" cy="7499"/>
            </a:xfrm>
            <a:custGeom>
              <a:avLst/>
              <a:gdLst>
                <a:gd name="connsiteX0" fmla="*/ 14999 w 14998"/>
                <a:gd name="connsiteY0" fmla="*/ 4500 h 7499"/>
                <a:gd name="connsiteX1" fmla="*/ 14999 w 14998"/>
                <a:gd name="connsiteY1" fmla="*/ 3000 h 7499"/>
                <a:gd name="connsiteX2" fmla="*/ 11999 w 14998"/>
                <a:gd name="connsiteY2" fmla="*/ 0 h 7499"/>
                <a:gd name="connsiteX3" fmla="*/ 0 w 14998"/>
                <a:gd name="connsiteY3" fmla="*/ 0 h 7499"/>
                <a:gd name="connsiteX4" fmla="*/ 0 w 14998"/>
                <a:gd name="connsiteY4" fmla="*/ 4500 h 7499"/>
                <a:gd name="connsiteX5" fmla="*/ 3000 w 14998"/>
                <a:gd name="connsiteY5" fmla="*/ 7499 h 7499"/>
                <a:gd name="connsiteX6" fmla="*/ 11999 w 14998"/>
                <a:gd name="connsiteY6" fmla="*/ 7499 h 7499"/>
                <a:gd name="connsiteX7" fmla="*/ 14999 w 14998"/>
                <a:gd name="connsiteY7" fmla="*/ 4500 h 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8" h="7499">
                  <a:moveTo>
                    <a:pt x="14999" y="4500"/>
                  </a:moveTo>
                  <a:lnTo>
                    <a:pt x="14999" y="3000"/>
                  </a:lnTo>
                  <a:cubicBezTo>
                    <a:pt x="14999" y="1350"/>
                    <a:pt x="13649" y="0"/>
                    <a:pt x="11999" y="0"/>
                  </a:cubicBezTo>
                  <a:lnTo>
                    <a:pt x="0" y="0"/>
                  </a:lnTo>
                  <a:lnTo>
                    <a:pt x="0" y="4500"/>
                  </a:lnTo>
                  <a:cubicBezTo>
                    <a:pt x="0" y="6150"/>
                    <a:pt x="1350" y="7499"/>
                    <a:pt x="3000" y="7499"/>
                  </a:cubicBezTo>
                  <a:lnTo>
                    <a:pt x="11999" y="7499"/>
                  </a:lnTo>
                  <a:cubicBezTo>
                    <a:pt x="13649" y="7499"/>
                    <a:pt x="14999" y="6150"/>
                    <a:pt x="14999" y="4500"/>
                  </a:cubicBezTo>
                </a:path>
              </a:pathLst>
            </a:custGeom>
            <a:solidFill>
              <a:srgbClr val="000000">
                <a:alpha val="50000"/>
              </a:srgbClr>
            </a:solidFill>
            <a:ln w="695" cap="flat">
              <a:noFill/>
              <a:prstDash val="solid"/>
              <a:miter/>
            </a:ln>
          </p:spPr>
          <p:txBody>
            <a:bodyPr rtlCol="0" anchor="ctr"/>
            <a:lstStyle/>
            <a:p>
              <a:endParaRPr lang="en-IN"/>
            </a:p>
          </p:txBody>
        </p:sp>
        <p:sp>
          <p:nvSpPr>
            <p:cNvPr id="195" name="Freeform: Shape 194">
              <a:extLst>
                <a:ext uri="{FF2B5EF4-FFF2-40B4-BE49-F238E27FC236}">
                  <a16:creationId xmlns:a16="http://schemas.microsoft.com/office/drawing/2014/main" id="{E469C658-EF8C-404F-8F0B-B26278929660}"/>
                </a:ext>
              </a:extLst>
            </p:cNvPr>
            <p:cNvSpPr/>
            <p:nvPr/>
          </p:nvSpPr>
          <p:spPr>
            <a:xfrm>
              <a:off x="4059792" y="579456"/>
              <a:ext cx="2999" cy="8999"/>
            </a:xfrm>
            <a:custGeom>
              <a:avLst/>
              <a:gdLst>
                <a:gd name="connsiteX0" fmla="*/ 1500 w 2999"/>
                <a:gd name="connsiteY0" fmla="*/ 0 h 8999"/>
                <a:gd name="connsiteX1" fmla="*/ 0 w 2999"/>
                <a:gd name="connsiteY1" fmla="*/ 1500 h 8999"/>
                <a:gd name="connsiteX2" fmla="*/ 0 w 2999"/>
                <a:gd name="connsiteY2" fmla="*/ 7499 h 8999"/>
                <a:gd name="connsiteX3" fmla="*/ 1500 w 2999"/>
                <a:gd name="connsiteY3" fmla="*/ 8999 h 8999"/>
                <a:gd name="connsiteX4" fmla="*/ 3000 w 2999"/>
                <a:gd name="connsiteY4" fmla="*/ 7499 h 8999"/>
                <a:gd name="connsiteX5" fmla="*/ 3000 w 2999"/>
                <a:gd name="connsiteY5" fmla="*/ 1500 h 8999"/>
                <a:gd name="connsiteX6" fmla="*/ 1500 w 2999"/>
                <a:gd name="connsiteY6" fmla="*/ 0 h 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9" h="8999">
                  <a:moveTo>
                    <a:pt x="1500" y="0"/>
                  </a:moveTo>
                  <a:cubicBezTo>
                    <a:pt x="675" y="0"/>
                    <a:pt x="0" y="675"/>
                    <a:pt x="0" y="1500"/>
                  </a:cubicBezTo>
                  <a:lnTo>
                    <a:pt x="0" y="7499"/>
                  </a:lnTo>
                  <a:cubicBezTo>
                    <a:pt x="0" y="8324"/>
                    <a:pt x="675" y="8999"/>
                    <a:pt x="1500" y="8999"/>
                  </a:cubicBezTo>
                  <a:cubicBezTo>
                    <a:pt x="2325" y="8999"/>
                    <a:pt x="3000" y="8324"/>
                    <a:pt x="3000" y="7499"/>
                  </a:cubicBezTo>
                  <a:lnTo>
                    <a:pt x="3000" y="1500"/>
                  </a:lnTo>
                  <a:cubicBezTo>
                    <a:pt x="3000" y="675"/>
                    <a:pt x="2325" y="0"/>
                    <a:pt x="1500" y="0"/>
                  </a:cubicBezTo>
                </a:path>
              </a:pathLst>
            </a:custGeom>
            <a:solidFill>
              <a:srgbClr val="000000">
                <a:alpha val="50000"/>
              </a:srgbClr>
            </a:solidFill>
            <a:ln w="695" cap="flat">
              <a:noFill/>
              <a:prstDash val="solid"/>
              <a:miter/>
            </a:ln>
          </p:spPr>
          <p:txBody>
            <a:bodyPr rtlCol="0" anchor="ctr"/>
            <a:lstStyle/>
            <a:p>
              <a:endParaRPr lang="en-IN"/>
            </a:p>
          </p:txBody>
        </p:sp>
        <p:sp>
          <p:nvSpPr>
            <p:cNvPr id="196" name="Freeform: Shape 195">
              <a:extLst>
                <a:ext uri="{FF2B5EF4-FFF2-40B4-BE49-F238E27FC236}">
                  <a16:creationId xmlns:a16="http://schemas.microsoft.com/office/drawing/2014/main" id="{48CC8DE7-340B-494B-A8D5-8BC67455E99A}"/>
                </a:ext>
              </a:extLst>
            </p:cNvPr>
            <p:cNvSpPr/>
            <p:nvPr/>
          </p:nvSpPr>
          <p:spPr>
            <a:xfrm>
              <a:off x="4065267" y="579381"/>
              <a:ext cx="7274" cy="7274"/>
            </a:xfrm>
            <a:custGeom>
              <a:avLst/>
              <a:gdLst>
                <a:gd name="connsiteX0" fmla="*/ 6825 w 7274"/>
                <a:gd name="connsiteY0" fmla="*/ 4725 h 7274"/>
                <a:gd name="connsiteX1" fmla="*/ 2550 w 7274"/>
                <a:gd name="connsiteY1" fmla="*/ 450 h 7274"/>
                <a:gd name="connsiteX2" fmla="*/ 450 w 7274"/>
                <a:gd name="connsiteY2" fmla="*/ 450 h 7274"/>
                <a:gd name="connsiteX3" fmla="*/ 450 w 7274"/>
                <a:gd name="connsiteY3" fmla="*/ 2550 h 7274"/>
                <a:gd name="connsiteX4" fmla="*/ 4725 w 7274"/>
                <a:gd name="connsiteY4" fmla="*/ 6825 h 7274"/>
                <a:gd name="connsiteX5" fmla="*/ 5775 w 7274"/>
                <a:gd name="connsiteY5" fmla="*/ 7274 h 7274"/>
                <a:gd name="connsiteX6" fmla="*/ 6825 w 7274"/>
                <a:gd name="connsiteY6" fmla="*/ 6825 h 7274"/>
                <a:gd name="connsiteX7" fmla="*/ 6825 w 7274"/>
                <a:gd name="connsiteY7" fmla="*/ 4725 h 7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 h="7274">
                  <a:moveTo>
                    <a:pt x="6825" y="4725"/>
                  </a:moveTo>
                  <a:lnTo>
                    <a:pt x="2550" y="450"/>
                  </a:lnTo>
                  <a:cubicBezTo>
                    <a:pt x="1950" y="-150"/>
                    <a:pt x="1050" y="-150"/>
                    <a:pt x="450" y="450"/>
                  </a:cubicBezTo>
                  <a:cubicBezTo>
                    <a:pt x="-150" y="1050"/>
                    <a:pt x="-150" y="1950"/>
                    <a:pt x="450" y="2550"/>
                  </a:cubicBezTo>
                  <a:lnTo>
                    <a:pt x="4725" y="6825"/>
                  </a:lnTo>
                  <a:cubicBezTo>
                    <a:pt x="5025" y="7125"/>
                    <a:pt x="5400" y="7274"/>
                    <a:pt x="5775" y="7274"/>
                  </a:cubicBezTo>
                  <a:cubicBezTo>
                    <a:pt x="6150" y="7274"/>
                    <a:pt x="6525" y="7125"/>
                    <a:pt x="6825" y="6825"/>
                  </a:cubicBezTo>
                  <a:cubicBezTo>
                    <a:pt x="7424" y="6300"/>
                    <a:pt x="7424" y="5325"/>
                    <a:pt x="6825" y="4725"/>
                  </a:cubicBezTo>
                </a:path>
              </a:pathLst>
            </a:custGeom>
            <a:solidFill>
              <a:srgbClr val="000000">
                <a:alpha val="50000"/>
              </a:srgbClr>
            </a:solidFill>
            <a:ln w="695" cap="flat">
              <a:noFill/>
              <a:prstDash val="solid"/>
              <a:miter/>
            </a:ln>
          </p:spPr>
          <p:txBody>
            <a:bodyPr rtlCol="0" anchor="ctr"/>
            <a:lstStyle/>
            <a:p>
              <a:endParaRPr lang="en-IN"/>
            </a:p>
          </p:txBody>
        </p:sp>
        <p:sp>
          <p:nvSpPr>
            <p:cNvPr id="197" name="Freeform: Shape 196">
              <a:extLst>
                <a:ext uri="{FF2B5EF4-FFF2-40B4-BE49-F238E27FC236}">
                  <a16:creationId xmlns:a16="http://schemas.microsoft.com/office/drawing/2014/main" id="{A749228D-1DAD-4382-89D9-31FEB61B68EC}"/>
                </a:ext>
              </a:extLst>
            </p:cNvPr>
            <p:cNvSpPr/>
            <p:nvPr/>
          </p:nvSpPr>
          <p:spPr>
            <a:xfrm>
              <a:off x="4050268" y="579456"/>
              <a:ext cx="7274" cy="7274"/>
            </a:xfrm>
            <a:custGeom>
              <a:avLst/>
              <a:gdLst>
                <a:gd name="connsiteX0" fmla="*/ 4725 w 7274"/>
                <a:gd name="connsiteY0" fmla="*/ 450 h 7274"/>
                <a:gd name="connsiteX1" fmla="*/ 450 w 7274"/>
                <a:gd name="connsiteY1" fmla="*/ 4725 h 7274"/>
                <a:gd name="connsiteX2" fmla="*/ 450 w 7274"/>
                <a:gd name="connsiteY2" fmla="*/ 6825 h 7274"/>
                <a:gd name="connsiteX3" fmla="*/ 1500 w 7274"/>
                <a:gd name="connsiteY3" fmla="*/ 7274 h 7274"/>
                <a:gd name="connsiteX4" fmla="*/ 2550 w 7274"/>
                <a:gd name="connsiteY4" fmla="*/ 6825 h 7274"/>
                <a:gd name="connsiteX5" fmla="*/ 6825 w 7274"/>
                <a:gd name="connsiteY5" fmla="*/ 2550 h 7274"/>
                <a:gd name="connsiteX6" fmla="*/ 6825 w 7274"/>
                <a:gd name="connsiteY6" fmla="*/ 450 h 7274"/>
                <a:gd name="connsiteX7" fmla="*/ 4725 w 7274"/>
                <a:gd name="connsiteY7" fmla="*/ 450 h 7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 h="7274">
                  <a:moveTo>
                    <a:pt x="4725" y="450"/>
                  </a:moveTo>
                  <a:lnTo>
                    <a:pt x="450" y="4725"/>
                  </a:lnTo>
                  <a:cubicBezTo>
                    <a:pt x="-150" y="5325"/>
                    <a:pt x="-150" y="6225"/>
                    <a:pt x="450" y="6825"/>
                  </a:cubicBezTo>
                  <a:cubicBezTo>
                    <a:pt x="750" y="7125"/>
                    <a:pt x="1125" y="7274"/>
                    <a:pt x="1500" y="7274"/>
                  </a:cubicBezTo>
                  <a:cubicBezTo>
                    <a:pt x="1875" y="7274"/>
                    <a:pt x="2250" y="7125"/>
                    <a:pt x="2550" y="6825"/>
                  </a:cubicBezTo>
                  <a:lnTo>
                    <a:pt x="6825" y="2550"/>
                  </a:lnTo>
                  <a:cubicBezTo>
                    <a:pt x="7424" y="1950"/>
                    <a:pt x="7424" y="1050"/>
                    <a:pt x="6825" y="450"/>
                  </a:cubicBezTo>
                  <a:cubicBezTo>
                    <a:pt x="6225" y="-150"/>
                    <a:pt x="5325" y="-150"/>
                    <a:pt x="4725" y="450"/>
                  </a:cubicBezTo>
                </a:path>
              </a:pathLst>
            </a:custGeom>
            <a:solidFill>
              <a:srgbClr val="000000">
                <a:alpha val="50000"/>
              </a:srgbClr>
            </a:solidFill>
            <a:ln w="695" cap="flat">
              <a:noFill/>
              <a:prstDash val="solid"/>
              <a:miter/>
            </a:ln>
          </p:spPr>
          <p:txBody>
            <a:bodyPr rtlCol="0" anchor="ctr"/>
            <a:lstStyle/>
            <a:p>
              <a:endParaRPr lang="en-IN"/>
            </a:p>
          </p:txBody>
        </p:sp>
        <p:sp>
          <p:nvSpPr>
            <p:cNvPr id="198" name="Freeform: Shape 197">
              <a:extLst>
                <a:ext uri="{FF2B5EF4-FFF2-40B4-BE49-F238E27FC236}">
                  <a16:creationId xmlns:a16="http://schemas.microsoft.com/office/drawing/2014/main" id="{611E037A-1211-4920-ABC6-BCEE623C2343}"/>
                </a:ext>
              </a:extLst>
            </p:cNvPr>
            <p:cNvSpPr/>
            <p:nvPr/>
          </p:nvSpPr>
          <p:spPr>
            <a:xfrm>
              <a:off x="4026045" y="569781"/>
              <a:ext cx="23998" cy="65920"/>
            </a:xfrm>
            <a:custGeom>
              <a:avLst/>
              <a:gdLst>
                <a:gd name="connsiteX0" fmla="*/ 3000 w 23998"/>
                <a:gd name="connsiteY0" fmla="*/ 22423 h 65920"/>
                <a:gd name="connsiteX1" fmla="*/ 3000 w 23998"/>
                <a:gd name="connsiteY1" fmla="*/ 53171 h 65920"/>
                <a:gd name="connsiteX2" fmla="*/ 750 w 23998"/>
                <a:gd name="connsiteY2" fmla="*/ 53171 h 65920"/>
                <a:gd name="connsiteX3" fmla="*/ 0 w 23998"/>
                <a:gd name="connsiteY3" fmla="*/ 65920 h 65920"/>
                <a:gd name="connsiteX4" fmla="*/ 10499 w 23998"/>
                <a:gd name="connsiteY4" fmla="*/ 65920 h 65920"/>
                <a:gd name="connsiteX5" fmla="*/ 9749 w 23998"/>
                <a:gd name="connsiteY5" fmla="*/ 53171 h 65920"/>
                <a:gd name="connsiteX6" fmla="*/ 7499 w 23998"/>
                <a:gd name="connsiteY6" fmla="*/ 53171 h 65920"/>
                <a:gd name="connsiteX7" fmla="*/ 7499 w 23998"/>
                <a:gd name="connsiteY7" fmla="*/ 22423 h 65920"/>
                <a:gd name="connsiteX8" fmla="*/ 23998 w 23998"/>
                <a:gd name="connsiteY8" fmla="*/ 4500 h 65920"/>
                <a:gd name="connsiteX9" fmla="*/ 23998 w 23998"/>
                <a:gd name="connsiteY9" fmla="*/ 0 h 65920"/>
                <a:gd name="connsiteX10" fmla="*/ 3000 w 23998"/>
                <a:gd name="connsiteY10" fmla="*/ 22423 h 6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998" h="65920">
                  <a:moveTo>
                    <a:pt x="3000" y="22423"/>
                  </a:moveTo>
                  <a:lnTo>
                    <a:pt x="3000" y="53171"/>
                  </a:lnTo>
                  <a:lnTo>
                    <a:pt x="750" y="53171"/>
                  </a:lnTo>
                  <a:lnTo>
                    <a:pt x="0" y="65920"/>
                  </a:lnTo>
                  <a:lnTo>
                    <a:pt x="10499" y="65920"/>
                  </a:lnTo>
                  <a:lnTo>
                    <a:pt x="9749" y="53171"/>
                  </a:lnTo>
                  <a:lnTo>
                    <a:pt x="7499" y="53171"/>
                  </a:lnTo>
                  <a:lnTo>
                    <a:pt x="7499" y="22423"/>
                  </a:lnTo>
                  <a:cubicBezTo>
                    <a:pt x="7499" y="12974"/>
                    <a:pt x="14774" y="5250"/>
                    <a:pt x="23998" y="4500"/>
                  </a:cubicBezTo>
                  <a:lnTo>
                    <a:pt x="23998" y="0"/>
                  </a:lnTo>
                  <a:cubicBezTo>
                    <a:pt x="12299" y="750"/>
                    <a:pt x="3000" y="10499"/>
                    <a:pt x="3000" y="22423"/>
                  </a:cubicBezTo>
                </a:path>
              </a:pathLst>
            </a:custGeom>
            <a:solidFill>
              <a:srgbClr val="000000">
                <a:alpha val="50000"/>
              </a:srgbClr>
            </a:solidFill>
            <a:ln w="695" cap="flat">
              <a:noFill/>
              <a:prstDash val="solid"/>
              <a:miter/>
            </a:ln>
          </p:spPr>
          <p:txBody>
            <a:bodyPr rtlCol="0" anchor="ctr"/>
            <a:lstStyle/>
            <a:p>
              <a:endParaRPr lang="en-IN"/>
            </a:p>
          </p:txBody>
        </p:sp>
        <p:sp>
          <p:nvSpPr>
            <p:cNvPr id="200" name="Freeform: Shape 199">
              <a:extLst>
                <a:ext uri="{FF2B5EF4-FFF2-40B4-BE49-F238E27FC236}">
                  <a16:creationId xmlns:a16="http://schemas.microsoft.com/office/drawing/2014/main" id="{CA255BED-33C0-4F2F-9A2E-8ABAEE983127}"/>
                </a:ext>
              </a:extLst>
            </p:cNvPr>
            <p:cNvSpPr/>
            <p:nvPr/>
          </p:nvSpPr>
          <p:spPr>
            <a:xfrm rot="723675">
              <a:off x="10256673" y="99621"/>
              <a:ext cx="732961" cy="731527"/>
            </a:xfrm>
            <a:custGeom>
              <a:avLst/>
              <a:gdLst>
                <a:gd name="connsiteX0" fmla="*/ 603869 w 732961"/>
                <a:gd name="connsiteY0" fmla="*/ 129093 h 731527"/>
                <a:gd name="connsiteX1" fmla="*/ 589525 w 732961"/>
                <a:gd name="connsiteY1" fmla="*/ 0 h 731527"/>
                <a:gd name="connsiteX2" fmla="*/ 431745 w 732961"/>
                <a:gd name="connsiteY2" fmla="*/ 157780 h 731527"/>
                <a:gd name="connsiteX3" fmla="*/ 440351 w 732961"/>
                <a:gd name="connsiteY3" fmla="*/ 232368 h 731527"/>
                <a:gd name="connsiteX4" fmla="*/ 210852 w 732961"/>
                <a:gd name="connsiteY4" fmla="*/ 461866 h 731527"/>
                <a:gd name="connsiteX5" fmla="*/ 143437 w 732961"/>
                <a:gd name="connsiteY5" fmla="*/ 444654 h 731527"/>
                <a:gd name="connsiteX6" fmla="*/ 0 w 732961"/>
                <a:gd name="connsiteY6" fmla="*/ 588091 h 731527"/>
                <a:gd name="connsiteX7" fmla="*/ 143437 w 732961"/>
                <a:gd name="connsiteY7" fmla="*/ 731528 h 731527"/>
                <a:gd name="connsiteX8" fmla="*/ 286874 w 732961"/>
                <a:gd name="connsiteY8" fmla="*/ 588091 h 731527"/>
                <a:gd name="connsiteX9" fmla="*/ 271095 w 732961"/>
                <a:gd name="connsiteY9" fmla="*/ 522110 h 731527"/>
                <a:gd name="connsiteX10" fmla="*/ 500594 w 732961"/>
                <a:gd name="connsiteY10" fmla="*/ 292611 h 731527"/>
                <a:gd name="connsiteX11" fmla="*/ 575181 w 732961"/>
                <a:gd name="connsiteY11" fmla="*/ 301217 h 731527"/>
                <a:gd name="connsiteX12" fmla="*/ 732962 w 732961"/>
                <a:gd name="connsiteY12" fmla="*/ 143437 h 731527"/>
                <a:gd name="connsiteX13" fmla="*/ 603869 w 732961"/>
                <a:gd name="connsiteY13" fmla="*/ 129093 h 731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2961" h="731527">
                  <a:moveTo>
                    <a:pt x="603869" y="129093"/>
                  </a:moveTo>
                  <a:lnTo>
                    <a:pt x="589525" y="0"/>
                  </a:lnTo>
                  <a:lnTo>
                    <a:pt x="431745" y="157780"/>
                  </a:lnTo>
                  <a:lnTo>
                    <a:pt x="440351" y="232368"/>
                  </a:lnTo>
                  <a:lnTo>
                    <a:pt x="210852" y="461866"/>
                  </a:lnTo>
                  <a:cubicBezTo>
                    <a:pt x="190771" y="451826"/>
                    <a:pt x="167821" y="444654"/>
                    <a:pt x="143437" y="444654"/>
                  </a:cubicBezTo>
                  <a:cubicBezTo>
                    <a:pt x="64547" y="444654"/>
                    <a:pt x="0" y="509201"/>
                    <a:pt x="0" y="588091"/>
                  </a:cubicBezTo>
                  <a:cubicBezTo>
                    <a:pt x="0" y="666981"/>
                    <a:pt x="64547" y="731528"/>
                    <a:pt x="143437" y="731528"/>
                  </a:cubicBezTo>
                  <a:cubicBezTo>
                    <a:pt x="222327" y="731528"/>
                    <a:pt x="286874" y="666981"/>
                    <a:pt x="286874" y="588091"/>
                  </a:cubicBezTo>
                  <a:cubicBezTo>
                    <a:pt x="286874" y="563707"/>
                    <a:pt x="281136" y="542191"/>
                    <a:pt x="271095" y="522110"/>
                  </a:cubicBezTo>
                  <a:lnTo>
                    <a:pt x="500594" y="292611"/>
                  </a:lnTo>
                  <a:lnTo>
                    <a:pt x="575181" y="301217"/>
                  </a:lnTo>
                  <a:lnTo>
                    <a:pt x="732962" y="143437"/>
                  </a:lnTo>
                  <a:lnTo>
                    <a:pt x="603869" y="129093"/>
                  </a:lnTo>
                  <a:close/>
                </a:path>
              </a:pathLst>
            </a:custGeom>
            <a:solidFill>
              <a:srgbClr val="000000">
                <a:alpha val="5000"/>
              </a:srgbClr>
            </a:solidFill>
            <a:ln w="14288" cap="flat">
              <a:noFill/>
              <a:prstDash val="solid"/>
              <a:miter/>
            </a:ln>
          </p:spPr>
          <p:txBody>
            <a:bodyPr rtlCol="0" anchor="ctr"/>
            <a:lstStyle/>
            <a:p>
              <a:endParaRPr lang="en-IN"/>
            </a:p>
          </p:txBody>
        </p:sp>
        <p:sp>
          <p:nvSpPr>
            <p:cNvPr id="201" name="Freeform: Shape 200">
              <a:extLst>
                <a:ext uri="{FF2B5EF4-FFF2-40B4-BE49-F238E27FC236}">
                  <a16:creationId xmlns:a16="http://schemas.microsoft.com/office/drawing/2014/main" id="{F1996860-C37F-436F-BF34-7561F725E187}"/>
                </a:ext>
              </a:extLst>
            </p:cNvPr>
            <p:cNvSpPr/>
            <p:nvPr/>
          </p:nvSpPr>
          <p:spPr>
            <a:xfrm rot="723675">
              <a:off x="9814920" y="91437"/>
              <a:ext cx="1090119" cy="1090119"/>
            </a:xfrm>
            <a:custGeom>
              <a:avLst/>
              <a:gdLst>
                <a:gd name="connsiteX0" fmla="*/ 1015532 w 1090119"/>
                <a:gd name="connsiteY0" fmla="*/ 298348 h 1090119"/>
                <a:gd name="connsiteX1" fmla="*/ 996886 w 1090119"/>
                <a:gd name="connsiteY1" fmla="*/ 318430 h 1090119"/>
                <a:gd name="connsiteX2" fmla="*/ 969633 w 1090119"/>
                <a:gd name="connsiteY2" fmla="*/ 315561 h 1090119"/>
                <a:gd name="connsiteX3" fmla="*/ 939511 w 1090119"/>
                <a:gd name="connsiteY3" fmla="*/ 311258 h 1090119"/>
                <a:gd name="connsiteX4" fmla="*/ 1004057 w 1090119"/>
                <a:gd name="connsiteY4" fmla="*/ 545060 h 1090119"/>
                <a:gd name="connsiteX5" fmla="*/ 545060 w 1090119"/>
                <a:gd name="connsiteY5" fmla="*/ 1004057 h 1090119"/>
                <a:gd name="connsiteX6" fmla="*/ 86062 w 1090119"/>
                <a:gd name="connsiteY6" fmla="*/ 545060 h 1090119"/>
                <a:gd name="connsiteX7" fmla="*/ 545060 w 1090119"/>
                <a:gd name="connsiteY7" fmla="*/ 86062 h 1090119"/>
                <a:gd name="connsiteX8" fmla="*/ 778862 w 1090119"/>
                <a:gd name="connsiteY8" fmla="*/ 150609 h 1090119"/>
                <a:gd name="connsiteX9" fmla="*/ 775993 w 1090119"/>
                <a:gd name="connsiteY9" fmla="*/ 121921 h 1090119"/>
                <a:gd name="connsiteX10" fmla="*/ 771690 w 1090119"/>
                <a:gd name="connsiteY10" fmla="*/ 93234 h 1090119"/>
                <a:gd name="connsiteX11" fmla="*/ 791771 w 1090119"/>
                <a:gd name="connsiteY11" fmla="*/ 73153 h 1090119"/>
                <a:gd name="connsiteX12" fmla="*/ 801812 w 1090119"/>
                <a:gd name="connsiteY12" fmla="*/ 63112 h 1090119"/>
                <a:gd name="connsiteX13" fmla="*/ 545060 w 1090119"/>
                <a:gd name="connsiteY13" fmla="*/ 0 h 1090119"/>
                <a:gd name="connsiteX14" fmla="*/ 0 w 1090119"/>
                <a:gd name="connsiteY14" fmla="*/ 545060 h 1090119"/>
                <a:gd name="connsiteX15" fmla="*/ 545060 w 1090119"/>
                <a:gd name="connsiteY15" fmla="*/ 1090120 h 1090119"/>
                <a:gd name="connsiteX16" fmla="*/ 1090120 w 1090119"/>
                <a:gd name="connsiteY16" fmla="*/ 545060 h 1090119"/>
                <a:gd name="connsiteX17" fmla="*/ 1025573 w 1090119"/>
                <a:gd name="connsiteY17" fmla="*/ 289742 h 1090119"/>
                <a:gd name="connsiteX18" fmla="*/ 1015532 w 1090119"/>
                <a:gd name="connsiteY18" fmla="*/ 298348 h 109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0119" h="1090119">
                  <a:moveTo>
                    <a:pt x="1015532" y="298348"/>
                  </a:moveTo>
                  <a:lnTo>
                    <a:pt x="996886" y="318430"/>
                  </a:lnTo>
                  <a:lnTo>
                    <a:pt x="969633" y="315561"/>
                  </a:lnTo>
                  <a:lnTo>
                    <a:pt x="939511" y="311258"/>
                  </a:lnTo>
                  <a:cubicBezTo>
                    <a:pt x="979673" y="380107"/>
                    <a:pt x="1004057" y="458998"/>
                    <a:pt x="1004057" y="545060"/>
                  </a:cubicBezTo>
                  <a:cubicBezTo>
                    <a:pt x="1004057" y="797508"/>
                    <a:pt x="797508" y="1004057"/>
                    <a:pt x="545060" y="1004057"/>
                  </a:cubicBezTo>
                  <a:cubicBezTo>
                    <a:pt x="292611" y="1004057"/>
                    <a:pt x="86062" y="797508"/>
                    <a:pt x="86062" y="545060"/>
                  </a:cubicBezTo>
                  <a:cubicBezTo>
                    <a:pt x="86062" y="292611"/>
                    <a:pt x="292611" y="86062"/>
                    <a:pt x="545060" y="86062"/>
                  </a:cubicBezTo>
                  <a:cubicBezTo>
                    <a:pt x="629687" y="86062"/>
                    <a:pt x="710012" y="109012"/>
                    <a:pt x="778862" y="150609"/>
                  </a:cubicBezTo>
                  <a:lnTo>
                    <a:pt x="775993" y="121921"/>
                  </a:lnTo>
                  <a:lnTo>
                    <a:pt x="771690" y="93234"/>
                  </a:lnTo>
                  <a:lnTo>
                    <a:pt x="791771" y="73153"/>
                  </a:lnTo>
                  <a:lnTo>
                    <a:pt x="801812" y="63112"/>
                  </a:lnTo>
                  <a:cubicBezTo>
                    <a:pt x="724356" y="22950"/>
                    <a:pt x="638294" y="0"/>
                    <a:pt x="545060" y="0"/>
                  </a:cubicBezTo>
                  <a:cubicBezTo>
                    <a:pt x="243843" y="0"/>
                    <a:pt x="0" y="243843"/>
                    <a:pt x="0" y="545060"/>
                  </a:cubicBezTo>
                  <a:cubicBezTo>
                    <a:pt x="0" y="846277"/>
                    <a:pt x="243843" y="1090120"/>
                    <a:pt x="545060" y="1090120"/>
                  </a:cubicBezTo>
                  <a:cubicBezTo>
                    <a:pt x="846277" y="1090120"/>
                    <a:pt x="1090120" y="846277"/>
                    <a:pt x="1090120" y="545060"/>
                  </a:cubicBezTo>
                  <a:cubicBezTo>
                    <a:pt x="1090120" y="451826"/>
                    <a:pt x="1067170" y="365764"/>
                    <a:pt x="1025573" y="289742"/>
                  </a:cubicBezTo>
                  <a:lnTo>
                    <a:pt x="1015532" y="298348"/>
                  </a:lnTo>
                  <a:close/>
                </a:path>
              </a:pathLst>
            </a:custGeom>
            <a:solidFill>
              <a:srgbClr val="000000">
                <a:alpha val="5000"/>
              </a:srgbClr>
            </a:solidFill>
            <a:ln w="14288" cap="flat">
              <a:noFill/>
              <a:prstDash val="solid"/>
              <a:miter/>
            </a:ln>
          </p:spPr>
          <p:txBody>
            <a:bodyPr rtlCol="0" anchor="ctr"/>
            <a:lstStyle/>
            <a:p>
              <a:endParaRPr lang="en-IN"/>
            </a:p>
          </p:txBody>
        </p:sp>
        <p:sp>
          <p:nvSpPr>
            <p:cNvPr id="202" name="Freeform: Shape 201">
              <a:extLst>
                <a:ext uri="{FF2B5EF4-FFF2-40B4-BE49-F238E27FC236}">
                  <a16:creationId xmlns:a16="http://schemas.microsoft.com/office/drawing/2014/main" id="{8506F9CA-951A-4A4B-8454-2CCAD1638D5A}"/>
                </a:ext>
              </a:extLst>
            </p:cNvPr>
            <p:cNvSpPr/>
            <p:nvPr/>
          </p:nvSpPr>
          <p:spPr>
            <a:xfrm rot="723675">
              <a:off x="10015731" y="292248"/>
              <a:ext cx="688496" cy="688496"/>
            </a:xfrm>
            <a:custGeom>
              <a:avLst/>
              <a:gdLst>
                <a:gd name="connsiteX0" fmla="*/ 583788 w 688496"/>
                <a:gd name="connsiteY0" fmla="*/ 246711 h 688496"/>
                <a:gd name="connsiteX1" fmla="*/ 602434 w 688496"/>
                <a:gd name="connsiteY1" fmla="*/ 344248 h 688496"/>
                <a:gd name="connsiteX2" fmla="*/ 344248 w 688496"/>
                <a:gd name="connsiteY2" fmla="*/ 602434 h 688496"/>
                <a:gd name="connsiteX3" fmla="*/ 86062 w 688496"/>
                <a:gd name="connsiteY3" fmla="*/ 344248 h 688496"/>
                <a:gd name="connsiteX4" fmla="*/ 344248 w 688496"/>
                <a:gd name="connsiteY4" fmla="*/ 86062 h 688496"/>
                <a:gd name="connsiteX5" fmla="*/ 441785 w 688496"/>
                <a:gd name="connsiteY5" fmla="*/ 104709 h 688496"/>
                <a:gd name="connsiteX6" fmla="*/ 506332 w 688496"/>
                <a:gd name="connsiteY6" fmla="*/ 40162 h 688496"/>
                <a:gd name="connsiteX7" fmla="*/ 344248 w 688496"/>
                <a:gd name="connsiteY7" fmla="*/ 0 h 688496"/>
                <a:gd name="connsiteX8" fmla="*/ 0 w 688496"/>
                <a:gd name="connsiteY8" fmla="*/ 344248 h 688496"/>
                <a:gd name="connsiteX9" fmla="*/ 344248 w 688496"/>
                <a:gd name="connsiteY9" fmla="*/ 688497 h 688496"/>
                <a:gd name="connsiteX10" fmla="*/ 688497 w 688496"/>
                <a:gd name="connsiteY10" fmla="*/ 344248 h 688496"/>
                <a:gd name="connsiteX11" fmla="*/ 648334 w 688496"/>
                <a:gd name="connsiteY11" fmla="*/ 182165 h 688496"/>
                <a:gd name="connsiteX12" fmla="*/ 583788 w 688496"/>
                <a:gd name="connsiteY12" fmla="*/ 246711 h 68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496" h="688496">
                  <a:moveTo>
                    <a:pt x="583788" y="246711"/>
                  </a:moveTo>
                  <a:cubicBezTo>
                    <a:pt x="596697" y="276833"/>
                    <a:pt x="602434" y="309823"/>
                    <a:pt x="602434" y="344248"/>
                  </a:cubicBezTo>
                  <a:cubicBezTo>
                    <a:pt x="602434" y="486251"/>
                    <a:pt x="486251" y="602434"/>
                    <a:pt x="344248" y="602434"/>
                  </a:cubicBezTo>
                  <a:cubicBezTo>
                    <a:pt x="202246" y="602434"/>
                    <a:pt x="86062" y="486251"/>
                    <a:pt x="86062" y="344248"/>
                  </a:cubicBezTo>
                  <a:cubicBezTo>
                    <a:pt x="86062" y="202246"/>
                    <a:pt x="202246" y="86062"/>
                    <a:pt x="344248" y="86062"/>
                  </a:cubicBezTo>
                  <a:cubicBezTo>
                    <a:pt x="378673" y="86062"/>
                    <a:pt x="411664" y="93234"/>
                    <a:pt x="441785" y="104709"/>
                  </a:cubicBezTo>
                  <a:lnTo>
                    <a:pt x="506332" y="40162"/>
                  </a:lnTo>
                  <a:cubicBezTo>
                    <a:pt x="457563" y="14344"/>
                    <a:pt x="403057" y="0"/>
                    <a:pt x="344248" y="0"/>
                  </a:cubicBezTo>
                  <a:cubicBezTo>
                    <a:pt x="154912" y="0"/>
                    <a:pt x="0" y="154912"/>
                    <a:pt x="0" y="344248"/>
                  </a:cubicBezTo>
                  <a:cubicBezTo>
                    <a:pt x="0" y="533585"/>
                    <a:pt x="154912" y="688497"/>
                    <a:pt x="344248" y="688497"/>
                  </a:cubicBezTo>
                  <a:cubicBezTo>
                    <a:pt x="533585" y="688497"/>
                    <a:pt x="688497" y="533585"/>
                    <a:pt x="688497" y="344248"/>
                  </a:cubicBezTo>
                  <a:cubicBezTo>
                    <a:pt x="688497" y="285439"/>
                    <a:pt x="674153" y="230933"/>
                    <a:pt x="648334" y="182165"/>
                  </a:cubicBezTo>
                  <a:lnTo>
                    <a:pt x="583788" y="246711"/>
                  </a:lnTo>
                  <a:close/>
                </a:path>
              </a:pathLst>
            </a:custGeom>
            <a:solidFill>
              <a:srgbClr val="000000">
                <a:alpha val="5000"/>
              </a:srgbClr>
            </a:solidFill>
            <a:ln w="14288" cap="flat">
              <a:noFill/>
              <a:prstDash val="solid"/>
              <a:miter/>
            </a:ln>
          </p:spPr>
          <p:txBody>
            <a:bodyPr rtlCol="0" anchor="ctr"/>
            <a:lstStyle/>
            <a:p>
              <a:endParaRPr lang="en-IN"/>
            </a:p>
          </p:txBody>
        </p:sp>
        <p:sp>
          <p:nvSpPr>
            <p:cNvPr id="204" name="Freeform: Shape 203">
              <a:extLst>
                <a:ext uri="{FF2B5EF4-FFF2-40B4-BE49-F238E27FC236}">
                  <a16:creationId xmlns:a16="http://schemas.microsoft.com/office/drawing/2014/main" id="{D7128DCF-43BB-41F3-96D7-A75E66CAEE1F}"/>
                </a:ext>
              </a:extLst>
            </p:cNvPr>
            <p:cNvSpPr/>
            <p:nvPr/>
          </p:nvSpPr>
          <p:spPr>
            <a:xfrm>
              <a:off x="961804" y="30376"/>
              <a:ext cx="12505" cy="3176"/>
            </a:xfrm>
            <a:custGeom>
              <a:avLst/>
              <a:gdLst>
                <a:gd name="connsiteX0" fmla="*/ 10918 w 12505"/>
                <a:gd name="connsiteY0" fmla="*/ 0 h 3176"/>
                <a:gd name="connsiteX1" fmla="*/ 1588 w 12505"/>
                <a:gd name="connsiteY1" fmla="*/ 0 h 3176"/>
                <a:gd name="connsiteX2" fmla="*/ 0 w 12505"/>
                <a:gd name="connsiteY2" fmla="*/ 1588 h 3176"/>
                <a:gd name="connsiteX3" fmla="*/ 1588 w 12505"/>
                <a:gd name="connsiteY3" fmla="*/ 3177 h 3176"/>
                <a:gd name="connsiteX4" fmla="*/ 10918 w 12505"/>
                <a:gd name="connsiteY4" fmla="*/ 3177 h 3176"/>
                <a:gd name="connsiteX5" fmla="*/ 12506 w 12505"/>
                <a:gd name="connsiteY5" fmla="*/ 1588 h 3176"/>
                <a:gd name="connsiteX6" fmla="*/ 10918 w 12505"/>
                <a:gd name="connsiteY6" fmla="*/ 0 h 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05" h="3176">
                  <a:moveTo>
                    <a:pt x="10918" y="0"/>
                  </a:moveTo>
                  <a:lnTo>
                    <a:pt x="1588" y="0"/>
                  </a:lnTo>
                  <a:cubicBezTo>
                    <a:pt x="711" y="0"/>
                    <a:pt x="0" y="711"/>
                    <a:pt x="0" y="1588"/>
                  </a:cubicBezTo>
                  <a:cubicBezTo>
                    <a:pt x="0" y="2466"/>
                    <a:pt x="711" y="3177"/>
                    <a:pt x="1588" y="3177"/>
                  </a:cubicBezTo>
                  <a:lnTo>
                    <a:pt x="10918" y="3177"/>
                  </a:lnTo>
                  <a:cubicBezTo>
                    <a:pt x="11795" y="3177"/>
                    <a:pt x="12506" y="2466"/>
                    <a:pt x="12506" y="1588"/>
                  </a:cubicBezTo>
                  <a:cubicBezTo>
                    <a:pt x="12506" y="711"/>
                    <a:pt x="11795" y="0"/>
                    <a:pt x="10918" y="0"/>
                  </a:cubicBezTo>
                  <a:close/>
                </a:path>
              </a:pathLst>
            </a:custGeom>
            <a:solidFill>
              <a:srgbClr val="000000">
                <a:alpha val="50000"/>
              </a:srgbClr>
            </a:solidFill>
            <a:ln w="992" cap="flat">
              <a:noFill/>
              <a:prstDash val="solid"/>
              <a:miter/>
            </a:ln>
          </p:spPr>
          <p:txBody>
            <a:bodyPr rtlCol="0" anchor="ctr"/>
            <a:lstStyle/>
            <a:p>
              <a:endParaRPr lang="en-IN"/>
            </a:p>
          </p:txBody>
        </p:sp>
        <p:sp>
          <p:nvSpPr>
            <p:cNvPr id="205" name="Freeform: Shape 204">
              <a:extLst>
                <a:ext uri="{FF2B5EF4-FFF2-40B4-BE49-F238E27FC236}">
                  <a16:creationId xmlns:a16="http://schemas.microsoft.com/office/drawing/2014/main" id="{AFED50C8-F683-48BE-BADA-9C736EB06F00}"/>
                </a:ext>
              </a:extLst>
            </p:cNvPr>
            <p:cNvSpPr/>
            <p:nvPr/>
          </p:nvSpPr>
          <p:spPr>
            <a:xfrm>
              <a:off x="964674" y="35617"/>
              <a:ext cx="6766" cy="3176"/>
            </a:xfrm>
            <a:custGeom>
              <a:avLst/>
              <a:gdLst>
                <a:gd name="connsiteX0" fmla="*/ 3378 w 6766"/>
                <a:gd name="connsiteY0" fmla="*/ 3177 h 3176"/>
                <a:gd name="connsiteX1" fmla="*/ 6767 w 6766"/>
                <a:gd name="connsiteY1" fmla="*/ 0 h 3176"/>
                <a:gd name="connsiteX2" fmla="*/ 0 w 6766"/>
                <a:gd name="connsiteY2" fmla="*/ 0 h 3176"/>
                <a:gd name="connsiteX3" fmla="*/ 3378 w 6766"/>
                <a:gd name="connsiteY3" fmla="*/ 3177 h 3176"/>
              </a:gdLst>
              <a:ahLst/>
              <a:cxnLst>
                <a:cxn ang="0">
                  <a:pos x="connsiteX0" y="connsiteY0"/>
                </a:cxn>
                <a:cxn ang="0">
                  <a:pos x="connsiteX1" y="connsiteY1"/>
                </a:cxn>
                <a:cxn ang="0">
                  <a:pos x="connsiteX2" y="connsiteY2"/>
                </a:cxn>
                <a:cxn ang="0">
                  <a:pos x="connsiteX3" y="connsiteY3"/>
                </a:cxn>
              </a:cxnLst>
              <a:rect l="l" t="t" r="r" b="b"/>
              <a:pathLst>
                <a:path w="6766" h="3176">
                  <a:moveTo>
                    <a:pt x="3378" y="3177"/>
                  </a:moveTo>
                  <a:cubicBezTo>
                    <a:pt x="5168" y="3175"/>
                    <a:pt x="6649" y="1786"/>
                    <a:pt x="6767" y="0"/>
                  </a:cubicBezTo>
                  <a:lnTo>
                    <a:pt x="0" y="0"/>
                  </a:lnTo>
                  <a:cubicBezTo>
                    <a:pt x="112" y="1784"/>
                    <a:pt x="1590" y="3175"/>
                    <a:pt x="3378" y="3177"/>
                  </a:cubicBezTo>
                  <a:close/>
                </a:path>
              </a:pathLst>
            </a:custGeom>
            <a:solidFill>
              <a:srgbClr val="000000">
                <a:alpha val="50000"/>
              </a:srgbClr>
            </a:solidFill>
            <a:ln w="992" cap="flat">
              <a:noFill/>
              <a:prstDash val="solid"/>
              <a:miter/>
            </a:ln>
          </p:spPr>
          <p:txBody>
            <a:bodyPr rtlCol="0" anchor="ctr"/>
            <a:lstStyle/>
            <a:p>
              <a:endParaRPr lang="en-IN"/>
            </a:p>
          </p:txBody>
        </p:sp>
        <p:sp>
          <p:nvSpPr>
            <p:cNvPr id="206" name="Freeform: Shape 205">
              <a:extLst>
                <a:ext uri="{FF2B5EF4-FFF2-40B4-BE49-F238E27FC236}">
                  <a16:creationId xmlns:a16="http://schemas.microsoft.com/office/drawing/2014/main" id="{BA2D7166-CCFC-4B3D-A50B-5AC6BC10AFC8}"/>
                </a:ext>
              </a:extLst>
            </p:cNvPr>
            <p:cNvSpPr/>
            <p:nvPr/>
          </p:nvSpPr>
          <p:spPr>
            <a:xfrm>
              <a:off x="954519" y="80"/>
              <a:ext cx="27076" cy="28178"/>
            </a:xfrm>
            <a:custGeom>
              <a:avLst/>
              <a:gdLst>
                <a:gd name="connsiteX0" fmla="*/ 13533 w 27076"/>
                <a:gd name="connsiteY0" fmla="*/ 0 h 28178"/>
                <a:gd name="connsiteX1" fmla="*/ 13533 w 27076"/>
                <a:gd name="connsiteY1" fmla="*/ 0 h 28178"/>
                <a:gd name="connsiteX2" fmla="*/ 0 w 27076"/>
                <a:gd name="connsiteY2" fmla="*/ 13385 h 28178"/>
                <a:gd name="connsiteX3" fmla="*/ 0 w 27076"/>
                <a:gd name="connsiteY3" fmla="*/ 13851 h 28178"/>
                <a:gd name="connsiteX4" fmla="*/ 942 w 27076"/>
                <a:gd name="connsiteY4" fmla="*/ 18595 h 28178"/>
                <a:gd name="connsiteX5" fmla="*/ 3293 w 27076"/>
                <a:gd name="connsiteY5" fmla="*/ 22449 h 28178"/>
                <a:gd name="connsiteX6" fmla="*/ 6470 w 27076"/>
                <a:gd name="connsiteY6" fmla="*/ 27596 h 28178"/>
                <a:gd name="connsiteX7" fmla="*/ 7402 w 27076"/>
                <a:gd name="connsiteY7" fmla="*/ 28178 h 28178"/>
                <a:gd name="connsiteX8" fmla="*/ 19685 w 27076"/>
                <a:gd name="connsiteY8" fmla="*/ 28178 h 28178"/>
                <a:gd name="connsiteX9" fmla="*/ 20617 w 27076"/>
                <a:gd name="connsiteY9" fmla="*/ 27596 h 28178"/>
                <a:gd name="connsiteX10" fmla="*/ 23794 w 27076"/>
                <a:gd name="connsiteY10" fmla="*/ 22449 h 28178"/>
                <a:gd name="connsiteX11" fmla="*/ 26134 w 27076"/>
                <a:gd name="connsiteY11" fmla="*/ 18595 h 28178"/>
                <a:gd name="connsiteX12" fmla="*/ 27077 w 27076"/>
                <a:gd name="connsiteY12" fmla="*/ 13904 h 28178"/>
                <a:gd name="connsiteX13" fmla="*/ 27077 w 27076"/>
                <a:gd name="connsiteY13" fmla="*/ 13438 h 28178"/>
                <a:gd name="connsiteX14" fmla="*/ 13533 w 27076"/>
                <a:gd name="connsiteY14" fmla="*/ 0 h 28178"/>
                <a:gd name="connsiteX15" fmla="*/ 23953 w 27076"/>
                <a:gd name="connsiteY15" fmla="*/ 13766 h 28178"/>
                <a:gd name="connsiteX16" fmla="*/ 23212 w 27076"/>
                <a:gd name="connsiteY16" fmla="*/ 17419 h 28178"/>
                <a:gd name="connsiteX17" fmla="*/ 21443 w 27076"/>
                <a:gd name="connsiteY17" fmla="*/ 20278 h 28178"/>
                <a:gd name="connsiteX18" fmla="*/ 18404 w 27076"/>
                <a:gd name="connsiteY18" fmla="*/ 24970 h 28178"/>
                <a:gd name="connsiteX19" fmla="*/ 8673 w 27076"/>
                <a:gd name="connsiteY19" fmla="*/ 24970 h 28178"/>
                <a:gd name="connsiteX20" fmla="*/ 5623 w 27076"/>
                <a:gd name="connsiteY20" fmla="*/ 20278 h 28178"/>
                <a:gd name="connsiteX21" fmla="*/ 3865 w 27076"/>
                <a:gd name="connsiteY21" fmla="*/ 17419 h 28178"/>
                <a:gd name="connsiteX22" fmla="*/ 3124 w 27076"/>
                <a:gd name="connsiteY22" fmla="*/ 13766 h 28178"/>
                <a:gd name="connsiteX23" fmla="*/ 3124 w 27076"/>
                <a:gd name="connsiteY23" fmla="*/ 13385 h 28178"/>
                <a:gd name="connsiteX24" fmla="*/ 13533 w 27076"/>
                <a:gd name="connsiteY24" fmla="*/ 3092 h 28178"/>
                <a:gd name="connsiteX25" fmla="*/ 13533 w 27076"/>
                <a:gd name="connsiteY25" fmla="*/ 3092 h 28178"/>
                <a:gd name="connsiteX26" fmla="*/ 23953 w 27076"/>
                <a:gd name="connsiteY26" fmla="*/ 13385 h 2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076" h="28178">
                  <a:moveTo>
                    <a:pt x="13533" y="0"/>
                  </a:moveTo>
                  <a:lnTo>
                    <a:pt x="13533" y="0"/>
                  </a:lnTo>
                  <a:cubicBezTo>
                    <a:pt x="6138" y="51"/>
                    <a:pt x="132" y="5990"/>
                    <a:pt x="0" y="13385"/>
                  </a:cubicBezTo>
                  <a:lnTo>
                    <a:pt x="0" y="13851"/>
                  </a:lnTo>
                  <a:cubicBezTo>
                    <a:pt x="36" y="15475"/>
                    <a:pt x="355" y="17080"/>
                    <a:pt x="942" y="18595"/>
                  </a:cubicBezTo>
                  <a:cubicBezTo>
                    <a:pt x="1490" y="20010"/>
                    <a:pt x="2286" y="21315"/>
                    <a:pt x="3293" y="22449"/>
                  </a:cubicBezTo>
                  <a:cubicBezTo>
                    <a:pt x="4549" y="24035"/>
                    <a:pt x="5615" y="25762"/>
                    <a:pt x="6470" y="27596"/>
                  </a:cubicBezTo>
                  <a:cubicBezTo>
                    <a:pt x="6648" y="27948"/>
                    <a:pt x="7007" y="28173"/>
                    <a:pt x="7402" y="28178"/>
                  </a:cubicBezTo>
                  <a:lnTo>
                    <a:pt x="19685" y="28178"/>
                  </a:lnTo>
                  <a:cubicBezTo>
                    <a:pt x="20080" y="28173"/>
                    <a:pt x="20440" y="27948"/>
                    <a:pt x="20617" y="27596"/>
                  </a:cubicBezTo>
                  <a:cubicBezTo>
                    <a:pt x="21473" y="25763"/>
                    <a:pt x="22539" y="24036"/>
                    <a:pt x="23794" y="22449"/>
                  </a:cubicBezTo>
                  <a:cubicBezTo>
                    <a:pt x="24795" y="21312"/>
                    <a:pt x="25587" y="20007"/>
                    <a:pt x="26134" y="18595"/>
                  </a:cubicBezTo>
                  <a:cubicBezTo>
                    <a:pt x="26706" y="17094"/>
                    <a:pt x="27024" y="15509"/>
                    <a:pt x="27077" y="13904"/>
                  </a:cubicBezTo>
                  <a:lnTo>
                    <a:pt x="27077" y="13438"/>
                  </a:lnTo>
                  <a:cubicBezTo>
                    <a:pt x="26967" y="6021"/>
                    <a:pt x="20951" y="51"/>
                    <a:pt x="13533" y="0"/>
                  </a:cubicBezTo>
                  <a:close/>
                  <a:moveTo>
                    <a:pt x="23953" y="13766"/>
                  </a:moveTo>
                  <a:cubicBezTo>
                    <a:pt x="23909" y="15016"/>
                    <a:pt x="23659" y="16251"/>
                    <a:pt x="23212" y="17419"/>
                  </a:cubicBezTo>
                  <a:cubicBezTo>
                    <a:pt x="22794" y="18469"/>
                    <a:pt x="22196" y="19436"/>
                    <a:pt x="21443" y="20278"/>
                  </a:cubicBezTo>
                  <a:cubicBezTo>
                    <a:pt x="20254" y="21720"/>
                    <a:pt x="19234" y="23294"/>
                    <a:pt x="18404" y="24970"/>
                  </a:cubicBezTo>
                  <a:lnTo>
                    <a:pt x="8673" y="24970"/>
                  </a:lnTo>
                  <a:cubicBezTo>
                    <a:pt x="7839" y="23294"/>
                    <a:pt x="6816" y="21720"/>
                    <a:pt x="5623" y="20278"/>
                  </a:cubicBezTo>
                  <a:cubicBezTo>
                    <a:pt x="4874" y="19436"/>
                    <a:pt x="4279" y="18468"/>
                    <a:pt x="3865" y="17419"/>
                  </a:cubicBezTo>
                  <a:cubicBezTo>
                    <a:pt x="3418" y="16251"/>
                    <a:pt x="3168" y="15016"/>
                    <a:pt x="3124" y="13766"/>
                  </a:cubicBezTo>
                  <a:lnTo>
                    <a:pt x="3124" y="13385"/>
                  </a:lnTo>
                  <a:cubicBezTo>
                    <a:pt x="3222" y="7696"/>
                    <a:pt x="7843" y="3126"/>
                    <a:pt x="13533" y="3092"/>
                  </a:cubicBezTo>
                  <a:lnTo>
                    <a:pt x="13533" y="3092"/>
                  </a:lnTo>
                  <a:cubicBezTo>
                    <a:pt x="19225" y="3126"/>
                    <a:pt x="23850" y="7694"/>
                    <a:pt x="23953" y="13385"/>
                  </a:cubicBezTo>
                  <a:close/>
                </a:path>
              </a:pathLst>
            </a:custGeom>
            <a:solidFill>
              <a:srgbClr val="000000">
                <a:alpha val="50000"/>
              </a:srgbClr>
            </a:solidFill>
            <a:ln w="992" cap="flat">
              <a:noFill/>
              <a:prstDash val="solid"/>
              <a:miter/>
            </a:ln>
          </p:spPr>
          <p:txBody>
            <a:bodyPr rtlCol="0" anchor="ctr"/>
            <a:lstStyle/>
            <a:p>
              <a:endParaRPr lang="en-IN"/>
            </a:p>
          </p:txBody>
        </p:sp>
        <p:sp>
          <p:nvSpPr>
            <p:cNvPr id="207" name="Freeform: Shape 206">
              <a:extLst>
                <a:ext uri="{FF2B5EF4-FFF2-40B4-BE49-F238E27FC236}">
                  <a16:creationId xmlns:a16="http://schemas.microsoft.com/office/drawing/2014/main" id="{FEBE9086-8C27-4520-BD74-A8080D10C05D}"/>
                </a:ext>
              </a:extLst>
            </p:cNvPr>
            <p:cNvSpPr/>
            <p:nvPr/>
          </p:nvSpPr>
          <p:spPr>
            <a:xfrm>
              <a:off x="962948" y="5967"/>
              <a:ext cx="11415" cy="15883"/>
            </a:xfrm>
            <a:custGeom>
              <a:avLst/>
              <a:gdLst>
                <a:gd name="connsiteX0" fmla="*/ 0 w 11415"/>
                <a:gd name="connsiteY0" fmla="*/ 10939 h 15883"/>
                <a:gd name="connsiteX1" fmla="*/ 5602 w 11415"/>
                <a:gd name="connsiteY1" fmla="*/ 0 h 15883"/>
                <a:gd name="connsiteX2" fmla="*/ 5602 w 11415"/>
                <a:gd name="connsiteY2" fmla="*/ 6332 h 15883"/>
                <a:gd name="connsiteX3" fmla="*/ 11415 w 11415"/>
                <a:gd name="connsiteY3" fmla="*/ 5178 h 15883"/>
                <a:gd name="connsiteX4" fmla="*/ 5602 w 11415"/>
                <a:gd name="connsiteY4" fmla="*/ 15884 h 15883"/>
                <a:gd name="connsiteX5" fmla="*/ 5602 w 11415"/>
                <a:gd name="connsiteY5" fmla="*/ 9668 h 15883"/>
                <a:gd name="connsiteX6" fmla="*/ 0 w 11415"/>
                <a:gd name="connsiteY6" fmla="*/ 10939 h 1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15" h="15883">
                  <a:moveTo>
                    <a:pt x="0" y="10939"/>
                  </a:moveTo>
                  <a:lnTo>
                    <a:pt x="5602" y="0"/>
                  </a:lnTo>
                  <a:lnTo>
                    <a:pt x="5602" y="6332"/>
                  </a:lnTo>
                  <a:lnTo>
                    <a:pt x="11415" y="5178"/>
                  </a:lnTo>
                  <a:lnTo>
                    <a:pt x="5602" y="15884"/>
                  </a:lnTo>
                  <a:lnTo>
                    <a:pt x="5602" y="9668"/>
                  </a:lnTo>
                  <a:lnTo>
                    <a:pt x="0" y="10939"/>
                  </a:lnTo>
                  <a:close/>
                </a:path>
              </a:pathLst>
            </a:custGeom>
            <a:solidFill>
              <a:srgbClr val="000000">
                <a:alpha val="50000"/>
              </a:srgbClr>
            </a:solidFill>
            <a:ln w="992" cap="flat">
              <a:noFill/>
              <a:prstDash val="solid"/>
              <a:miter/>
            </a:ln>
          </p:spPr>
          <p:txBody>
            <a:bodyPr rtlCol="0" anchor="ctr"/>
            <a:lstStyle/>
            <a:p>
              <a:endParaRPr lang="en-IN"/>
            </a:p>
          </p:txBody>
        </p:sp>
        <p:sp>
          <p:nvSpPr>
            <p:cNvPr id="208" name="Freeform: Shape 207">
              <a:extLst>
                <a:ext uri="{FF2B5EF4-FFF2-40B4-BE49-F238E27FC236}">
                  <a16:creationId xmlns:a16="http://schemas.microsoft.com/office/drawing/2014/main" id="{CE3EDB33-5F5D-4AB6-AC08-B4B85A0E766E}"/>
                </a:ext>
              </a:extLst>
            </p:cNvPr>
            <p:cNvSpPr/>
            <p:nvPr/>
          </p:nvSpPr>
          <p:spPr>
            <a:xfrm>
              <a:off x="981755" y="37470"/>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endParaRPr lang="en-IN"/>
            </a:p>
          </p:txBody>
        </p:sp>
        <p:sp>
          <p:nvSpPr>
            <p:cNvPr id="209" name="Freeform: Shape 208">
              <a:extLst>
                <a:ext uri="{FF2B5EF4-FFF2-40B4-BE49-F238E27FC236}">
                  <a16:creationId xmlns:a16="http://schemas.microsoft.com/office/drawing/2014/main" id="{05DB8008-1DAB-4F25-B2E4-462361501239}"/>
                </a:ext>
              </a:extLst>
            </p:cNvPr>
            <p:cNvSpPr/>
            <p:nvPr/>
          </p:nvSpPr>
          <p:spPr>
            <a:xfrm>
              <a:off x="937809" y="37470"/>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endParaRPr lang="en-IN"/>
            </a:p>
          </p:txBody>
        </p:sp>
        <p:sp>
          <p:nvSpPr>
            <p:cNvPr id="210" name="Freeform: Shape 209">
              <a:extLst>
                <a:ext uri="{FF2B5EF4-FFF2-40B4-BE49-F238E27FC236}">
                  <a16:creationId xmlns:a16="http://schemas.microsoft.com/office/drawing/2014/main" id="{664EAAE7-32A0-469A-B9CE-5F85E3940609}"/>
                </a:ext>
              </a:extLst>
            </p:cNvPr>
            <p:cNvSpPr/>
            <p:nvPr/>
          </p:nvSpPr>
          <p:spPr>
            <a:xfrm>
              <a:off x="976608" y="56182"/>
              <a:ext cx="29862" cy="16498"/>
            </a:xfrm>
            <a:custGeom>
              <a:avLst/>
              <a:gdLst>
                <a:gd name="connsiteX0" fmla="*/ 28210 w 29862"/>
                <a:gd name="connsiteY0" fmla="*/ 4903 h 16498"/>
                <a:gd name="connsiteX1" fmla="*/ 20162 w 29862"/>
                <a:gd name="connsiteY1" fmla="*/ 1059 h 16498"/>
                <a:gd name="connsiteX2" fmla="*/ 13385 w 29862"/>
                <a:gd name="connsiteY2" fmla="*/ 0 h 16498"/>
                <a:gd name="connsiteX3" fmla="*/ 6608 w 29862"/>
                <a:gd name="connsiteY3" fmla="*/ 1059 h 16498"/>
                <a:gd name="connsiteX4" fmla="*/ 381 w 29862"/>
                <a:gd name="connsiteY4" fmla="*/ 3727 h 16498"/>
                <a:gd name="connsiteX5" fmla="*/ 0 w 29862"/>
                <a:gd name="connsiteY5" fmla="*/ 4162 h 16498"/>
                <a:gd name="connsiteX6" fmla="*/ 8471 w 29862"/>
                <a:gd name="connsiteY6" fmla="*/ 8397 h 16498"/>
                <a:gd name="connsiteX7" fmla="*/ 11574 w 29862"/>
                <a:gd name="connsiteY7" fmla="*/ 14613 h 16498"/>
                <a:gd name="connsiteX8" fmla="*/ 11574 w 29862"/>
                <a:gd name="connsiteY8" fmla="*/ 16498 h 16498"/>
                <a:gd name="connsiteX9" fmla="*/ 29862 w 29862"/>
                <a:gd name="connsiteY9" fmla="*/ 16498 h 16498"/>
                <a:gd name="connsiteX10" fmla="*/ 29862 w 29862"/>
                <a:gd name="connsiteY10" fmla="*/ 8207 h 16498"/>
                <a:gd name="connsiteX11" fmla="*/ 28210 w 29862"/>
                <a:gd name="connsiteY11" fmla="*/ 4903 h 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862" h="16498">
                  <a:moveTo>
                    <a:pt x="28210" y="4903"/>
                  </a:moveTo>
                  <a:cubicBezTo>
                    <a:pt x="25837" y="3055"/>
                    <a:pt x="23091" y="1743"/>
                    <a:pt x="20162" y="1059"/>
                  </a:cubicBezTo>
                  <a:cubicBezTo>
                    <a:pt x="17958" y="416"/>
                    <a:pt x="15680" y="60"/>
                    <a:pt x="13385" y="0"/>
                  </a:cubicBezTo>
                  <a:cubicBezTo>
                    <a:pt x="11084" y="-5"/>
                    <a:pt x="8797" y="352"/>
                    <a:pt x="6608" y="1059"/>
                  </a:cubicBezTo>
                  <a:cubicBezTo>
                    <a:pt x="4414" y="1644"/>
                    <a:pt x="2317" y="2542"/>
                    <a:pt x="381" y="3727"/>
                  </a:cubicBezTo>
                  <a:cubicBezTo>
                    <a:pt x="254" y="3876"/>
                    <a:pt x="138" y="4024"/>
                    <a:pt x="0" y="4162"/>
                  </a:cubicBezTo>
                  <a:cubicBezTo>
                    <a:pt x="3080" y="4990"/>
                    <a:pt x="5961" y="6431"/>
                    <a:pt x="8471" y="8397"/>
                  </a:cubicBezTo>
                  <a:cubicBezTo>
                    <a:pt x="10453" y="9843"/>
                    <a:pt x="11609" y="12161"/>
                    <a:pt x="11574" y="14613"/>
                  </a:cubicBezTo>
                  <a:lnTo>
                    <a:pt x="11574" y="16498"/>
                  </a:lnTo>
                  <a:lnTo>
                    <a:pt x="29862" y="16498"/>
                  </a:lnTo>
                  <a:lnTo>
                    <a:pt x="29862" y="8207"/>
                  </a:lnTo>
                  <a:cubicBezTo>
                    <a:pt x="29894" y="6899"/>
                    <a:pt x="29275" y="5662"/>
                    <a:pt x="28210" y="4903"/>
                  </a:cubicBezTo>
                  <a:close/>
                </a:path>
              </a:pathLst>
            </a:custGeom>
            <a:solidFill>
              <a:srgbClr val="000000">
                <a:alpha val="50000"/>
              </a:srgbClr>
            </a:solidFill>
            <a:ln w="992" cap="flat">
              <a:noFill/>
              <a:prstDash val="solid"/>
              <a:miter/>
            </a:ln>
          </p:spPr>
          <p:txBody>
            <a:bodyPr rtlCol="0" anchor="ctr"/>
            <a:lstStyle/>
            <a:p>
              <a:endParaRPr lang="en-IN"/>
            </a:p>
          </p:txBody>
        </p:sp>
        <p:sp>
          <p:nvSpPr>
            <p:cNvPr id="211" name="Freeform: Shape 210">
              <a:extLst>
                <a:ext uri="{FF2B5EF4-FFF2-40B4-BE49-F238E27FC236}">
                  <a16:creationId xmlns:a16="http://schemas.microsoft.com/office/drawing/2014/main" id="{9358DFDF-9CBA-42CB-AB6C-1FA1D32EDBB6}"/>
                </a:ext>
              </a:extLst>
            </p:cNvPr>
            <p:cNvSpPr/>
            <p:nvPr/>
          </p:nvSpPr>
          <p:spPr>
            <a:xfrm>
              <a:off x="929571" y="56182"/>
              <a:ext cx="29861" cy="16498"/>
            </a:xfrm>
            <a:custGeom>
              <a:avLst/>
              <a:gdLst>
                <a:gd name="connsiteX0" fmla="*/ 18309 w 29861"/>
                <a:gd name="connsiteY0" fmla="*/ 14613 h 16498"/>
                <a:gd name="connsiteX1" fmla="*/ 21274 w 29861"/>
                <a:gd name="connsiteY1" fmla="*/ 8503 h 16498"/>
                <a:gd name="connsiteX2" fmla="*/ 21401 w 29861"/>
                <a:gd name="connsiteY2" fmla="*/ 8397 h 16498"/>
                <a:gd name="connsiteX3" fmla="*/ 21539 w 29861"/>
                <a:gd name="connsiteY3" fmla="*/ 8302 h 16498"/>
                <a:gd name="connsiteX4" fmla="*/ 29862 w 29861"/>
                <a:gd name="connsiteY4" fmla="*/ 4172 h 16498"/>
                <a:gd name="connsiteX5" fmla="*/ 29258 w 29861"/>
                <a:gd name="connsiteY5" fmla="*/ 3484 h 16498"/>
                <a:gd name="connsiteX6" fmla="*/ 23296 w 29861"/>
                <a:gd name="connsiteY6" fmla="*/ 1059 h 16498"/>
                <a:gd name="connsiteX7" fmla="*/ 16519 w 29861"/>
                <a:gd name="connsiteY7" fmla="*/ 0 h 16498"/>
                <a:gd name="connsiteX8" fmla="*/ 9742 w 29861"/>
                <a:gd name="connsiteY8" fmla="*/ 1059 h 16498"/>
                <a:gd name="connsiteX9" fmla="*/ 1694 w 29861"/>
                <a:gd name="connsiteY9" fmla="*/ 4903 h 16498"/>
                <a:gd name="connsiteX10" fmla="*/ 0 w 29861"/>
                <a:gd name="connsiteY10" fmla="*/ 8207 h 16498"/>
                <a:gd name="connsiteX11" fmla="*/ 0 w 29861"/>
                <a:gd name="connsiteY11" fmla="*/ 16498 h 16498"/>
                <a:gd name="connsiteX12" fmla="*/ 18309 w 29861"/>
                <a:gd name="connsiteY12" fmla="*/ 16498 h 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861" h="16498">
                  <a:moveTo>
                    <a:pt x="18309" y="14613"/>
                  </a:moveTo>
                  <a:cubicBezTo>
                    <a:pt x="18311" y="12230"/>
                    <a:pt x="19403" y="9980"/>
                    <a:pt x="21274" y="8503"/>
                  </a:cubicBezTo>
                  <a:lnTo>
                    <a:pt x="21401" y="8397"/>
                  </a:lnTo>
                  <a:lnTo>
                    <a:pt x="21539" y="8302"/>
                  </a:lnTo>
                  <a:cubicBezTo>
                    <a:pt x="24078" y="6496"/>
                    <a:pt x="26887" y="5102"/>
                    <a:pt x="29862" y="4172"/>
                  </a:cubicBezTo>
                  <a:cubicBezTo>
                    <a:pt x="29650" y="3950"/>
                    <a:pt x="29459" y="3717"/>
                    <a:pt x="29258" y="3484"/>
                  </a:cubicBezTo>
                  <a:cubicBezTo>
                    <a:pt x="27397" y="2394"/>
                    <a:pt x="25389" y="1578"/>
                    <a:pt x="23296" y="1059"/>
                  </a:cubicBezTo>
                  <a:cubicBezTo>
                    <a:pt x="21092" y="415"/>
                    <a:pt x="18814" y="59"/>
                    <a:pt x="16519" y="0"/>
                  </a:cubicBezTo>
                  <a:cubicBezTo>
                    <a:pt x="14219" y="-4"/>
                    <a:pt x="11932" y="353"/>
                    <a:pt x="9742" y="1059"/>
                  </a:cubicBezTo>
                  <a:cubicBezTo>
                    <a:pt x="6854" y="1856"/>
                    <a:pt x="4129" y="3157"/>
                    <a:pt x="1694" y="4903"/>
                  </a:cubicBezTo>
                  <a:cubicBezTo>
                    <a:pt x="651" y="5685"/>
                    <a:pt x="26" y="6903"/>
                    <a:pt x="0" y="8207"/>
                  </a:cubicBezTo>
                  <a:lnTo>
                    <a:pt x="0" y="16498"/>
                  </a:lnTo>
                  <a:lnTo>
                    <a:pt x="18309" y="16498"/>
                  </a:lnTo>
                  <a:close/>
                </a:path>
              </a:pathLst>
            </a:custGeom>
            <a:solidFill>
              <a:srgbClr val="000000">
                <a:alpha val="50000"/>
              </a:srgbClr>
            </a:solidFill>
            <a:ln w="992" cap="flat">
              <a:noFill/>
              <a:prstDash val="solid"/>
              <a:miter/>
            </a:ln>
          </p:spPr>
          <p:txBody>
            <a:bodyPr rtlCol="0" anchor="ctr"/>
            <a:lstStyle/>
            <a:p>
              <a:endParaRPr lang="en-IN"/>
            </a:p>
          </p:txBody>
        </p:sp>
        <p:sp>
          <p:nvSpPr>
            <p:cNvPr id="212" name="Freeform: Shape 211">
              <a:extLst>
                <a:ext uri="{FF2B5EF4-FFF2-40B4-BE49-F238E27FC236}">
                  <a16:creationId xmlns:a16="http://schemas.microsoft.com/office/drawing/2014/main" id="{C22FCE43-35A9-47CE-9551-A4B3C38A5504}"/>
                </a:ext>
              </a:extLst>
            </p:cNvPr>
            <p:cNvSpPr/>
            <p:nvPr/>
          </p:nvSpPr>
          <p:spPr>
            <a:xfrm>
              <a:off x="951543" y="62599"/>
              <a:ext cx="32955" cy="16434"/>
            </a:xfrm>
            <a:custGeom>
              <a:avLst/>
              <a:gdLst>
                <a:gd name="connsiteX0" fmla="*/ 0 w 32955"/>
                <a:gd name="connsiteY0" fmla="*/ 16435 h 16434"/>
                <a:gd name="connsiteX1" fmla="*/ 0 w 32955"/>
                <a:gd name="connsiteY1" fmla="*/ 8196 h 16434"/>
                <a:gd name="connsiteX2" fmla="*/ 1652 w 32955"/>
                <a:gd name="connsiteY2" fmla="*/ 4903 h 16434"/>
                <a:gd name="connsiteX3" fmla="*/ 9700 w 32955"/>
                <a:gd name="connsiteY3" fmla="*/ 1059 h 16434"/>
                <a:gd name="connsiteX4" fmla="*/ 16477 w 32955"/>
                <a:gd name="connsiteY4" fmla="*/ 0 h 16434"/>
                <a:gd name="connsiteX5" fmla="*/ 23254 w 32955"/>
                <a:gd name="connsiteY5" fmla="*/ 1059 h 16434"/>
                <a:gd name="connsiteX6" fmla="*/ 31312 w 32955"/>
                <a:gd name="connsiteY6" fmla="*/ 4903 h 16434"/>
                <a:gd name="connsiteX7" fmla="*/ 32954 w 32955"/>
                <a:gd name="connsiteY7" fmla="*/ 8196 h 16434"/>
                <a:gd name="connsiteX8" fmla="*/ 32954 w 32955"/>
                <a:gd name="connsiteY8" fmla="*/ 16435 h 16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55" h="16434">
                  <a:moveTo>
                    <a:pt x="0" y="16435"/>
                  </a:moveTo>
                  <a:lnTo>
                    <a:pt x="0" y="8196"/>
                  </a:lnTo>
                  <a:cubicBezTo>
                    <a:pt x="5" y="6900"/>
                    <a:pt x="616" y="5682"/>
                    <a:pt x="1652" y="4903"/>
                  </a:cubicBezTo>
                  <a:cubicBezTo>
                    <a:pt x="4083" y="3150"/>
                    <a:pt x="6809" y="1848"/>
                    <a:pt x="9700" y="1059"/>
                  </a:cubicBezTo>
                  <a:cubicBezTo>
                    <a:pt x="11888" y="348"/>
                    <a:pt x="14176" y="-9"/>
                    <a:pt x="16477" y="0"/>
                  </a:cubicBezTo>
                  <a:cubicBezTo>
                    <a:pt x="18773" y="54"/>
                    <a:pt x="21051" y="410"/>
                    <a:pt x="23254" y="1059"/>
                  </a:cubicBezTo>
                  <a:cubicBezTo>
                    <a:pt x="26189" y="1736"/>
                    <a:pt x="28939" y="3049"/>
                    <a:pt x="31312" y="4903"/>
                  </a:cubicBezTo>
                  <a:cubicBezTo>
                    <a:pt x="32373" y="5660"/>
                    <a:pt x="32988" y="6894"/>
                    <a:pt x="32954" y="8196"/>
                  </a:cubicBezTo>
                  <a:lnTo>
                    <a:pt x="32954" y="16435"/>
                  </a:lnTo>
                  <a:close/>
                </a:path>
              </a:pathLst>
            </a:custGeom>
            <a:solidFill>
              <a:srgbClr val="000000">
                <a:alpha val="50000"/>
              </a:srgbClr>
            </a:solidFill>
            <a:ln w="992" cap="flat">
              <a:noFill/>
              <a:prstDash val="solid"/>
              <a:miter/>
            </a:ln>
          </p:spPr>
          <p:txBody>
            <a:bodyPr rtlCol="0" anchor="ctr"/>
            <a:lstStyle/>
            <a:p>
              <a:endParaRPr lang="en-IN"/>
            </a:p>
          </p:txBody>
        </p:sp>
        <p:sp>
          <p:nvSpPr>
            <p:cNvPr id="213" name="Freeform: Shape 212">
              <a:extLst>
                <a:ext uri="{FF2B5EF4-FFF2-40B4-BE49-F238E27FC236}">
                  <a16:creationId xmlns:a16="http://schemas.microsoft.com/office/drawing/2014/main" id="{45B22FB4-2CB6-42FF-AEA0-3E558684945E}"/>
                </a:ext>
              </a:extLst>
            </p:cNvPr>
            <p:cNvSpPr/>
            <p:nvPr/>
          </p:nvSpPr>
          <p:spPr>
            <a:xfrm>
              <a:off x="959782" y="43877"/>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endParaRPr lang="en-IN"/>
            </a:p>
          </p:txBody>
        </p:sp>
        <p:grpSp>
          <p:nvGrpSpPr>
            <p:cNvPr id="214" name="Graphic 73" descr="Box">
              <a:extLst>
                <a:ext uri="{FF2B5EF4-FFF2-40B4-BE49-F238E27FC236}">
                  <a16:creationId xmlns:a16="http://schemas.microsoft.com/office/drawing/2014/main" id="{6D8C2441-4870-4250-B777-F7201EFD1022}"/>
                </a:ext>
              </a:extLst>
            </p:cNvPr>
            <p:cNvGrpSpPr/>
            <p:nvPr/>
          </p:nvGrpSpPr>
          <p:grpSpPr>
            <a:xfrm>
              <a:off x="6281286" y="416153"/>
              <a:ext cx="57759" cy="68961"/>
              <a:chOff x="6281286" y="416153"/>
              <a:chExt cx="57759" cy="68961"/>
            </a:xfrm>
            <a:solidFill>
              <a:srgbClr val="000000">
                <a:alpha val="50000"/>
              </a:srgbClr>
            </a:solidFill>
          </p:grpSpPr>
          <p:sp>
            <p:nvSpPr>
              <p:cNvPr id="215" name="Freeform: Shape 214">
                <a:extLst>
                  <a:ext uri="{FF2B5EF4-FFF2-40B4-BE49-F238E27FC236}">
                    <a16:creationId xmlns:a16="http://schemas.microsoft.com/office/drawing/2014/main" id="{5C10E784-C770-44E3-B601-1009D32E009B}"/>
                  </a:ext>
                </a:extLst>
              </p:cNvPr>
              <p:cNvSpPr/>
              <p:nvPr/>
            </p:nvSpPr>
            <p:spPr>
              <a:xfrm>
                <a:off x="6281286" y="425692"/>
                <a:ext cx="42007" cy="25466"/>
              </a:xfrm>
              <a:custGeom>
                <a:avLst/>
                <a:gdLst>
                  <a:gd name="connsiteX0" fmla="*/ 13127 w 42007"/>
                  <a:gd name="connsiteY0" fmla="*/ 0 h 25466"/>
                  <a:gd name="connsiteX1" fmla="*/ 0 w 42007"/>
                  <a:gd name="connsiteY1" fmla="*/ 7964 h 25466"/>
                  <a:gd name="connsiteX2" fmla="*/ 28880 w 42007"/>
                  <a:gd name="connsiteY2" fmla="*/ 25467 h 25466"/>
                  <a:gd name="connsiteX3" fmla="*/ 42007 w 42007"/>
                  <a:gd name="connsiteY3" fmla="*/ 17503 h 25466"/>
                </a:gdLst>
                <a:ahLst/>
                <a:cxnLst>
                  <a:cxn ang="0">
                    <a:pos x="connsiteX0" y="connsiteY0"/>
                  </a:cxn>
                  <a:cxn ang="0">
                    <a:pos x="connsiteX1" y="connsiteY1"/>
                  </a:cxn>
                  <a:cxn ang="0">
                    <a:pos x="connsiteX2" y="connsiteY2"/>
                  </a:cxn>
                  <a:cxn ang="0">
                    <a:pos x="connsiteX3" y="connsiteY3"/>
                  </a:cxn>
                </a:cxnLst>
                <a:rect l="l" t="t" r="r" b="b"/>
                <a:pathLst>
                  <a:path w="42007" h="25466">
                    <a:moveTo>
                      <a:pt x="13127" y="0"/>
                    </a:moveTo>
                    <a:lnTo>
                      <a:pt x="0" y="7964"/>
                    </a:lnTo>
                    <a:lnTo>
                      <a:pt x="28880" y="25467"/>
                    </a:lnTo>
                    <a:lnTo>
                      <a:pt x="42007" y="17503"/>
                    </a:lnTo>
                    <a:close/>
                  </a:path>
                </a:pathLst>
              </a:custGeom>
              <a:solidFill>
                <a:srgbClr val="000000">
                  <a:alpha val="50000"/>
                </a:srgbClr>
              </a:solidFill>
              <a:ln w="794" cap="flat">
                <a:noFill/>
                <a:prstDash val="solid"/>
                <a:miter/>
              </a:ln>
            </p:spPr>
            <p:txBody>
              <a:bodyPr rtlCol="0" anchor="ctr"/>
              <a:lstStyle/>
              <a:p>
                <a:endParaRPr lang="en-IN"/>
              </a:p>
            </p:txBody>
          </p:sp>
          <p:sp>
            <p:nvSpPr>
              <p:cNvPr id="216" name="Freeform: Shape 215">
                <a:extLst>
                  <a:ext uri="{FF2B5EF4-FFF2-40B4-BE49-F238E27FC236}">
                    <a16:creationId xmlns:a16="http://schemas.microsoft.com/office/drawing/2014/main" id="{123E46F7-A7CE-4F94-8858-5FD26841CBB1}"/>
                  </a:ext>
                </a:extLst>
              </p:cNvPr>
              <p:cNvSpPr/>
              <p:nvPr/>
            </p:nvSpPr>
            <p:spPr>
              <a:xfrm>
                <a:off x="6297738" y="416153"/>
                <a:ext cx="41306" cy="25029"/>
              </a:xfrm>
              <a:custGeom>
                <a:avLst/>
                <a:gdLst>
                  <a:gd name="connsiteX0" fmla="*/ 41307 w 41306"/>
                  <a:gd name="connsiteY0" fmla="*/ 17503 h 25029"/>
                  <a:gd name="connsiteX1" fmla="*/ 12427 w 41306"/>
                  <a:gd name="connsiteY1" fmla="*/ 0 h 25029"/>
                  <a:gd name="connsiteX2" fmla="*/ 0 w 41306"/>
                  <a:gd name="connsiteY2" fmla="*/ 7526 h 25029"/>
                  <a:gd name="connsiteX3" fmla="*/ 28880 w 41306"/>
                  <a:gd name="connsiteY3" fmla="*/ 25029 h 25029"/>
                </a:gdLst>
                <a:ahLst/>
                <a:cxnLst>
                  <a:cxn ang="0">
                    <a:pos x="connsiteX0" y="connsiteY0"/>
                  </a:cxn>
                  <a:cxn ang="0">
                    <a:pos x="connsiteX1" y="connsiteY1"/>
                  </a:cxn>
                  <a:cxn ang="0">
                    <a:pos x="connsiteX2" y="connsiteY2"/>
                  </a:cxn>
                  <a:cxn ang="0">
                    <a:pos x="connsiteX3" y="connsiteY3"/>
                  </a:cxn>
                </a:cxnLst>
                <a:rect l="l" t="t" r="r" b="b"/>
                <a:pathLst>
                  <a:path w="41306" h="25029">
                    <a:moveTo>
                      <a:pt x="41307" y="17503"/>
                    </a:moveTo>
                    <a:lnTo>
                      <a:pt x="12427" y="0"/>
                    </a:lnTo>
                    <a:lnTo>
                      <a:pt x="0" y="7526"/>
                    </a:lnTo>
                    <a:lnTo>
                      <a:pt x="28880" y="25029"/>
                    </a:lnTo>
                    <a:close/>
                  </a:path>
                </a:pathLst>
              </a:custGeom>
              <a:solidFill>
                <a:srgbClr val="000000">
                  <a:alpha val="50000"/>
                </a:srgbClr>
              </a:solidFill>
              <a:ln w="794" cap="flat">
                <a:noFill/>
                <a:prstDash val="solid"/>
                <a:miter/>
              </a:ln>
            </p:spPr>
            <p:txBody>
              <a:bodyPr rtlCol="0" anchor="ctr"/>
              <a:lstStyle/>
              <a:p>
                <a:endParaRPr lang="en-IN"/>
              </a:p>
            </p:txBody>
          </p:sp>
          <p:sp>
            <p:nvSpPr>
              <p:cNvPr id="217" name="Freeform: Shape 216">
                <a:extLst>
                  <a:ext uri="{FF2B5EF4-FFF2-40B4-BE49-F238E27FC236}">
                    <a16:creationId xmlns:a16="http://schemas.microsoft.com/office/drawing/2014/main" id="{F513230B-CCE4-40B6-ADB9-95D3546ABD3C}"/>
                  </a:ext>
                </a:extLst>
              </p:cNvPr>
              <p:cNvSpPr/>
              <p:nvPr/>
            </p:nvSpPr>
            <p:spPr>
              <a:xfrm>
                <a:off x="6281286" y="437769"/>
                <a:ext cx="27129" cy="47345"/>
              </a:xfrm>
              <a:custGeom>
                <a:avLst/>
                <a:gdLst>
                  <a:gd name="connsiteX0" fmla="*/ 0 w 27129"/>
                  <a:gd name="connsiteY0" fmla="*/ 2888 h 47345"/>
                  <a:gd name="connsiteX1" fmla="*/ 0 w 27129"/>
                  <a:gd name="connsiteY1" fmla="*/ 30893 h 47345"/>
                  <a:gd name="connsiteX2" fmla="*/ 27130 w 27129"/>
                  <a:gd name="connsiteY2" fmla="*/ 47345 h 47345"/>
                  <a:gd name="connsiteX3" fmla="*/ 27130 w 27129"/>
                  <a:gd name="connsiteY3" fmla="*/ 16453 h 47345"/>
                  <a:gd name="connsiteX4" fmla="*/ 0 w 27129"/>
                  <a:gd name="connsiteY4" fmla="*/ 0 h 47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29" h="47345">
                    <a:moveTo>
                      <a:pt x="0" y="2888"/>
                    </a:moveTo>
                    <a:lnTo>
                      <a:pt x="0" y="30893"/>
                    </a:lnTo>
                    <a:lnTo>
                      <a:pt x="27130" y="47345"/>
                    </a:lnTo>
                    <a:lnTo>
                      <a:pt x="27130" y="16453"/>
                    </a:lnTo>
                    <a:lnTo>
                      <a:pt x="0" y="0"/>
                    </a:lnTo>
                    <a:close/>
                  </a:path>
                </a:pathLst>
              </a:custGeom>
              <a:solidFill>
                <a:srgbClr val="000000">
                  <a:alpha val="50000"/>
                </a:srgbClr>
              </a:solidFill>
              <a:ln w="794" cap="flat">
                <a:noFill/>
                <a:prstDash val="solid"/>
                <a:miter/>
              </a:ln>
            </p:spPr>
            <p:txBody>
              <a:bodyPr rtlCol="0" anchor="ctr"/>
              <a:lstStyle/>
              <a:p>
                <a:endParaRPr lang="en-IN"/>
              </a:p>
            </p:txBody>
          </p:sp>
          <p:sp>
            <p:nvSpPr>
              <p:cNvPr id="218" name="Freeform: Shape 217">
                <a:extLst>
                  <a:ext uri="{FF2B5EF4-FFF2-40B4-BE49-F238E27FC236}">
                    <a16:creationId xmlns:a16="http://schemas.microsoft.com/office/drawing/2014/main" id="{88677B5A-FD4B-4F3E-88CA-4F6EA616E8FC}"/>
                  </a:ext>
                </a:extLst>
              </p:cNvPr>
              <p:cNvSpPr/>
              <p:nvPr/>
            </p:nvSpPr>
            <p:spPr>
              <a:xfrm>
                <a:off x="6311916" y="437769"/>
                <a:ext cx="27129" cy="47345"/>
              </a:xfrm>
              <a:custGeom>
                <a:avLst/>
                <a:gdLst>
                  <a:gd name="connsiteX0" fmla="*/ 9627 w 27129"/>
                  <a:gd name="connsiteY0" fmla="*/ 21266 h 47345"/>
                  <a:gd name="connsiteX1" fmla="*/ 3501 w 27129"/>
                  <a:gd name="connsiteY1" fmla="*/ 24767 h 47345"/>
                  <a:gd name="connsiteX2" fmla="*/ 3501 w 27129"/>
                  <a:gd name="connsiteY2" fmla="*/ 18641 h 47345"/>
                  <a:gd name="connsiteX3" fmla="*/ 9627 w 27129"/>
                  <a:gd name="connsiteY3" fmla="*/ 15140 h 47345"/>
                  <a:gd name="connsiteX4" fmla="*/ 9627 w 27129"/>
                  <a:gd name="connsiteY4" fmla="*/ 21266 h 47345"/>
                  <a:gd name="connsiteX5" fmla="*/ 0 w 27129"/>
                  <a:gd name="connsiteY5" fmla="*/ 16453 h 47345"/>
                  <a:gd name="connsiteX6" fmla="*/ 0 w 27129"/>
                  <a:gd name="connsiteY6" fmla="*/ 47345 h 47345"/>
                  <a:gd name="connsiteX7" fmla="*/ 27130 w 27129"/>
                  <a:gd name="connsiteY7" fmla="*/ 30893 h 47345"/>
                  <a:gd name="connsiteX8" fmla="*/ 27130 w 27129"/>
                  <a:gd name="connsiteY8" fmla="*/ 0 h 47345"/>
                  <a:gd name="connsiteX9" fmla="*/ 0 w 27129"/>
                  <a:gd name="connsiteY9" fmla="*/ 16453 h 47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129" h="47345">
                    <a:moveTo>
                      <a:pt x="9627" y="21266"/>
                    </a:moveTo>
                    <a:lnTo>
                      <a:pt x="3501" y="24767"/>
                    </a:lnTo>
                    <a:lnTo>
                      <a:pt x="3501" y="18641"/>
                    </a:lnTo>
                    <a:lnTo>
                      <a:pt x="9627" y="15140"/>
                    </a:lnTo>
                    <a:lnTo>
                      <a:pt x="9627" y="21266"/>
                    </a:lnTo>
                    <a:close/>
                    <a:moveTo>
                      <a:pt x="0" y="16453"/>
                    </a:moveTo>
                    <a:lnTo>
                      <a:pt x="0" y="47345"/>
                    </a:lnTo>
                    <a:lnTo>
                      <a:pt x="27130" y="30893"/>
                    </a:lnTo>
                    <a:lnTo>
                      <a:pt x="27130" y="0"/>
                    </a:lnTo>
                    <a:lnTo>
                      <a:pt x="0" y="16453"/>
                    </a:lnTo>
                    <a:close/>
                  </a:path>
                </a:pathLst>
              </a:custGeom>
              <a:solidFill>
                <a:srgbClr val="000000">
                  <a:alpha val="50000"/>
                </a:srgbClr>
              </a:solidFill>
              <a:ln w="794" cap="flat">
                <a:noFill/>
                <a:prstDash val="solid"/>
                <a:miter/>
              </a:ln>
            </p:spPr>
            <p:txBody>
              <a:bodyPr rtlCol="0" anchor="ctr"/>
              <a:lstStyle/>
              <a:p>
                <a:endParaRPr lang="en-IN"/>
              </a:p>
            </p:txBody>
          </p:sp>
        </p:grpSp>
        <p:sp>
          <p:nvSpPr>
            <p:cNvPr id="220" name="Freeform: Shape 219">
              <a:extLst>
                <a:ext uri="{FF2B5EF4-FFF2-40B4-BE49-F238E27FC236}">
                  <a16:creationId xmlns:a16="http://schemas.microsoft.com/office/drawing/2014/main" id="{71488F69-5C57-4E73-9B1F-4D69C3771E0F}"/>
                </a:ext>
              </a:extLst>
            </p:cNvPr>
            <p:cNvSpPr/>
            <p:nvPr/>
          </p:nvSpPr>
          <p:spPr>
            <a:xfrm>
              <a:off x="9403756" y="104128"/>
              <a:ext cx="77012" cy="13477"/>
            </a:xfrm>
            <a:custGeom>
              <a:avLst/>
              <a:gdLst>
                <a:gd name="connsiteX0" fmla="*/ 38506 w 77012"/>
                <a:gd name="connsiteY0" fmla="*/ 3851 h 13477"/>
                <a:gd name="connsiteX1" fmla="*/ 41394 w 77012"/>
                <a:gd name="connsiteY1" fmla="*/ 6739 h 13477"/>
                <a:gd name="connsiteX2" fmla="*/ 38506 w 77012"/>
                <a:gd name="connsiteY2" fmla="*/ 9627 h 13477"/>
                <a:gd name="connsiteX3" fmla="*/ 35618 w 77012"/>
                <a:gd name="connsiteY3" fmla="*/ 6739 h 13477"/>
                <a:gd name="connsiteX4" fmla="*/ 38506 w 77012"/>
                <a:gd name="connsiteY4" fmla="*/ 3851 h 13477"/>
                <a:gd name="connsiteX5" fmla="*/ 0 w 77012"/>
                <a:gd name="connsiteY5" fmla="*/ 13477 h 13477"/>
                <a:gd name="connsiteX6" fmla="*/ 77013 w 77012"/>
                <a:gd name="connsiteY6" fmla="*/ 13477 h 13477"/>
                <a:gd name="connsiteX7" fmla="*/ 77013 w 77012"/>
                <a:gd name="connsiteY7" fmla="*/ 0 h 13477"/>
                <a:gd name="connsiteX8" fmla="*/ 0 w 77012"/>
                <a:gd name="connsiteY8" fmla="*/ 0 h 13477"/>
                <a:gd name="connsiteX9" fmla="*/ 0 w 77012"/>
                <a:gd name="connsiteY9" fmla="*/ 13477 h 1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012" h="13477">
                  <a:moveTo>
                    <a:pt x="38506" y="3851"/>
                  </a:moveTo>
                  <a:cubicBezTo>
                    <a:pt x="40143" y="3851"/>
                    <a:pt x="41394" y="5102"/>
                    <a:pt x="41394" y="6739"/>
                  </a:cubicBezTo>
                  <a:cubicBezTo>
                    <a:pt x="41394" y="8375"/>
                    <a:pt x="40143" y="9627"/>
                    <a:pt x="38506" y="9627"/>
                  </a:cubicBezTo>
                  <a:cubicBezTo>
                    <a:pt x="36870" y="9627"/>
                    <a:pt x="35618" y="8375"/>
                    <a:pt x="35618" y="6739"/>
                  </a:cubicBezTo>
                  <a:cubicBezTo>
                    <a:pt x="35618" y="5102"/>
                    <a:pt x="36870" y="3851"/>
                    <a:pt x="38506" y="3851"/>
                  </a:cubicBezTo>
                  <a:close/>
                  <a:moveTo>
                    <a:pt x="0" y="13477"/>
                  </a:moveTo>
                  <a:lnTo>
                    <a:pt x="77013" y="13477"/>
                  </a:lnTo>
                  <a:lnTo>
                    <a:pt x="77013" y="0"/>
                  </a:lnTo>
                  <a:lnTo>
                    <a:pt x="0" y="0"/>
                  </a:lnTo>
                  <a:lnTo>
                    <a:pt x="0" y="13477"/>
                  </a:lnTo>
                  <a:close/>
                </a:path>
              </a:pathLst>
            </a:custGeom>
            <a:solidFill>
              <a:srgbClr val="000000">
                <a:alpha val="50000"/>
              </a:srgbClr>
            </a:solidFill>
            <a:ln w="893" cap="flat">
              <a:no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DF03BD38-6B6E-4506-ACEA-760A91CE8474}"/>
                </a:ext>
              </a:extLst>
            </p:cNvPr>
            <p:cNvSpPr/>
            <p:nvPr/>
          </p:nvSpPr>
          <p:spPr>
            <a:xfrm>
              <a:off x="9423009" y="71398"/>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endParaRPr lang="en-IN"/>
            </a:p>
          </p:txBody>
        </p:sp>
        <p:sp>
          <p:nvSpPr>
            <p:cNvPr id="222" name="Freeform: Shape 221">
              <a:extLst>
                <a:ext uri="{FF2B5EF4-FFF2-40B4-BE49-F238E27FC236}">
                  <a16:creationId xmlns:a16="http://schemas.microsoft.com/office/drawing/2014/main" id="{ABDD9967-6225-469E-B209-8BDB9D62DC1D}"/>
                </a:ext>
              </a:extLst>
            </p:cNvPr>
            <p:cNvSpPr/>
            <p:nvPr/>
          </p:nvSpPr>
          <p:spPr>
            <a:xfrm>
              <a:off x="9423009" y="63697"/>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endParaRPr lang="en-IN"/>
            </a:p>
          </p:txBody>
        </p:sp>
        <p:sp>
          <p:nvSpPr>
            <p:cNvPr id="223" name="Freeform: Shape 222">
              <a:extLst>
                <a:ext uri="{FF2B5EF4-FFF2-40B4-BE49-F238E27FC236}">
                  <a16:creationId xmlns:a16="http://schemas.microsoft.com/office/drawing/2014/main" id="{0ACD14C0-D94B-4ED7-95D8-1166B3ADC57A}"/>
                </a:ext>
              </a:extLst>
            </p:cNvPr>
            <p:cNvSpPr/>
            <p:nvPr/>
          </p:nvSpPr>
          <p:spPr>
            <a:xfrm>
              <a:off x="9423009" y="55995"/>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endParaRPr lang="en-IN"/>
            </a:p>
          </p:txBody>
        </p:sp>
        <p:sp>
          <p:nvSpPr>
            <p:cNvPr id="224" name="Freeform: Shape 223">
              <a:extLst>
                <a:ext uri="{FF2B5EF4-FFF2-40B4-BE49-F238E27FC236}">
                  <a16:creationId xmlns:a16="http://schemas.microsoft.com/office/drawing/2014/main" id="{8AFC9671-B01F-4177-9C67-51DA709672D0}"/>
                </a:ext>
              </a:extLst>
            </p:cNvPr>
            <p:cNvSpPr/>
            <p:nvPr/>
          </p:nvSpPr>
          <p:spPr>
            <a:xfrm>
              <a:off x="9403756" y="48294"/>
              <a:ext cx="77012" cy="51983"/>
            </a:xfrm>
            <a:custGeom>
              <a:avLst/>
              <a:gdLst>
                <a:gd name="connsiteX0" fmla="*/ 65461 w 77012"/>
                <a:gd name="connsiteY0" fmla="*/ 30805 h 51983"/>
                <a:gd name="connsiteX1" fmla="*/ 42357 w 77012"/>
                <a:gd name="connsiteY1" fmla="*/ 30805 h 51983"/>
                <a:gd name="connsiteX2" fmla="*/ 42357 w 77012"/>
                <a:gd name="connsiteY2" fmla="*/ 21178 h 51983"/>
                <a:gd name="connsiteX3" fmla="*/ 65461 w 77012"/>
                <a:gd name="connsiteY3" fmla="*/ 21178 h 51983"/>
                <a:gd name="connsiteX4" fmla="*/ 65461 w 77012"/>
                <a:gd name="connsiteY4" fmla="*/ 30805 h 51983"/>
                <a:gd name="connsiteX5" fmla="*/ 32730 w 77012"/>
                <a:gd name="connsiteY5" fmla="*/ 30805 h 51983"/>
                <a:gd name="connsiteX6" fmla="*/ 15403 w 77012"/>
                <a:gd name="connsiteY6" fmla="*/ 30805 h 51983"/>
                <a:gd name="connsiteX7" fmla="*/ 15403 w 77012"/>
                <a:gd name="connsiteY7" fmla="*/ 3851 h 51983"/>
                <a:gd name="connsiteX8" fmla="*/ 32730 w 77012"/>
                <a:gd name="connsiteY8" fmla="*/ 3851 h 51983"/>
                <a:gd name="connsiteX9" fmla="*/ 32730 w 77012"/>
                <a:gd name="connsiteY9" fmla="*/ 30805 h 51983"/>
                <a:gd name="connsiteX10" fmla="*/ 71237 w 77012"/>
                <a:gd name="connsiteY10" fmla="*/ 30805 h 51983"/>
                <a:gd name="connsiteX11" fmla="*/ 71237 w 77012"/>
                <a:gd name="connsiteY11" fmla="*/ 19253 h 51983"/>
                <a:gd name="connsiteX12" fmla="*/ 67386 w 77012"/>
                <a:gd name="connsiteY12" fmla="*/ 15403 h 51983"/>
                <a:gd name="connsiteX13" fmla="*/ 36581 w 77012"/>
                <a:gd name="connsiteY13" fmla="*/ 15403 h 51983"/>
                <a:gd name="connsiteX14" fmla="*/ 36581 w 77012"/>
                <a:gd name="connsiteY14" fmla="*/ 1925 h 51983"/>
                <a:gd name="connsiteX15" fmla="*/ 34656 w 77012"/>
                <a:gd name="connsiteY15" fmla="*/ 0 h 51983"/>
                <a:gd name="connsiteX16" fmla="*/ 13477 w 77012"/>
                <a:gd name="connsiteY16" fmla="*/ 0 h 51983"/>
                <a:gd name="connsiteX17" fmla="*/ 11552 w 77012"/>
                <a:gd name="connsiteY17" fmla="*/ 1925 h 51983"/>
                <a:gd name="connsiteX18" fmla="*/ 11552 w 77012"/>
                <a:gd name="connsiteY18" fmla="*/ 15403 h 51983"/>
                <a:gd name="connsiteX19" fmla="*/ 9627 w 77012"/>
                <a:gd name="connsiteY19" fmla="*/ 15403 h 51983"/>
                <a:gd name="connsiteX20" fmla="*/ 5776 w 77012"/>
                <a:gd name="connsiteY20" fmla="*/ 19253 h 51983"/>
                <a:gd name="connsiteX21" fmla="*/ 5776 w 77012"/>
                <a:gd name="connsiteY21" fmla="*/ 30805 h 51983"/>
                <a:gd name="connsiteX22" fmla="*/ 0 w 77012"/>
                <a:gd name="connsiteY22" fmla="*/ 44282 h 51983"/>
                <a:gd name="connsiteX23" fmla="*/ 0 w 77012"/>
                <a:gd name="connsiteY23" fmla="*/ 51983 h 51983"/>
                <a:gd name="connsiteX24" fmla="*/ 77013 w 77012"/>
                <a:gd name="connsiteY24" fmla="*/ 51983 h 51983"/>
                <a:gd name="connsiteX25" fmla="*/ 77013 w 77012"/>
                <a:gd name="connsiteY25" fmla="*/ 44282 h 51983"/>
                <a:gd name="connsiteX26" fmla="*/ 71237 w 77012"/>
                <a:gd name="connsiteY26" fmla="*/ 30805 h 51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7012" h="51983">
                  <a:moveTo>
                    <a:pt x="65461" y="30805"/>
                  </a:moveTo>
                  <a:lnTo>
                    <a:pt x="42357" y="30805"/>
                  </a:lnTo>
                  <a:lnTo>
                    <a:pt x="42357" y="21178"/>
                  </a:lnTo>
                  <a:lnTo>
                    <a:pt x="65461" y="21178"/>
                  </a:lnTo>
                  <a:lnTo>
                    <a:pt x="65461" y="30805"/>
                  </a:lnTo>
                  <a:close/>
                  <a:moveTo>
                    <a:pt x="32730" y="30805"/>
                  </a:moveTo>
                  <a:lnTo>
                    <a:pt x="15403" y="30805"/>
                  </a:lnTo>
                  <a:lnTo>
                    <a:pt x="15403" y="3851"/>
                  </a:lnTo>
                  <a:lnTo>
                    <a:pt x="32730" y="3851"/>
                  </a:lnTo>
                  <a:lnTo>
                    <a:pt x="32730" y="30805"/>
                  </a:lnTo>
                  <a:close/>
                  <a:moveTo>
                    <a:pt x="71237" y="30805"/>
                  </a:moveTo>
                  <a:lnTo>
                    <a:pt x="71237" y="19253"/>
                  </a:lnTo>
                  <a:cubicBezTo>
                    <a:pt x="71237" y="17135"/>
                    <a:pt x="69504" y="15403"/>
                    <a:pt x="67386" y="15403"/>
                  </a:cubicBezTo>
                  <a:lnTo>
                    <a:pt x="36581" y="15403"/>
                  </a:lnTo>
                  <a:lnTo>
                    <a:pt x="36581" y="1925"/>
                  </a:lnTo>
                  <a:cubicBezTo>
                    <a:pt x="36581" y="866"/>
                    <a:pt x="35715" y="0"/>
                    <a:pt x="34656" y="0"/>
                  </a:cubicBezTo>
                  <a:lnTo>
                    <a:pt x="13477" y="0"/>
                  </a:lnTo>
                  <a:cubicBezTo>
                    <a:pt x="12418" y="0"/>
                    <a:pt x="11552" y="866"/>
                    <a:pt x="11552" y="1925"/>
                  </a:cubicBezTo>
                  <a:lnTo>
                    <a:pt x="11552" y="15403"/>
                  </a:lnTo>
                  <a:lnTo>
                    <a:pt x="9627" y="15403"/>
                  </a:lnTo>
                  <a:cubicBezTo>
                    <a:pt x="7509" y="15403"/>
                    <a:pt x="5776" y="17135"/>
                    <a:pt x="5776" y="19253"/>
                  </a:cubicBezTo>
                  <a:lnTo>
                    <a:pt x="5776" y="30805"/>
                  </a:lnTo>
                  <a:lnTo>
                    <a:pt x="0" y="44282"/>
                  </a:lnTo>
                  <a:lnTo>
                    <a:pt x="0" y="51983"/>
                  </a:lnTo>
                  <a:lnTo>
                    <a:pt x="77013" y="51983"/>
                  </a:lnTo>
                  <a:lnTo>
                    <a:pt x="77013" y="44282"/>
                  </a:lnTo>
                  <a:lnTo>
                    <a:pt x="71237" y="30805"/>
                  </a:lnTo>
                  <a:close/>
                </a:path>
              </a:pathLst>
            </a:custGeom>
            <a:solidFill>
              <a:srgbClr val="000000">
                <a:alpha val="50000"/>
              </a:srgbClr>
            </a:solidFill>
            <a:ln w="893" cap="flat">
              <a:noFill/>
              <a:prstDash val="solid"/>
              <a:miter/>
            </a:ln>
          </p:spPr>
          <p:txBody>
            <a:bodyPr rtlCol="0" anchor="ctr"/>
            <a:lstStyle/>
            <a:p>
              <a:endParaRPr lang="en-IN"/>
            </a:p>
          </p:txBody>
        </p:sp>
        <p:sp>
          <p:nvSpPr>
            <p:cNvPr id="225" name="Graphic 77" descr="Dollar">
              <a:extLst>
                <a:ext uri="{FF2B5EF4-FFF2-40B4-BE49-F238E27FC236}">
                  <a16:creationId xmlns:a16="http://schemas.microsoft.com/office/drawing/2014/main" id="{E06716CA-D194-4A8D-AE53-8BBB6AA083F0}"/>
                </a:ext>
              </a:extLst>
            </p:cNvPr>
            <p:cNvSpPr/>
            <p:nvPr/>
          </p:nvSpPr>
          <p:spPr>
            <a:xfrm>
              <a:off x="6458420" y="619903"/>
              <a:ext cx="38389" cy="82788"/>
            </a:xfrm>
            <a:custGeom>
              <a:avLst/>
              <a:gdLst>
                <a:gd name="connsiteX0" fmla="*/ 33154 w 38389"/>
                <a:gd name="connsiteY0" fmla="*/ 43320 h 82788"/>
                <a:gd name="connsiteX1" fmla="*/ 21669 w 38389"/>
                <a:gd name="connsiteY1" fmla="*/ 37996 h 82788"/>
                <a:gd name="connsiteX2" fmla="*/ 21669 w 38389"/>
                <a:gd name="connsiteY2" fmla="*/ 14719 h 82788"/>
                <a:gd name="connsiteX3" fmla="*/ 31931 w 38389"/>
                <a:gd name="connsiteY3" fmla="*/ 19600 h 82788"/>
                <a:gd name="connsiteX4" fmla="*/ 36552 w 38389"/>
                <a:gd name="connsiteY4" fmla="*/ 15171 h 82788"/>
                <a:gd name="connsiteX5" fmla="*/ 21669 w 38389"/>
                <a:gd name="connsiteY5" fmla="*/ 8365 h 82788"/>
                <a:gd name="connsiteX6" fmla="*/ 21669 w 38389"/>
                <a:gd name="connsiteY6" fmla="*/ 0 h 82788"/>
                <a:gd name="connsiteX7" fmla="*/ 15893 w 38389"/>
                <a:gd name="connsiteY7" fmla="*/ 0 h 82788"/>
                <a:gd name="connsiteX8" fmla="*/ 15893 w 38389"/>
                <a:gd name="connsiteY8" fmla="*/ 8731 h 82788"/>
                <a:gd name="connsiteX9" fmla="*/ 10233 w 38389"/>
                <a:gd name="connsiteY9" fmla="*/ 10753 h 82788"/>
                <a:gd name="connsiteX10" fmla="*/ 2204 w 38389"/>
                <a:gd name="connsiteY10" fmla="*/ 31931 h 82788"/>
                <a:gd name="connsiteX11" fmla="*/ 15893 w 38389"/>
                <a:gd name="connsiteY11" fmla="*/ 42732 h 82788"/>
                <a:gd name="connsiteX12" fmla="*/ 15893 w 38389"/>
                <a:gd name="connsiteY12" fmla="*/ 67935 h 82788"/>
                <a:gd name="connsiteX13" fmla="*/ 4621 w 38389"/>
                <a:gd name="connsiteY13" fmla="*/ 61610 h 82788"/>
                <a:gd name="connsiteX14" fmla="*/ 0 w 38389"/>
                <a:gd name="connsiteY14" fmla="*/ 66029 h 82788"/>
                <a:gd name="connsiteX15" fmla="*/ 7749 w 38389"/>
                <a:gd name="connsiteY15" fmla="*/ 72199 h 82788"/>
                <a:gd name="connsiteX16" fmla="*/ 15893 w 38389"/>
                <a:gd name="connsiteY16" fmla="*/ 74346 h 82788"/>
                <a:gd name="connsiteX17" fmla="*/ 15893 w 38389"/>
                <a:gd name="connsiteY17" fmla="*/ 82788 h 82788"/>
                <a:gd name="connsiteX18" fmla="*/ 21669 w 38389"/>
                <a:gd name="connsiteY18" fmla="*/ 82788 h 82788"/>
                <a:gd name="connsiteX19" fmla="*/ 21669 w 38389"/>
                <a:gd name="connsiteY19" fmla="*/ 74125 h 82788"/>
                <a:gd name="connsiteX20" fmla="*/ 36995 w 38389"/>
                <a:gd name="connsiteY20" fmla="*/ 62573 h 82788"/>
                <a:gd name="connsiteX21" fmla="*/ 33154 w 38389"/>
                <a:gd name="connsiteY21" fmla="*/ 43320 h 82788"/>
                <a:gd name="connsiteX22" fmla="*/ 11080 w 38389"/>
                <a:gd name="connsiteY22" fmla="*/ 33433 h 82788"/>
                <a:gd name="connsiteX23" fmla="*/ 12688 w 38389"/>
                <a:gd name="connsiteY23" fmla="*/ 16741 h 82788"/>
                <a:gd name="connsiteX24" fmla="*/ 15893 w 38389"/>
                <a:gd name="connsiteY24" fmla="*/ 15268 h 82788"/>
                <a:gd name="connsiteX25" fmla="*/ 15893 w 38389"/>
                <a:gd name="connsiteY25" fmla="*/ 36148 h 82788"/>
                <a:gd name="connsiteX26" fmla="*/ 11080 w 38389"/>
                <a:gd name="connsiteY26" fmla="*/ 33433 h 82788"/>
                <a:gd name="connsiteX27" fmla="*/ 28495 w 38389"/>
                <a:gd name="connsiteY27" fmla="*/ 64065 h 82788"/>
                <a:gd name="connsiteX28" fmla="*/ 21669 w 38389"/>
                <a:gd name="connsiteY28" fmla="*/ 67675 h 82788"/>
                <a:gd name="connsiteX29" fmla="*/ 21669 w 38389"/>
                <a:gd name="connsiteY29" fmla="*/ 44677 h 82788"/>
                <a:gd name="connsiteX30" fmla="*/ 31508 w 38389"/>
                <a:gd name="connsiteY30" fmla="*/ 51772 h 82788"/>
                <a:gd name="connsiteX31" fmla="*/ 28495 w 38389"/>
                <a:gd name="connsiteY31" fmla="*/ 64065 h 8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389" h="82788">
                  <a:moveTo>
                    <a:pt x="33154" y="43320"/>
                  </a:moveTo>
                  <a:cubicBezTo>
                    <a:pt x="29900" y="40547"/>
                    <a:pt x="25674" y="39247"/>
                    <a:pt x="21669" y="37996"/>
                  </a:cubicBezTo>
                  <a:lnTo>
                    <a:pt x="21669" y="14719"/>
                  </a:lnTo>
                  <a:cubicBezTo>
                    <a:pt x="25558" y="15088"/>
                    <a:pt x="29191" y="16817"/>
                    <a:pt x="31931" y="19600"/>
                  </a:cubicBezTo>
                  <a:lnTo>
                    <a:pt x="36552" y="15171"/>
                  </a:lnTo>
                  <a:cubicBezTo>
                    <a:pt x="32598" y="11149"/>
                    <a:pt x="27299" y="8726"/>
                    <a:pt x="21669" y="8365"/>
                  </a:cubicBezTo>
                  <a:lnTo>
                    <a:pt x="21669" y="0"/>
                  </a:lnTo>
                  <a:lnTo>
                    <a:pt x="15893" y="0"/>
                  </a:lnTo>
                  <a:lnTo>
                    <a:pt x="15893" y="8731"/>
                  </a:lnTo>
                  <a:cubicBezTo>
                    <a:pt x="13916" y="9116"/>
                    <a:pt x="12007" y="9798"/>
                    <a:pt x="10233" y="10753"/>
                  </a:cubicBezTo>
                  <a:cubicBezTo>
                    <a:pt x="2936" y="14729"/>
                    <a:pt x="-789" y="24066"/>
                    <a:pt x="2204" y="31931"/>
                  </a:cubicBezTo>
                  <a:cubicBezTo>
                    <a:pt x="4524" y="37996"/>
                    <a:pt x="10118" y="40701"/>
                    <a:pt x="15893" y="42732"/>
                  </a:cubicBezTo>
                  <a:lnTo>
                    <a:pt x="15893" y="67935"/>
                  </a:lnTo>
                  <a:cubicBezTo>
                    <a:pt x="11417" y="67386"/>
                    <a:pt x="7701" y="64816"/>
                    <a:pt x="4621" y="61610"/>
                  </a:cubicBezTo>
                  <a:lnTo>
                    <a:pt x="0" y="66029"/>
                  </a:lnTo>
                  <a:cubicBezTo>
                    <a:pt x="2200" y="68525"/>
                    <a:pt x="4823" y="70614"/>
                    <a:pt x="7749" y="72199"/>
                  </a:cubicBezTo>
                  <a:cubicBezTo>
                    <a:pt x="10307" y="73416"/>
                    <a:pt x="13069" y="74144"/>
                    <a:pt x="15893" y="74346"/>
                  </a:cubicBezTo>
                  <a:lnTo>
                    <a:pt x="15893" y="82788"/>
                  </a:lnTo>
                  <a:lnTo>
                    <a:pt x="21669" y="82788"/>
                  </a:lnTo>
                  <a:lnTo>
                    <a:pt x="21669" y="74125"/>
                  </a:lnTo>
                  <a:cubicBezTo>
                    <a:pt x="28292" y="73017"/>
                    <a:pt x="34376" y="68945"/>
                    <a:pt x="36995" y="62573"/>
                  </a:cubicBezTo>
                  <a:cubicBezTo>
                    <a:pt x="39613" y="56200"/>
                    <a:pt x="38660" y="48027"/>
                    <a:pt x="33154" y="43320"/>
                  </a:cubicBezTo>
                  <a:close/>
                  <a:moveTo>
                    <a:pt x="11080" y="33433"/>
                  </a:moveTo>
                  <a:cubicBezTo>
                    <a:pt x="5786" y="28966"/>
                    <a:pt x="7076" y="20322"/>
                    <a:pt x="12688" y="16741"/>
                  </a:cubicBezTo>
                  <a:cubicBezTo>
                    <a:pt x="13683" y="16103"/>
                    <a:pt x="14761" y="15607"/>
                    <a:pt x="15893" y="15268"/>
                  </a:cubicBezTo>
                  <a:lnTo>
                    <a:pt x="15893" y="36148"/>
                  </a:lnTo>
                  <a:cubicBezTo>
                    <a:pt x="14151" y="35514"/>
                    <a:pt x="12524" y="34597"/>
                    <a:pt x="11080" y="33433"/>
                  </a:cubicBezTo>
                  <a:close/>
                  <a:moveTo>
                    <a:pt x="28495" y="64065"/>
                  </a:moveTo>
                  <a:cubicBezTo>
                    <a:pt x="26616" y="65902"/>
                    <a:pt x="24245" y="67155"/>
                    <a:pt x="21669" y="67675"/>
                  </a:cubicBezTo>
                  <a:lnTo>
                    <a:pt x="21669" y="44677"/>
                  </a:lnTo>
                  <a:cubicBezTo>
                    <a:pt x="25520" y="45996"/>
                    <a:pt x="29939" y="47671"/>
                    <a:pt x="31508" y="51772"/>
                  </a:cubicBezTo>
                  <a:cubicBezTo>
                    <a:pt x="33077" y="55873"/>
                    <a:pt x="31498" y="61004"/>
                    <a:pt x="28495" y="64065"/>
                  </a:cubicBezTo>
                  <a:close/>
                </a:path>
              </a:pathLst>
            </a:custGeom>
            <a:solidFill>
              <a:srgbClr val="000000">
                <a:alpha val="50000"/>
              </a:srgbClr>
            </a:solidFill>
            <a:ln w="893" cap="flat">
              <a:noFill/>
              <a:prstDash val="solid"/>
              <a:miter/>
            </a:ln>
          </p:spPr>
          <p:txBody>
            <a:bodyPr rtlCol="0" anchor="ctr"/>
            <a:lstStyle/>
            <a:p>
              <a:endParaRPr lang="en-IN"/>
            </a:p>
          </p:txBody>
        </p:sp>
        <p:sp>
          <p:nvSpPr>
            <p:cNvPr id="226" name="Graphic 79" descr="Send">
              <a:extLst>
                <a:ext uri="{FF2B5EF4-FFF2-40B4-BE49-F238E27FC236}">
                  <a16:creationId xmlns:a16="http://schemas.microsoft.com/office/drawing/2014/main" id="{7EFF0C40-D39B-4FEF-BDC0-E0F75D8BD43B}"/>
                </a:ext>
              </a:extLst>
            </p:cNvPr>
            <p:cNvSpPr/>
            <p:nvPr/>
          </p:nvSpPr>
          <p:spPr>
            <a:xfrm>
              <a:off x="1620626" y="1299258"/>
              <a:ext cx="77123" cy="71299"/>
            </a:xfrm>
            <a:custGeom>
              <a:avLst/>
              <a:gdLst>
                <a:gd name="connsiteX0" fmla="*/ 63920 w 77123"/>
                <a:gd name="connsiteY0" fmla="*/ 59962 h 71299"/>
                <a:gd name="connsiteX1" fmla="*/ 46593 w 77123"/>
                <a:gd name="connsiteY1" fmla="*/ 53994 h 71299"/>
                <a:gd name="connsiteX2" fmla="*/ 46496 w 77123"/>
                <a:gd name="connsiteY2" fmla="*/ 53994 h 71299"/>
                <a:gd name="connsiteX3" fmla="*/ 39565 w 77123"/>
                <a:gd name="connsiteY3" fmla="*/ 51587 h 71299"/>
                <a:gd name="connsiteX4" fmla="*/ 72007 w 77123"/>
                <a:gd name="connsiteY4" fmla="*/ 8749 h 71299"/>
                <a:gd name="connsiteX5" fmla="*/ 63920 w 77123"/>
                <a:gd name="connsiteY5" fmla="*/ 59962 h 71299"/>
                <a:gd name="connsiteX6" fmla="*/ 42261 w 77123"/>
                <a:gd name="connsiteY6" fmla="*/ 56689 h 71299"/>
                <a:gd name="connsiteX7" fmla="*/ 35907 w 77123"/>
                <a:gd name="connsiteY7" fmla="*/ 63043 h 71299"/>
                <a:gd name="connsiteX8" fmla="*/ 37640 w 77123"/>
                <a:gd name="connsiteY8" fmla="*/ 55149 h 71299"/>
                <a:gd name="connsiteX9" fmla="*/ 42261 w 77123"/>
                <a:gd name="connsiteY9" fmla="*/ 56689 h 71299"/>
                <a:gd name="connsiteX10" fmla="*/ 42261 w 77123"/>
                <a:gd name="connsiteY10" fmla="*/ 56689 h 71299"/>
                <a:gd name="connsiteX11" fmla="*/ 34559 w 77123"/>
                <a:gd name="connsiteY11" fmla="*/ 51780 h 71299"/>
                <a:gd name="connsiteX12" fmla="*/ 34174 w 77123"/>
                <a:gd name="connsiteY12" fmla="*/ 52550 h 71299"/>
                <a:gd name="connsiteX13" fmla="*/ 33886 w 77123"/>
                <a:gd name="connsiteY13" fmla="*/ 53801 h 71299"/>
                <a:gd name="connsiteX14" fmla="*/ 31960 w 77123"/>
                <a:gd name="connsiteY14" fmla="*/ 62562 h 71299"/>
                <a:gd name="connsiteX15" fmla="*/ 27339 w 77123"/>
                <a:gd name="connsiteY15" fmla="*/ 49084 h 71299"/>
                <a:gd name="connsiteX16" fmla="*/ 63343 w 77123"/>
                <a:gd name="connsiteY16" fmla="*/ 14429 h 71299"/>
                <a:gd name="connsiteX17" fmla="*/ 35715 w 77123"/>
                <a:gd name="connsiteY17" fmla="*/ 50336 h 71299"/>
                <a:gd name="connsiteX18" fmla="*/ 34559 w 77123"/>
                <a:gd name="connsiteY18" fmla="*/ 51780 h 71299"/>
                <a:gd name="connsiteX19" fmla="*/ 6739 w 77123"/>
                <a:gd name="connsiteY19" fmla="*/ 40421 h 71299"/>
                <a:gd name="connsiteX20" fmla="*/ 63150 w 77123"/>
                <a:gd name="connsiteY20" fmla="*/ 10386 h 71299"/>
                <a:gd name="connsiteX21" fmla="*/ 24548 w 77123"/>
                <a:gd name="connsiteY21" fmla="*/ 46485 h 71299"/>
                <a:gd name="connsiteX22" fmla="*/ 6739 w 77123"/>
                <a:gd name="connsiteY22" fmla="*/ 40421 h 71299"/>
                <a:gd name="connsiteX23" fmla="*/ 76242 w 77123"/>
                <a:gd name="connsiteY23" fmla="*/ 374 h 71299"/>
                <a:gd name="connsiteX24" fmla="*/ 74125 w 77123"/>
                <a:gd name="connsiteY24" fmla="*/ 278 h 71299"/>
                <a:gd name="connsiteX25" fmla="*/ 1059 w 77123"/>
                <a:gd name="connsiteY25" fmla="*/ 39073 h 71299"/>
                <a:gd name="connsiteX26" fmla="*/ 0 w 77123"/>
                <a:gd name="connsiteY26" fmla="*/ 40902 h 71299"/>
                <a:gd name="connsiteX27" fmla="*/ 1251 w 77123"/>
                <a:gd name="connsiteY27" fmla="*/ 42538 h 71299"/>
                <a:gd name="connsiteX28" fmla="*/ 21275 w 77123"/>
                <a:gd name="connsiteY28" fmla="*/ 49373 h 71299"/>
                <a:gd name="connsiteX29" fmla="*/ 23778 w 77123"/>
                <a:gd name="connsiteY29" fmla="*/ 50240 h 71299"/>
                <a:gd name="connsiteX30" fmla="*/ 24355 w 77123"/>
                <a:gd name="connsiteY30" fmla="*/ 51876 h 71299"/>
                <a:gd name="connsiteX31" fmla="*/ 30324 w 77123"/>
                <a:gd name="connsiteY31" fmla="*/ 69782 h 71299"/>
                <a:gd name="connsiteX32" fmla="*/ 30324 w 77123"/>
                <a:gd name="connsiteY32" fmla="*/ 69878 h 71299"/>
                <a:gd name="connsiteX33" fmla="*/ 30324 w 77123"/>
                <a:gd name="connsiteY33" fmla="*/ 69974 h 71299"/>
                <a:gd name="connsiteX34" fmla="*/ 31768 w 77123"/>
                <a:gd name="connsiteY34" fmla="*/ 71226 h 71299"/>
                <a:gd name="connsiteX35" fmla="*/ 33597 w 77123"/>
                <a:gd name="connsiteY35" fmla="*/ 70744 h 71299"/>
                <a:gd name="connsiteX36" fmla="*/ 33693 w 77123"/>
                <a:gd name="connsiteY36" fmla="*/ 70648 h 71299"/>
                <a:gd name="connsiteX37" fmla="*/ 34271 w 77123"/>
                <a:gd name="connsiteY37" fmla="*/ 70070 h 71299"/>
                <a:gd name="connsiteX38" fmla="*/ 46400 w 77123"/>
                <a:gd name="connsiteY38" fmla="*/ 58133 h 71299"/>
                <a:gd name="connsiteX39" fmla="*/ 64883 w 77123"/>
                <a:gd name="connsiteY39" fmla="*/ 64487 h 71299"/>
                <a:gd name="connsiteX40" fmla="*/ 66520 w 77123"/>
                <a:gd name="connsiteY40" fmla="*/ 64294 h 71299"/>
                <a:gd name="connsiteX41" fmla="*/ 67482 w 77123"/>
                <a:gd name="connsiteY41" fmla="*/ 62947 h 71299"/>
                <a:gd name="connsiteX42" fmla="*/ 77109 w 77123"/>
                <a:gd name="connsiteY42" fmla="*/ 2299 h 71299"/>
                <a:gd name="connsiteX43" fmla="*/ 76242 w 77123"/>
                <a:gd name="connsiteY43" fmla="*/ 374 h 7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7123" h="71299">
                  <a:moveTo>
                    <a:pt x="63920" y="59962"/>
                  </a:moveTo>
                  <a:lnTo>
                    <a:pt x="46593" y="53994"/>
                  </a:lnTo>
                  <a:lnTo>
                    <a:pt x="46496" y="53994"/>
                  </a:lnTo>
                  <a:lnTo>
                    <a:pt x="39565" y="51587"/>
                  </a:lnTo>
                  <a:lnTo>
                    <a:pt x="72007" y="8749"/>
                  </a:lnTo>
                  <a:lnTo>
                    <a:pt x="63920" y="59962"/>
                  </a:lnTo>
                  <a:close/>
                  <a:moveTo>
                    <a:pt x="42261" y="56689"/>
                  </a:moveTo>
                  <a:lnTo>
                    <a:pt x="35907" y="63043"/>
                  </a:lnTo>
                  <a:lnTo>
                    <a:pt x="37640" y="55149"/>
                  </a:lnTo>
                  <a:lnTo>
                    <a:pt x="42261" y="56689"/>
                  </a:lnTo>
                  <a:lnTo>
                    <a:pt x="42261" y="56689"/>
                  </a:lnTo>
                  <a:close/>
                  <a:moveTo>
                    <a:pt x="34559" y="51780"/>
                  </a:moveTo>
                  <a:cubicBezTo>
                    <a:pt x="34367" y="51972"/>
                    <a:pt x="34271" y="52261"/>
                    <a:pt x="34174" y="52550"/>
                  </a:cubicBezTo>
                  <a:lnTo>
                    <a:pt x="33886" y="53801"/>
                  </a:lnTo>
                  <a:lnTo>
                    <a:pt x="31960" y="62562"/>
                  </a:lnTo>
                  <a:lnTo>
                    <a:pt x="27339" y="49084"/>
                  </a:lnTo>
                  <a:lnTo>
                    <a:pt x="63343" y="14429"/>
                  </a:lnTo>
                  <a:lnTo>
                    <a:pt x="35715" y="50336"/>
                  </a:lnTo>
                  <a:lnTo>
                    <a:pt x="34559" y="51780"/>
                  </a:lnTo>
                  <a:close/>
                  <a:moveTo>
                    <a:pt x="6739" y="40421"/>
                  </a:moveTo>
                  <a:lnTo>
                    <a:pt x="63150" y="10386"/>
                  </a:lnTo>
                  <a:lnTo>
                    <a:pt x="24548" y="46485"/>
                  </a:lnTo>
                  <a:lnTo>
                    <a:pt x="6739" y="40421"/>
                  </a:lnTo>
                  <a:close/>
                  <a:moveTo>
                    <a:pt x="76242" y="374"/>
                  </a:moveTo>
                  <a:cubicBezTo>
                    <a:pt x="75665" y="-107"/>
                    <a:pt x="74798" y="-107"/>
                    <a:pt x="74125" y="278"/>
                  </a:cubicBezTo>
                  <a:lnTo>
                    <a:pt x="1059" y="39073"/>
                  </a:lnTo>
                  <a:cubicBezTo>
                    <a:pt x="385" y="39458"/>
                    <a:pt x="0" y="40132"/>
                    <a:pt x="0" y="40902"/>
                  </a:cubicBezTo>
                  <a:cubicBezTo>
                    <a:pt x="0" y="41672"/>
                    <a:pt x="578" y="42346"/>
                    <a:pt x="1251" y="42538"/>
                  </a:cubicBezTo>
                  <a:lnTo>
                    <a:pt x="21275" y="49373"/>
                  </a:lnTo>
                  <a:lnTo>
                    <a:pt x="23778" y="50240"/>
                  </a:lnTo>
                  <a:lnTo>
                    <a:pt x="24355" y="51876"/>
                  </a:lnTo>
                  <a:lnTo>
                    <a:pt x="30324" y="69782"/>
                  </a:lnTo>
                  <a:lnTo>
                    <a:pt x="30324" y="69878"/>
                  </a:lnTo>
                  <a:lnTo>
                    <a:pt x="30324" y="69974"/>
                  </a:lnTo>
                  <a:cubicBezTo>
                    <a:pt x="30516" y="70552"/>
                    <a:pt x="31094" y="71033"/>
                    <a:pt x="31768" y="71226"/>
                  </a:cubicBezTo>
                  <a:cubicBezTo>
                    <a:pt x="32442" y="71418"/>
                    <a:pt x="33115" y="71226"/>
                    <a:pt x="33597" y="70744"/>
                  </a:cubicBezTo>
                  <a:lnTo>
                    <a:pt x="33693" y="70648"/>
                  </a:lnTo>
                  <a:lnTo>
                    <a:pt x="34271" y="70070"/>
                  </a:lnTo>
                  <a:lnTo>
                    <a:pt x="46400" y="58133"/>
                  </a:lnTo>
                  <a:lnTo>
                    <a:pt x="64883" y="64487"/>
                  </a:lnTo>
                  <a:cubicBezTo>
                    <a:pt x="65461" y="64679"/>
                    <a:pt x="66038" y="64583"/>
                    <a:pt x="66520" y="64294"/>
                  </a:cubicBezTo>
                  <a:cubicBezTo>
                    <a:pt x="67001" y="64006"/>
                    <a:pt x="67386" y="63524"/>
                    <a:pt x="67482" y="62947"/>
                  </a:cubicBezTo>
                  <a:lnTo>
                    <a:pt x="77109" y="2299"/>
                  </a:lnTo>
                  <a:cubicBezTo>
                    <a:pt x="77205" y="1433"/>
                    <a:pt x="76820" y="759"/>
                    <a:pt x="76242" y="374"/>
                  </a:cubicBezTo>
                  <a:close/>
                </a:path>
              </a:pathLst>
            </a:custGeom>
            <a:solidFill>
              <a:srgbClr val="000000">
                <a:alpha val="50000"/>
              </a:srgbClr>
            </a:solidFill>
            <a:ln w="893" cap="flat">
              <a:noFill/>
              <a:prstDash val="solid"/>
              <a:miter/>
            </a:ln>
          </p:spPr>
          <p:txBody>
            <a:bodyPr rtlCol="0" anchor="ctr"/>
            <a:lstStyle/>
            <a:p>
              <a:endParaRPr lang="en-IN"/>
            </a:p>
          </p:txBody>
        </p:sp>
        <p:sp>
          <p:nvSpPr>
            <p:cNvPr id="2" name="Graphic 17" descr="Building">
              <a:extLst>
                <a:ext uri="{FF2B5EF4-FFF2-40B4-BE49-F238E27FC236}">
                  <a16:creationId xmlns:a16="http://schemas.microsoft.com/office/drawing/2014/main" id="{BCE9CDDE-1450-4108-9221-3E44EF5B339E}"/>
                </a:ext>
              </a:extLst>
            </p:cNvPr>
            <p:cNvSpPr/>
            <p:nvPr/>
          </p:nvSpPr>
          <p:spPr>
            <a:xfrm>
              <a:off x="8403595" y="2696234"/>
              <a:ext cx="212272" cy="318408"/>
            </a:xfrm>
            <a:custGeom>
              <a:avLst/>
              <a:gdLst>
                <a:gd name="connsiteX0" fmla="*/ 170576 w 212272"/>
                <a:gd name="connsiteY0" fmla="*/ 87183 h 318408"/>
                <a:gd name="connsiteX1" fmla="*/ 147832 w 212272"/>
                <a:gd name="connsiteY1" fmla="*/ 87183 h 318408"/>
                <a:gd name="connsiteX2" fmla="*/ 147832 w 212272"/>
                <a:gd name="connsiteY2" fmla="*/ 64440 h 318408"/>
                <a:gd name="connsiteX3" fmla="*/ 170576 w 212272"/>
                <a:gd name="connsiteY3" fmla="*/ 64440 h 318408"/>
                <a:gd name="connsiteX4" fmla="*/ 170576 w 212272"/>
                <a:gd name="connsiteY4" fmla="*/ 87183 h 318408"/>
                <a:gd name="connsiteX5" fmla="*/ 170576 w 212272"/>
                <a:gd name="connsiteY5" fmla="*/ 147832 h 318408"/>
                <a:gd name="connsiteX6" fmla="*/ 147832 w 212272"/>
                <a:gd name="connsiteY6" fmla="*/ 147832 h 318408"/>
                <a:gd name="connsiteX7" fmla="*/ 147832 w 212272"/>
                <a:gd name="connsiteY7" fmla="*/ 125089 h 318408"/>
                <a:gd name="connsiteX8" fmla="*/ 170576 w 212272"/>
                <a:gd name="connsiteY8" fmla="*/ 125089 h 318408"/>
                <a:gd name="connsiteX9" fmla="*/ 170576 w 212272"/>
                <a:gd name="connsiteY9" fmla="*/ 147832 h 318408"/>
                <a:gd name="connsiteX10" fmla="*/ 170576 w 212272"/>
                <a:gd name="connsiteY10" fmla="*/ 208482 h 318408"/>
                <a:gd name="connsiteX11" fmla="*/ 147832 w 212272"/>
                <a:gd name="connsiteY11" fmla="*/ 208482 h 318408"/>
                <a:gd name="connsiteX12" fmla="*/ 147832 w 212272"/>
                <a:gd name="connsiteY12" fmla="*/ 185738 h 318408"/>
                <a:gd name="connsiteX13" fmla="*/ 170576 w 212272"/>
                <a:gd name="connsiteY13" fmla="*/ 185738 h 318408"/>
                <a:gd name="connsiteX14" fmla="*/ 170576 w 212272"/>
                <a:gd name="connsiteY14" fmla="*/ 208482 h 318408"/>
                <a:gd name="connsiteX15" fmla="*/ 170576 w 212272"/>
                <a:gd name="connsiteY15" fmla="*/ 269131 h 318408"/>
                <a:gd name="connsiteX16" fmla="*/ 147832 w 212272"/>
                <a:gd name="connsiteY16" fmla="*/ 269131 h 318408"/>
                <a:gd name="connsiteX17" fmla="*/ 147832 w 212272"/>
                <a:gd name="connsiteY17" fmla="*/ 246387 h 318408"/>
                <a:gd name="connsiteX18" fmla="*/ 170576 w 212272"/>
                <a:gd name="connsiteY18" fmla="*/ 246387 h 318408"/>
                <a:gd name="connsiteX19" fmla="*/ 170576 w 212272"/>
                <a:gd name="connsiteY19" fmla="*/ 269131 h 318408"/>
                <a:gd name="connsiteX20" fmla="*/ 117508 w 212272"/>
                <a:gd name="connsiteY20" fmla="*/ 87183 h 318408"/>
                <a:gd name="connsiteX21" fmla="*/ 94764 w 212272"/>
                <a:gd name="connsiteY21" fmla="*/ 87183 h 318408"/>
                <a:gd name="connsiteX22" fmla="*/ 94764 w 212272"/>
                <a:gd name="connsiteY22" fmla="*/ 64440 h 318408"/>
                <a:gd name="connsiteX23" fmla="*/ 117508 w 212272"/>
                <a:gd name="connsiteY23" fmla="*/ 64440 h 318408"/>
                <a:gd name="connsiteX24" fmla="*/ 117508 w 212272"/>
                <a:gd name="connsiteY24" fmla="*/ 87183 h 318408"/>
                <a:gd name="connsiteX25" fmla="*/ 117508 w 212272"/>
                <a:gd name="connsiteY25" fmla="*/ 147832 h 318408"/>
                <a:gd name="connsiteX26" fmla="*/ 94764 w 212272"/>
                <a:gd name="connsiteY26" fmla="*/ 147832 h 318408"/>
                <a:gd name="connsiteX27" fmla="*/ 94764 w 212272"/>
                <a:gd name="connsiteY27" fmla="*/ 125089 h 318408"/>
                <a:gd name="connsiteX28" fmla="*/ 117508 w 212272"/>
                <a:gd name="connsiteY28" fmla="*/ 125089 h 318408"/>
                <a:gd name="connsiteX29" fmla="*/ 117508 w 212272"/>
                <a:gd name="connsiteY29" fmla="*/ 147832 h 318408"/>
                <a:gd name="connsiteX30" fmla="*/ 117508 w 212272"/>
                <a:gd name="connsiteY30" fmla="*/ 208482 h 318408"/>
                <a:gd name="connsiteX31" fmla="*/ 94764 w 212272"/>
                <a:gd name="connsiteY31" fmla="*/ 208482 h 318408"/>
                <a:gd name="connsiteX32" fmla="*/ 94764 w 212272"/>
                <a:gd name="connsiteY32" fmla="*/ 185738 h 318408"/>
                <a:gd name="connsiteX33" fmla="*/ 117508 w 212272"/>
                <a:gd name="connsiteY33" fmla="*/ 185738 h 318408"/>
                <a:gd name="connsiteX34" fmla="*/ 117508 w 212272"/>
                <a:gd name="connsiteY34" fmla="*/ 208482 h 318408"/>
                <a:gd name="connsiteX35" fmla="*/ 117508 w 212272"/>
                <a:gd name="connsiteY35" fmla="*/ 291874 h 318408"/>
                <a:gd name="connsiteX36" fmla="*/ 94764 w 212272"/>
                <a:gd name="connsiteY36" fmla="*/ 291874 h 318408"/>
                <a:gd name="connsiteX37" fmla="*/ 94764 w 212272"/>
                <a:gd name="connsiteY37" fmla="*/ 246387 h 318408"/>
                <a:gd name="connsiteX38" fmla="*/ 117508 w 212272"/>
                <a:gd name="connsiteY38" fmla="*/ 246387 h 318408"/>
                <a:gd name="connsiteX39" fmla="*/ 117508 w 212272"/>
                <a:gd name="connsiteY39" fmla="*/ 291874 h 318408"/>
                <a:gd name="connsiteX40" fmla="*/ 64440 w 212272"/>
                <a:gd name="connsiteY40" fmla="*/ 87183 h 318408"/>
                <a:gd name="connsiteX41" fmla="*/ 41696 w 212272"/>
                <a:gd name="connsiteY41" fmla="*/ 87183 h 318408"/>
                <a:gd name="connsiteX42" fmla="*/ 41696 w 212272"/>
                <a:gd name="connsiteY42" fmla="*/ 64440 h 318408"/>
                <a:gd name="connsiteX43" fmla="*/ 64440 w 212272"/>
                <a:gd name="connsiteY43" fmla="*/ 64440 h 318408"/>
                <a:gd name="connsiteX44" fmla="*/ 64440 w 212272"/>
                <a:gd name="connsiteY44" fmla="*/ 87183 h 318408"/>
                <a:gd name="connsiteX45" fmla="*/ 64440 w 212272"/>
                <a:gd name="connsiteY45" fmla="*/ 147832 h 318408"/>
                <a:gd name="connsiteX46" fmla="*/ 41696 w 212272"/>
                <a:gd name="connsiteY46" fmla="*/ 147832 h 318408"/>
                <a:gd name="connsiteX47" fmla="*/ 41696 w 212272"/>
                <a:gd name="connsiteY47" fmla="*/ 125089 h 318408"/>
                <a:gd name="connsiteX48" fmla="*/ 64440 w 212272"/>
                <a:gd name="connsiteY48" fmla="*/ 125089 h 318408"/>
                <a:gd name="connsiteX49" fmla="*/ 64440 w 212272"/>
                <a:gd name="connsiteY49" fmla="*/ 147832 h 318408"/>
                <a:gd name="connsiteX50" fmla="*/ 64440 w 212272"/>
                <a:gd name="connsiteY50" fmla="*/ 208482 h 318408"/>
                <a:gd name="connsiteX51" fmla="*/ 41696 w 212272"/>
                <a:gd name="connsiteY51" fmla="*/ 208482 h 318408"/>
                <a:gd name="connsiteX52" fmla="*/ 41696 w 212272"/>
                <a:gd name="connsiteY52" fmla="*/ 185738 h 318408"/>
                <a:gd name="connsiteX53" fmla="*/ 64440 w 212272"/>
                <a:gd name="connsiteY53" fmla="*/ 185738 h 318408"/>
                <a:gd name="connsiteX54" fmla="*/ 64440 w 212272"/>
                <a:gd name="connsiteY54" fmla="*/ 208482 h 318408"/>
                <a:gd name="connsiteX55" fmla="*/ 64440 w 212272"/>
                <a:gd name="connsiteY55" fmla="*/ 269131 h 318408"/>
                <a:gd name="connsiteX56" fmla="*/ 41696 w 212272"/>
                <a:gd name="connsiteY56" fmla="*/ 269131 h 318408"/>
                <a:gd name="connsiteX57" fmla="*/ 41696 w 212272"/>
                <a:gd name="connsiteY57" fmla="*/ 246387 h 318408"/>
                <a:gd name="connsiteX58" fmla="*/ 64440 w 212272"/>
                <a:gd name="connsiteY58" fmla="*/ 246387 h 318408"/>
                <a:gd name="connsiteX59" fmla="*/ 64440 w 212272"/>
                <a:gd name="connsiteY59" fmla="*/ 269131 h 318408"/>
                <a:gd name="connsiteX60" fmla="*/ 197110 w 212272"/>
                <a:gd name="connsiteY60" fmla="*/ 291874 h 318408"/>
                <a:gd name="connsiteX61" fmla="*/ 197110 w 212272"/>
                <a:gd name="connsiteY61" fmla="*/ 37906 h 318408"/>
                <a:gd name="connsiteX62" fmla="*/ 185738 w 212272"/>
                <a:gd name="connsiteY62" fmla="*/ 37906 h 318408"/>
                <a:gd name="connsiteX63" fmla="*/ 185738 w 212272"/>
                <a:gd name="connsiteY63" fmla="*/ 15162 h 318408"/>
                <a:gd name="connsiteX64" fmla="*/ 174366 w 212272"/>
                <a:gd name="connsiteY64" fmla="*/ 15162 h 318408"/>
                <a:gd name="connsiteX65" fmla="*/ 174366 w 212272"/>
                <a:gd name="connsiteY65" fmla="*/ 0 h 318408"/>
                <a:gd name="connsiteX66" fmla="*/ 37906 w 212272"/>
                <a:gd name="connsiteY66" fmla="*/ 0 h 318408"/>
                <a:gd name="connsiteX67" fmla="*/ 37906 w 212272"/>
                <a:gd name="connsiteY67" fmla="*/ 15162 h 318408"/>
                <a:gd name="connsiteX68" fmla="*/ 26534 w 212272"/>
                <a:gd name="connsiteY68" fmla="*/ 15162 h 318408"/>
                <a:gd name="connsiteX69" fmla="*/ 26534 w 212272"/>
                <a:gd name="connsiteY69" fmla="*/ 37906 h 318408"/>
                <a:gd name="connsiteX70" fmla="*/ 15162 w 212272"/>
                <a:gd name="connsiteY70" fmla="*/ 37906 h 318408"/>
                <a:gd name="connsiteX71" fmla="*/ 15162 w 212272"/>
                <a:gd name="connsiteY71" fmla="*/ 291874 h 318408"/>
                <a:gd name="connsiteX72" fmla="*/ 0 w 212272"/>
                <a:gd name="connsiteY72" fmla="*/ 291874 h 318408"/>
                <a:gd name="connsiteX73" fmla="*/ 0 w 212272"/>
                <a:gd name="connsiteY73" fmla="*/ 318408 h 318408"/>
                <a:gd name="connsiteX74" fmla="*/ 212272 w 212272"/>
                <a:gd name="connsiteY74" fmla="*/ 318408 h 318408"/>
                <a:gd name="connsiteX75" fmla="*/ 212272 w 212272"/>
                <a:gd name="connsiteY75" fmla="*/ 291874 h 318408"/>
                <a:gd name="connsiteX76" fmla="*/ 197110 w 212272"/>
                <a:gd name="connsiteY76" fmla="*/ 291874 h 31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12272" h="318408">
                  <a:moveTo>
                    <a:pt x="170576" y="87183"/>
                  </a:moveTo>
                  <a:lnTo>
                    <a:pt x="147832" y="87183"/>
                  </a:lnTo>
                  <a:lnTo>
                    <a:pt x="147832" y="64440"/>
                  </a:lnTo>
                  <a:lnTo>
                    <a:pt x="170576" y="64440"/>
                  </a:lnTo>
                  <a:lnTo>
                    <a:pt x="170576" y="87183"/>
                  </a:lnTo>
                  <a:close/>
                  <a:moveTo>
                    <a:pt x="170576" y="147832"/>
                  </a:moveTo>
                  <a:lnTo>
                    <a:pt x="147832" y="147832"/>
                  </a:lnTo>
                  <a:lnTo>
                    <a:pt x="147832" y="125089"/>
                  </a:lnTo>
                  <a:lnTo>
                    <a:pt x="170576" y="125089"/>
                  </a:lnTo>
                  <a:lnTo>
                    <a:pt x="170576" y="147832"/>
                  </a:lnTo>
                  <a:close/>
                  <a:moveTo>
                    <a:pt x="170576" y="208482"/>
                  </a:moveTo>
                  <a:lnTo>
                    <a:pt x="147832" y="208482"/>
                  </a:lnTo>
                  <a:lnTo>
                    <a:pt x="147832" y="185738"/>
                  </a:lnTo>
                  <a:lnTo>
                    <a:pt x="170576" y="185738"/>
                  </a:lnTo>
                  <a:lnTo>
                    <a:pt x="170576" y="208482"/>
                  </a:lnTo>
                  <a:close/>
                  <a:moveTo>
                    <a:pt x="170576" y="269131"/>
                  </a:moveTo>
                  <a:lnTo>
                    <a:pt x="147832" y="269131"/>
                  </a:lnTo>
                  <a:lnTo>
                    <a:pt x="147832" y="246387"/>
                  </a:lnTo>
                  <a:lnTo>
                    <a:pt x="170576" y="246387"/>
                  </a:lnTo>
                  <a:lnTo>
                    <a:pt x="170576" y="269131"/>
                  </a:lnTo>
                  <a:close/>
                  <a:moveTo>
                    <a:pt x="117508" y="87183"/>
                  </a:moveTo>
                  <a:lnTo>
                    <a:pt x="94764" y="87183"/>
                  </a:lnTo>
                  <a:lnTo>
                    <a:pt x="94764" y="64440"/>
                  </a:lnTo>
                  <a:lnTo>
                    <a:pt x="117508" y="64440"/>
                  </a:lnTo>
                  <a:lnTo>
                    <a:pt x="117508" y="87183"/>
                  </a:lnTo>
                  <a:close/>
                  <a:moveTo>
                    <a:pt x="117508" y="147832"/>
                  </a:moveTo>
                  <a:lnTo>
                    <a:pt x="94764" y="147832"/>
                  </a:lnTo>
                  <a:lnTo>
                    <a:pt x="94764" y="125089"/>
                  </a:lnTo>
                  <a:lnTo>
                    <a:pt x="117508" y="125089"/>
                  </a:lnTo>
                  <a:lnTo>
                    <a:pt x="117508" y="147832"/>
                  </a:lnTo>
                  <a:close/>
                  <a:moveTo>
                    <a:pt x="117508" y="208482"/>
                  </a:moveTo>
                  <a:lnTo>
                    <a:pt x="94764" y="208482"/>
                  </a:lnTo>
                  <a:lnTo>
                    <a:pt x="94764" y="185738"/>
                  </a:lnTo>
                  <a:lnTo>
                    <a:pt x="117508" y="185738"/>
                  </a:lnTo>
                  <a:lnTo>
                    <a:pt x="117508" y="208482"/>
                  </a:lnTo>
                  <a:close/>
                  <a:moveTo>
                    <a:pt x="117508" y="291874"/>
                  </a:moveTo>
                  <a:lnTo>
                    <a:pt x="94764" y="291874"/>
                  </a:lnTo>
                  <a:lnTo>
                    <a:pt x="94764" y="246387"/>
                  </a:lnTo>
                  <a:lnTo>
                    <a:pt x="117508" y="246387"/>
                  </a:lnTo>
                  <a:lnTo>
                    <a:pt x="117508" y="291874"/>
                  </a:lnTo>
                  <a:close/>
                  <a:moveTo>
                    <a:pt x="64440" y="87183"/>
                  </a:moveTo>
                  <a:lnTo>
                    <a:pt x="41696" y="87183"/>
                  </a:lnTo>
                  <a:lnTo>
                    <a:pt x="41696" y="64440"/>
                  </a:lnTo>
                  <a:lnTo>
                    <a:pt x="64440" y="64440"/>
                  </a:lnTo>
                  <a:lnTo>
                    <a:pt x="64440" y="87183"/>
                  </a:lnTo>
                  <a:close/>
                  <a:moveTo>
                    <a:pt x="64440" y="147832"/>
                  </a:moveTo>
                  <a:lnTo>
                    <a:pt x="41696" y="147832"/>
                  </a:lnTo>
                  <a:lnTo>
                    <a:pt x="41696" y="125089"/>
                  </a:lnTo>
                  <a:lnTo>
                    <a:pt x="64440" y="125089"/>
                  </a:lnTo>
                  <a:lnTo>
                    <a:pt x="64440" y="147832"/>
                  </a:lnTo>
                  <a:close/>
                  <a:moveTo>
                    <a:pt x="64440" y="208482"/>
                  </a:moveTo>
                  <a:lnTo>
                    <a:pt x="41696" y="208482"/>
                  </a:lnTo>
                  <a:lnTo>
                    <a:pt x="41696" y="185738"/>
                  </a:lnTo>
                  <a:lnTo>
                    <a:pt x="64440" y="185738"/>
                  </a:lnTo>
                  <a:lnTo>
                    <a:pt x="64440" y="208482"/>
                  </a:lnTo>
                  <a:close/>
                  <a:moveTo>
                    <a:pt x="64440" y="269131"/>
                  </a:moveTo>
                  <a:lnTo>
                    <a:pt x="41696" y="269131"/>
                  </a:lnTo>
                  <a:lnTo>
                    <a:pt x="41696" y="246387"/>
                  </a:lnTo>
                  <a:lnTo>
                    <a:pt x="64440" y="246387"/>
                  </a:lnTo>
                  <a:lnTo>
                    <a:pt x="64440" y="269131"/>
                  </a:lnTo>
                  <a:close/>
                  <a:moveTo>
                    <a:pt x="197110" y="291874"/>
                  </a:moveTo>
                  <a:lnTo>
                    <a:pt x="197110" y="37906"/>
                  </a:lnTo>
                  <a:lnTo>
                    <a:pt x="185738" y="37906"/>
                  </a:lnTo>
                  <a:lnTo>
                    <a:pt x="185738" y="15162"/>
                  </a:lnTo>
                  <a:lnTo>
                    <a:pt x="174366" y="15162"/>
                  </a:lnTo>
                  <a:lnTo>
                    <a:pt x="174366" y="0"/>
                  </a:lnTo>
                  <a:lnTo>
                    <a:pt x="37906" y="0"/>
                  </a:lnTo>
                  <a:lnTo>
                    <a:pt x="37906" y="15162"/>
                  </a:lnTo>
                  <a:lnTo>
                    <a:pt x="26534" y="15162"/>
                  </a:lnTo>
                  <a:lnTo>
                    <a:pt x="26534" y="37906"/>
                  </a:lnTo>
                  <a:lnTo>
                    <a:pt x="15162" y="37906"/>
                  </a:lnTo>
                  <a:lnTo>
                    <a:pt x="15162" y="291874"/>
                  </a:lnTo>
                  <a:lnTo>
                    <a:pt x="0" y="291874"/>
                  </a:lnTo>
                  <a:lnTo>
                    <a:pt x="0" y="318408"/>
                  </a:lnTo>
                  <a:lnTo>
                    <a:pt x="212272" y="318408"/>
                  </a:lnTo>
                  <a:lnTo>
                    <a:pt x="212272" y="291874"/>
                  </a:lnTo>
                  <a:lnTo>
                    <a:pt x="197110" y="291874"/>
                  </a:lnTo>
                  <a:close/>
                </a:path>
              </a:pathLst>
            </a:custGeom>
            <a:solidFill>
              <a:schemeClr val="tx1">
                <a:lumMod val="95000"/>
                <a:lumOff val="5000"/>
                <a:alpha val="50000"/>
              </a:schemeClr>
            </a:solidFill>
            <a:ln w="3770" cap="flat">
              <a:noFill/>
              <a:prstDash val="solid"/>
              <a:miter/>
            </a:ln>
          </p:spPr>
          <p:txBody>
            <a:bodyPr rtlCol="0" anchor="ctr"/>
            <a:lstStyle/>
            <a:p>
              <a:endParaRPr lang="en-IN"/>
            </a:p>
          </p:txBody>
        </p:sp>
        <p:sp>
          <p:nvSpPr>
            <p:cNvPr id="102" name="Graphic 34" descr="Satellite dish">
              <a:extLst>
                <a:ext uri="{FF2B5EF4-FFF2-40B4-BE49-F238E27FC236}">
                  <a16:creationId xmlns:a16="http://schemas.microsoft.com/office/drawing/2014/main" id="{1F7943BC-214C-48AB-B6CD-79735B901B04}"/>
                </a:ext>
              </a:extLst>
            </p:cNvPr>
            <p:cNvSpPr/>
            <p:nvPr/>
          </p:nvSpPr>
          <p:spPr>
            <a:xfrm>
              <a:off x="5991251" y="1239036"/>
              <a:ext cx="177934" cy="222422"/>
            </a:xfrm>
            <a:custGeom>
              <a:avLst/>
              <a:gdLst>
                <a:gd name="connsiteX0" fmla="*/ 152018 w 177934"/>
                <a:gd name="connsiteY0" fmla="*/ 31327 h 222422"/>
                <a:gd name="connsiteX1" fmla="*/ 152018 w 177934"/>
                <a:gd name="connsiteY1" fmla="*/ 128156 h 222422"/>
                <a:gd name="connsiteX2" fmla="*/ 104173 w 177934"/>
                <a:gd name="connsiteY2" fmla="*/ 80311 h 222422"/>
                <a:gd name="connsiteX3" fmla="*/ 152018 w 177934"/>
                <a:gd name="connsiteY3" fmla="*/ 31327 h 222422"/>
                <a:gd name="connsiteX4" fmla="*/ 46645 w 177934"/>
                <a:gd name="connsiteY4" fmla="*/ 22783 h 222422"/>
                <a:gd name="connsiteX5" fmla="*/ 144329 w 177934"/>
                <a:gd name="connsiteY5" fmla="*/ 22783 h 222422"/>
                <a:gd name="connsiteX6" fmla="*/ 96199 w 177934"/>
                <a:gd name="connsiteY6" fmla="*/ 72622 h 222422"/>
                <a:gd name="connsiteX7" fmla="*/ 46645 w 177934"/>
                <a:gd name="connsiteY7" fmla="*/ 22783 h 222422"/>
                <a:gd name="connsiteX8" fmla="*/ 43797 w 177934"/>
                <a:gd name="connsiteY8" fmla="*/ 177140 h 222422"/>
                <a:gd name="connsiteX9" fmla="*/ 33545 w 177934"/>
                <a:gd name="connsiteY9" fmla="*/ 166888 h 222422"/>
                <a:gd name="connsiteX10" fmla="*/ 43797 w 177934"/>
                <a:gd name="connsiteY10" fmla="*/ 144674 h 222422"/>
                <a:gd name="connsiteX11" fmla="*/ 54050 w 177934"/>
                <a:gd name="connsiteY11" fmla="*/ 166888 h 222422"/>
                <a:gd name="connsiteX12" fmla="*/ 43797 w 177934"/>
                <a:gd name="connsiteY12" fmla="*/ 177140 h 222422"/>
                <a:gd name="connsiteX13" fmla="*/ 51772 w 177934"/>
                <a:gd name="connsiteY13" fmla="*/ 185399 h 222422"/>
                <a:gd name="connsiteX14" fmla="*/ 59176 w 177934"/>
                <a:gd name="connsiteY14" fmla="*/ 177995 h 222422"/>
                <a:gd name="connsiteX15" fmla="*/ 72277 w 177934"/>
                <a:gd name="connsiteY15" fmla="*/ 205904 h 222422"/>
                <a:gd name="connsiteX16" fmla="*/ 51772 w 177934"/>
                <a:gd name="connsiteY16" fmla="*/ 185399 h 222422"/>
                <a:gd name="connsiteX17" fmla="*/ 15318 w 177934"/>
                <a:gd name="connsiteY17" fmla="*/ 205620 h 222422"/>
                <a:gd name="connsiteX18" fmla="*/ 28419 w 177934"/>
                <a:gd name="connsiteY18" fmla="*/ 177710 h 222422"/>
                <a:gd name="connsiteX19" fmla="*/ 35823 w 177934"/>
                <a:gd name="connsiteY19" fmla="*/ 185115 h 222422"/>
                <a:gd name="connsiteX20" fmla="*/ 15318 w 177934"/>
                <a:gd name="connsiteY20" fmla="*/ 205620 h 222422"/>
                <a:gd name="connsiteX21" fmla="*/ 43797 w 177934"/>
                <a:gd name="connsiteY21" fmla="*/ 193089 h 222422"/>
                <a:gd name="connsiteX22" fmla="*/ 61455 w 177934"/>
                <a:gd name="connsiteY22" fmla="*/ 210746 h 222422"/>
                <a:gd name="connsiteX23" fmla="*/ 26140 w 177934"/>
                <a:gd name="connsiteY23" fmla="*/ 210746 h 222422"/>
                <a:gd name="connsiteX24" fmla="*/ 43797 w 177934"/>
                <a:gd name="connsiteY24" fmla="*/ 193089 h 222422"/>
                <a:gd name="connsiteX25" fmla="*/ 177934 w 177934"/>
                <a:gd name="connsiteY25" fmla="*/ 154357 h 222422"/>
                <a:gd name="connsiteX26" fmla="*/ 163410 w 177934"/>
                <a:gd name="connsiteY26" fmla="*/ 139548 h 222422"/>
                <a:gd name="connsiteX27" fmla="*/ 163410 w 177934"/>
                <a:gd name="connsiteY27" fmla="*/ 28479 h 222422"/>
                <a:gd name="connsiteX28" fmla="*/ 166258 w 177934"/>
                <a:gd name="connsiteY28" fmla="*/ 25631 h 222422"/>
                <a:gd name="connsiteX29" fmla="*/ 166258 w 177934"/>
                <a:gd name="connsiteY29" fmla="*/ 8544 h 222422"/>
                <a:gd name="connsiteX30" fmla="*/ 149170 w 177934"/>
                <a:gd name="connsiteY30" fmla="*/ 8544 h 222422"/>
                <a:gd name="connsiteX31" fmla="*/ 146322 w 177934"/>
                <a:gd name="connsiteY31" fmla="*/ 11392 h 222422"/>
                <a:gd name="connsiteX32" fmla="*/ 35254 w 177934"/>
                <a:gd name="connsiteY32" fmla="*/ 11392 h 222422"/>
                <a:gd name="connsiteX33" fmla="*/ 23577 w 177934"/>
                <a:gd name="connsiteY33" fmla="*/ 0 h 222422"/>
                <a:gd name="connsiteX34" fmla="*/ 9622 w 177934"/>
                <a:gd name="connsiteY34" fmla="*/ 54395 h 222422"/>
                <a:gd name="connsiteX35" fmla="*/ 38102 w 177934"/>
                <a:gd name="connsiteY35" fmla="*/ 129865 h 222422"/>
                <a:gd name="connsiteX36" fmla="*/ 794 w 177934"/>
                <a:gd name="connsiteY36" fmla="*/ 210176 h 222422"/>
                <a:gd name="connsiteX37" fmla="*/ 1364 w 177934"/>
                <a:gd name="connsiteY37" fmla="*/ 218435 h 222422"/>
                <a:gd name="connsiteX38" fmla="*/ 8483 w 177934"/>
                <a:gd name="connsiteY38" fmla="*/ 222422 h 222422"/>
                <a:gd name="connsiteX39" fmla="*/ 79396 w 177934"/>
                <a:gd name="connsiteY39" fmla="*/ 222422 h 222422"/>
                <a:gd name="connsiteX40" fmla="*/ 86516 w 177934"/>
                <a:gd name="connsiteY40" fmla="*/ 218435 h 222422"/>
                <a:gd name="connsiteX41" fmla="*/ 87086 w 177934"/>
                <a:gd name="connsiteY41" fmla="*/ 210176 h 222422"/>
                <a:gd name="connsiteX42" fmla="*/ 57467 w 177934"/>
                <a:gd name="connsiteY42" fmla="*/ 146953 h 222422"/>
                <a:gd name="connsiteX43" fmla="*/ 123539 w 177934"/>
                <a:gd name="connsiteY43" fmla="*/ 168027 h 222422"/>
                <a:gd name="connsiteX44" fmla="*/ 177934 w 177934"/>
                <a:gd name="connsiteY44" fmla="*/ 154357 h 22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7934" h="222422">
                  <a:moveTo>
                    <a:pt x="152018" y="31327"/>
                  </a:moveTo>
                  <a:lnTo>
                    <a:pt x="152018" y="128156"/>
                  </a:lnTo>
                  <a:lnTo>
                    <a:pt x="104173" y="80311"/>
                  </a:lnTo>
                  <a:lnTo>
                    <a:pt x="152018" y="31327"/>
                  </a:lnTo>
                  <a:close/>
                  <a:moveTo>
                    <a:pt x="46645" y="22783"/>
                  </a:moveTo>
                  <a:lnTo>
                    <a:pt x="144329" y="22783"/>
                  </a:lnTo>
                  <a:lnTo>
                    <a:pt x="96199" y="72622"/>
                  </a:lnTo>
                  <a:lnTo>
                    <a:pt x="46645" y="22783"/>
                  </a:lnTo>
                  <a:close/>
                  <a:moveTo>
                    <a:pt x="43797" y="177140"/>
                  </a:moveTo>
                  <a:lnTo>
                    <a:pt x="33545" y="166888"/>
                  </a:lnTo>
                  <a:lnTo>
                    <a:pt x="43797" y="144674"/>
                  </a:lnTo>
                  <a:lnTo>
                    <a:pt x="54050" y="166888"/>
                  </a:lnTo>
                  <a:lnTo>
                    <a:pt x="43797" y="177140"/>
                  </a:lnTo>
                  <a:close/>
                  <a:moveTo>
                    <a:pt x="51772" y="185399"/>
                  </a:moveTo>
                  <a:lnTo>
                    <a:pt x="59176" y="177995"/>
                  </a:lnTo>
                  <a:lnTo>
                    <a:pt x="72277" y="205904"/>
                  </a:lnTo>
                  <a:lnTo>
                    <a:pt x="51772" y="185399"/>
                  </a:lnTo>
                  <a:close/>
                  <a:moveTo>
                    <a:pt x="15318" y="205620"/>
                  </a:moveTo>
                  <a:lnTo>
                    <a:pt x="28419" y="177710"/>
                  </a:lnTo>
                  <a:lnTo>
                    <a:pt x="35823" y="185115"/>
                  </a:lnTo>
                  <a:lnTo>
                    <a:pt x="15318" y="205620"/>
                  </a:lnTo>
                  <a:close/>
                  <a:moveTo>
                    <a:pt x="43797" y="193089"/>
                  </a:moveTo>
                  <a:lnTo>
                    <a:pt x="61455" y="210746"/>
                  </a:lnTo>
                  <a:lnTo>
                    <a:pt x="26140" y="210746"/>
                  </a:lnTo>
                  <a:lnTo>
                    <a:pt x="43797" y="193089"/>
                  </a:lnTo>
                  <a:close/>
                  <a:moveTo>
                    <a:pt x="177934" y="154357"/>
                  </a:moveTo>
                  <a:lnTo>
                    <a:pt x="163410" y="139548"/>
                  </a:lnTo>
                  <a:lnTo>
                    <a:pt x="163410" y="28479"/>
                  </a:lnTo>
                  <a:lnTo>
                    <a:pt x="166258" y="25631"/>
                  </a:lnTo>
                  <a:cubicBezTo>
                    <a:pt x="171099" y="20790"/>
                    <a:pt x="171099" y="13385"/>
                    <a:pt x="166258" y="8544"/>
                  </a:cubicBezTo>
                  <a:cubicBezTo>
                    <a:pt x="161416" y="3702"/>
                    <a:pt x="154012" y="3702"/>
                    <a:pt x="149170" y="8544"/>
                  </a:cubicBezTo>
                  <a:lnTo>
                    <a:pt x="146322" y="11392"/>
                  </a:lnTo>
                  <a:lnTo>
                    <a:pt x="35254" y="11392"/>
                  </a:lnTo>
                  <a:lnTo>
                    <a:pt x="23577" y="0"/>
                  </a:lnTo>
                  <a:cubicBezTo>
                    <a:pt x="14749" y="15948"/>
                    <a:pt x="9622" y="34745"/>
                    <a:pt x="9622" y="54395"/>
                  </a:cubicBezTo>
                  <a:cubicBezTo>
                    <a:pt x="9622" y="83444"/>
                    <a:pt x="20445" y="109645"/>
                    <a:pt x="38102" y="129865"/>
                  </a:cubicBezTo>
                  <a:lnTo>
                    <a:pt x="794" y="210176"/>
                  </a:lnTo>
                  <a:cubicBezTo>
                    <a:pt x="-345" y="212739"/>
                    <a:pt x="-345" y="215872"/>
                    <a:pt x="1364" y="218435"/>
                  </a:cubicBezTo>
                  <a:cubicBezTo>
                    <a:pt x="3072" y="220998"/>
                    <a:pt x="5635" y="222422"/>
                    <a:pt x="8483" y="222422"/>
                  </a:cubicBezTo>
                  <a:lnTo>
                    <a:pt x="79396" y="222422"/>
                  </a:lnTo>
                  <a:cubicBezTo>
                    <a:pt x="82244" y="222422"/>
                    <a:pt x="85092" y="220998"/>
                    <a:pt x="86516" y="218435"/>
                  </a:cubicBezTo>
                  <a:cubicBezTo>
                    <a:pt x="87940" y="215872"/>
                    <a:pt x="88225" y="213024"/>
                    <a:pt x="87086" y="210176"/>
                  </a:cubicBezTo>
                  <a:lnTo>
                    <a:pt x="57467" y="146953"/>
                  </a:lnTo>
                  <a:cubicBezTo>
                    <a:pt x="76264" y="160053"/>
                    <a:pt x="99047" y="168027"/>
                    <a:pt x="123539" y="168027"/>
                  </a:cubicBezTo>
                  <a:cubicBezTo>
                    <a:pt x="143190" y="168312"/>
                    <a:pt x="161701" y="162901"/>
                    <a:pt x="177934" y="154357"/>
                  </a:cubicBezTo>
                  <a:close/>
                </a:path>
              </a:pathLst>
            </a:custGeom>
            <a:solidFill>
              <a:srgbClr val="282829">
                <a:alpha val="50000"/>
              </a:srgbClr>
            </a:solidFill>
            <a:ln w="2778" cap="flat">
              <a:noFill/>
              <a:prstDash val="solid"/>
              <a:miter/>
            </a:ln>
          </p:spPr>
          <p:txBody>
            <a:bodyPr rtlCol="0" anchor="ctr"/>
            <a:lstStyle/>
            <a:p>
              <a:endParaRPr lang="en-IN"/>
            </a:p>
          </p:txBody>
        </p:sp>
        <p:sp>
          <p:nvSpPr>
            <p:cNvPr id="229" name="Graphic 66" descr="Lock">
              <a:extLst>
                <a:ext uri="{FF2B5EF4-FFF2-40B4-BE49-F238E27FC236}">
                  <a16:creationId xmlns:a16="http://schemas.microsoft.com/office/drawing/2014/main" id="{97FC91C1-5950-4E49-B685-EAB8A56E628A}"/>
                </a:ext>
              </a:extLst>
            </p:cNvPr>
            <p:cNvSpPr/>
            <p:nvPr userDrawn="1"/>
          </p:nvSpPr>
          <p:spPr>
            <a:xfrm>
              <a:off x="4454165" y="4523310"/>
              <a:ext cx="271479" cy="298626"/>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endParaRPr lang="en-IN"/>
            </a:p>
          </p:txBody>
        </p:sp>
        <p:sp>
          <p:nvSpPr>
            <p:cNvPr id="230" name="Graphic 79" descr="Send">
              <a:extLst>
                <a:ext uri="{FF2B5EF4-FFF2-40B4-BE49-F238E27FC236}">
                  <a16:creationId xmlns:a16="http://schemas.microsoft.com/office/drawing/2014/main" id="{44E29A6B-05C1-440E-95C6-52FFD37F807D}"/>
                </a:ext>
              </a:extLst>
            </p:cNvPr>
            <p:cNvSpPr/>
            <p:nvPr userDrawn="1"/>
          </p:nvSpPr>
          <p:spPr>
            <a:xfrm>
              <a:off x="8981684" y="4746280"/>
              <a:ext cx="271479" cy="234914"/>
            </a:xfrm>
            <a:custGeom>
              <a:avLst/>
              <a:gdLst>
                <a:gd name="connsiteX0" fmla="*/ 63920 w 77123"/>
                <a:gd name="connsiteY0" fmla="*/ 59962 h 71299"/>
                <a:gd name="connsiteX1" fmla="*/ 46593 w 77123"/>
                <a:gd name="connsiteY1" fmla="*/ 53994 h 71299"/>
                <a:gd name="connsiteX2" fmla="*/ 46496 w 77123"/>
                <a:gd name="connsiteY2" fmla="*/ 53994 h 71299"/>
                <a:gd name="connsiteX3" fmla="*/ 39565 w 77123"/>
                <a:gd name="connsiteY3" fmla="*/ 51587 h 71299"/>
                <a:gd name="connsiteX4" fmla="*/ 72007 w 77123"/>
                <a:gd name="connsiteY4" fmla="*/ 8749 h 71299"/>
                <a:gd name="connsiteX5" fmla="*/ 63920 w 77123"/>
                <a:gd name="connsiteY5" fmla="*/ 59962 h 71299"/>
                <a:gd name="connsiteX6" fmla="*/ 42261 w 77123"/>
                <a:gd name="connsiteY6" fmla="*/ 56689 h 71299"/>
                <a:gd name="connsiteX7" fmla="*/ 35907 w 77123"/>
                <a:gd name="connsiteY7" fmla="*/ 63043 h 71299"/>
                <a:gd name="connsiteX8" fmla="*/ 37640 w 77123"/>
                <a:gd name="connsiteY8" fmla="*/ 55149 h 71299"/>
                <a:gd name="connsiteX9" fmla="*/ 42261 w 77123"/>
                <a:gd name="connsiteY9" fmla="*/ 56689 h 71299"/>
                <a:gd name="connsiteX10" fmla="*/ 42261 w 77123"/>
                <a:gd name="connsiteY10" fmla="*/ 56689 h 71299"/>
                <a:gd name="connsiteX11" fmla="*/ 34559 w 77123"/>
                <a:gd name="connsiteY11" fmla="*/ 51780 h 71299"/>
                <a:gd name="connsiteX12" fmla="*/ 34174 w 77123"/>
                <a:gd name="connsiteY12" fmla="*/ 52550 h 71299"/>
                <a:gd name="connsiteX13" fmla="*/ 33886 w 77123"/>
                <a:gd name="connsiteY13" fmla="*/ 53801 h 71299"/>
                <a:gd name="connsiteX14" fmla="*/ 31960 w 77123"/>
                <a:gd name="connsiteY14" fmla="*/ 62562 h 71299"/>
                <a:gd name="connsiteX15" fmla="*/ 27339 w 77123"/>
                <a:gd name="connsiteY15" fmla="*/ 49084 h 71299"/>
                <a:gd name="connsiteX16" fmla="*/ 63343 w 77123"/>
                <a:gd name="connsiteY16" fmla="*/ 14429 h 71299"/>
                <a:gd name="connsiteX17" fmla="*/ 35715 w 77123"/>
                <a:gd name="connsiteY17" fmla="*/ 50336 h 71299"/>
                <a:gd name="connsiteX18" fmla="*/ 34559 w 77123"/>
                <a:gd name="connsiteY18" fmla="*/ 51780 h 71299"/>
                <a:gd name="connsiteX19" fmla="*/ 6739 w 77123"/>
                <a:gd name="connsiteY19" fmla="*/ 40421 h 71299"/>
                <a:gd name="connsiteX20" fmla="*/ 63150 w 77123"/>
                <a:gd name="connsiteY20" fmla="*/ 10386 h 71299"/>
                <a:gd name="connsiteX21" fmla="*/ 24548 w 77123"/>
                <a:gd name="connsiteY21" fmla="*/ 46485 h 71299"/>
                <a:gd name="connsiteX22" fmla="*/ 6739 w 77123"/>
                <a:gd name="connsiteY22" fmla="*/ 40421 h 71299"/>
                <a:gd name="connsiteX23" fmla="*/ 76242 w 77123"/>
                <a:gd name="connsiteY23" fmla="*/ 374 h 71299"/>
                <a:gd name="connsiteX24" fmla="*/ 74125 w 77123"/>
                <a:gd name="connsiteY24" fmla="*/ 278 h 71299"/>
                <a:gd name="connsiteX25" fmla="*/ 1059 w 77123"/>
                <a:gd name="connsiteY25" fmla="*/ 39073 h 71299"/>
                <a:gd name="connsiteX26" fmla="*/ 0 w 77123"/>
                <a:gd name="connsiteY26" fmla="*/ 40902 h 71299"/>
                <a:gd name="connsiteX27" fmla="*/ 1251 w 77123"/>
                <a:gd name="connsiteY27" fmla="*/ 42538 h 71299"/>
                <a:gd name="connsiteX28" fmla="*/ 21275 w 77123"/>
                <a:gd name="connsiteY28" fmla="*/ 49373 h 71299"/>
                <a:gd name="connsiteX29" fmla="*/ 23778 w 77123"/>
                <a:gd name="connsiteY29" fmla="*/ 50240 h 71299"/>
                <a:gd name="connsiteX30" fmla="*/ 24355 w 77123"/>
                <a:gd name="connsiteY30" fmla="*/ 51876 h 71299"/>
                <a:gd name="connsiteX31" fmla="*/ 30324 w 77123"/>
                <a:gd name="connsiteY31" fmla="*/ 69782 h 71299"/>
                <a:gd name="connsiteX32" fmla="*/ 30324 w 77123"/>
                <a:gd name="connsiteY32" fmla="*/ 69878 h 71299"/>
                <a:gd name="connsiteX33" fmla="*/ 30324 w 77123"/>
                <a:gd name="connsiteY33" fmla="*/ 69974 h 71299"/>
                <a:gd name="connsiteX34" fmla="*/ 31768 w 77123"/>
                <a:gd name="connsiteY34" fmla="*/ 71226 h 71299"/>
                <a:gd name="connsiteX35" fmla="*/ 33597 w 77123"/>
                <a:gd name="connsiteY35" fmla="*/ 70744 h 71299"/>
                <a:gd name="connsiteX36" fmla="*/ 33693 w 77123"/>
                <a:gd name="connsiteY36" fmla="*/ 70648 h 71299"/>
                <a:gd name="connsiteX37" fmla="*/ 34271 w 77123"/>
                <a:gd name="connsiteY37" fmla="*/ 70070 h 71299"/>
                <a:gd name="connsiteX38" fmla="*/ 46400 w 77123"/>
                <a:gd name="connsiteY38" fmla="*/ 58133 h 71299"/>
                <a:gd name="connsiteX39" fmla="*/ 64883 w 77123"/>
                <a:gd name="connsiteY39" fmla="*/ 64487 h 71299"/>
                <a:gd name="connsiteX40" fmla="*/ 66520 w 77123"/>
                <a:gd name="connsiteY40" fmla="*/ 64294 h 71299"/>
                <a:gd name="connsiteX41" fmla="*/ 67482 w 77123"/>
                <a:gd name="connsiteY41" fmla="*/ 62947 h 71299"/>
                <a:gd name="connsiteX42" fmla="*/ 77109 w 77123"/>
                <a:gd name="connsiteY42" fmla="*/ 2299 h 71299"/>
                <a:gd name="connsiteX43" fmla="*/ 76242 w 77123"/>
                <a:gd name="connsiteY43" fmla="*/ 374 h 7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7123" h="71299">
                  <a:moveTo>
                    <a:pt x="63920" y="59962"/>
                  </a:moveTo>
                  <a:lnTo>
                    <a:pt x="46593" y="53994"/>
                  </a:lnTo>
                  <a:lnTo>
                    <a:pt x="46496" y="53994"/>
                  </a:lnTo>
                  <a:lnTo>
                    <a:pt x="39565" y="51587"/>
                  </a:lnTo>
                  <a:lnTo>
                    <a:pt x="72007" y="8749"/>
                  </a:lnTo>
                  <a:lnTo>
                    <a:pt x="63920" y="59962"/>
                  </a:lnTo>
                  <a:close/>
                  <a:moveTo>
                    <a:pt x="42261" y="56689"/>
                  </a:moveTo>
                  <a:lnTo>
                    <a:pt x="35907" y="63043"/>
                  </a:lnTo>
                  <a:lnTo>
                    <a:pt x="37640" y="55149"/>
                  </a:lnTo>
                  <a:lnTo>
                    <a:pt x="42261" y="56689"/>
                  </a:lnTo>
                  <a:lnTo>
                    <a:pt x="42261" y="56689"/>
                  </a:lnTo>
                  <a:close/>
                  <a:moveTo>
                    <a:pt x="34559" y="51780"/>
                  </a:moveTo>
                  <a:cubicBezTo>
                    <a:pt x="34367" y="51972"/>
                    <a:pt x="34271" y="52261"/>
                    <a:pt x="34174" y="52550"/>
                  </a:cubicBezTo>
                  <a:lnTo>
                    <a:pt x="33886" y="53801"/>
                  </a:lnTo>
                  <a:lnTo>
                    <a:pt x="31960" y="62562"/>
                  </a:lnTo>
                  <a:lnTo>
                    <a:pt x="27339" y="49084"/>
                  </a:lnTo>
                  <a:lnTo>
                    <a:pt x="63343" y="14429"/>
                  </a:lnTo>
                  <a:lnTo>
                    <a:pt x="35715" y="50336"/>
                  </a:lnTo>
                  <a:lnTo>
                    <a:pt x="34559" y="51780"/>
                  </a:lnTo>
                  <a:close/>
                  <a:moveTo>
                    <a:pt x="6739" y="40421"/>
                  </a:moveTo>
                  <a:lnTo>
                    <a:pt x="63150" y="10386"/>
                  </a:lnTo>
                  <a:lnTo>
                    <a:pt x="24548" y="46485"/>
                  </a:lnTo>
                  <a:lnTo>
                    <a:pt x="6739" y="40421"/>
                  </a:lnTo>
                  <a:close/>
                  <a:moveTo>
                    <a:pt x="76242" y="374"/>
                  </a:moveTo>
                  <a:cubicBezTo>
                    <a:pt x="75665" y="-107"/>
                    <a:pt x="74798" y="-107"/>
                    <a:pt x="74125" y="278"/>
                  </a:cubicBezTo>
                  <a:lnTo>
                    <a:pt x="1059" y="39073"/>
                  </a:lnTo>
                  <a:cubicBezTo>
                    <a:pt x="385" y="39458"/>
                    <a:pt x="0" y="40132"/>
                    <a:pt x="0" y="40902"/>
                  </a:cubicBezTo>
                  <a:cubicBezTo>
                    <a:pt x="0" y="41672"/>
                    <a:pt x="578" y="42346"/>
                    <a:pt x="1251" y="42538"/>
                  </a:cubicBezTo>
                  <a:lnTo>
                    <a:pt x="21275" y="49373"/>
                  </a:lnTo>
                  <a:lnTo>
                    <a:pt x="23778" y="50240"/>
                  </a:lnTo>
                  <a:lnTo>
                    <a:pt x="24355" y="51876"/>
                  </a:lnTo>
                  <a:lnTo>
                    <a:pt x="30324" y="69782"/>
                  </a:lnTo>
                  <a:lnTo>
                    <a:pt x="30324" y="69878"/>
                  </a:lnTo>
                  <a:lnTo>
                    <a:pt x="30324" y="69974"/>
                  </a:lnTo>
                  <a:cubicBezTo>
                    <a:pt x="30516" y="70552"/>
                    <a:pt x="31094" y="71033"/>
                    <a:pt x="31768" y="71226"/>
                  </a:cubicBezTo>
                  <a:cubicBezTo>
                    <a:pt x="32442" y="71418"/>
                    <a:pt x="33115" y="71226"/>
                    <a:pt x="33597" y="70744"/>
                  </a:cubicBezTo>
                  <a:lnTo>
                    <a:pt x="33693" y="70648"/>
                  </a:lnTo>
                  <a:lnTo>
                    <a:pt x="34271" y="70070"/>
                  </a:lnTo>
                  <a:lnTo>
                    <a:pt x="46400" y="58133"/>
                  </a:lnTo>
                  <a:lnTo>
                    <a:pt x="64883" y="64487"/>
                  </a:lnTo>
                  <a:cubicBezTo>
                    <a:pt x="65461" y="64679"/>
                    <a:pt x="66038" y="64583"/>
                    <a:pt x="66520" y="64294"/>
                  </a:cubicBezTo>
                  <a:cubicBezTo>
                    <a:pt x="67001" y="64006"/>
                    <a:pt x="67386" y="63524"/>
                    <a:pt x="67482" y="62947"/>
                  </a:cubicBezTo>
                  <a:lnTo>
                    <a:pt x="77109" y="2299"/>
                  </a:lnTo>
                  <a:cubicBezTo>
                    <a:pt x="77205" y="1433"/>
                    <a:pt x="76820" y="759"/>
                    <a:pt x="76242" y="374"/>
                  </a:cubicBezTo>
                  <a:close/>
                </a:path>
              </a:pathLst>
            </a:custGeom>
            <a:solidFill>
              <a:srgbClr val="000000">
                <a:alpha val="50000"/>
              </a:srgbClr>
            </a:solidFill>
            <a:ln w="893" cap="flat">
              <a:noFill/>
              <a:prstDash val="solid"/>
              <a:miter/>
            </a:ln>
          </p:spPr>
          <p:txBody>
            <a:bodyPr rtlCol="0" anchor="ctr"/>
            <a:lstStyle/>
            <a:p>
              <a:endParaRPr lang="en-IN"/>
            </a:p>
          </p:txBody>
        </p:sp>
        <p:sp>
          <p:nvSpPr>
            <p:cNvPr id="231" name="Graphic 57" descr="Heart with pulse">
              <a:extLst>
                <a:ext uri="{FF2B5EF4-FFF2-40B4-BE49-F238E27FC236}">
                  <a16:creationId xmlns:a16="http://schemas.microsoft.com/office/drawing/2014/main" id="{0F407E0E-F996-4CC1-BCB5-C97374923567}"/>
                </a:ext>
              </a:extLst>
            </p:cNvPr>
            <p:cNvSpPr/>
            <p:nvPr userDrawn="1"/>
          </p:nvSpPr>
          <p:spPr>
            <a:xfrm>
              <a:off x="6910501" y="4458142"/>
              <a:ext cx="219522" cy="174925"/>
            </a:xfrm>
            <a:custGeom>
              <a:avLst/>
              <a:gdLst>
                <a:gd name="connsiteX0" fmla="*/ 41327 w 82049"/>
                <a:gd name="connsiteY0" fmla="*/ 77561 h 77827"/>
                <a:gd name="connsiteX1" fmla="*/ 56460 w 82049"/>
                <a:gd name="connsiteY1" fmla="*/ 64143 h 77827"/>
                <a:gd name="connsiteX2" fmla="*/ 74734 w 82049"/>
                <a:gd name="connsiteY2" fmla="*/ 42089 h 77827"/>
                <a:gd name="connsiteX3" fmla="*/ 81002 w 82049"/>
                <a:gd name="connsiteY3" fmla="*/ 14986 h 77827"/>
                <a:gd name="connsiteX4" fmla="*/ 63091 w 82049"/>
                <a:gd name="connsiteY4" fmla="*/ 82 h 77827"/>
                <a:gd name="connsiteX5" fmla="*/ 40988 w 82049"/>
                <a:gd name="connsiteY5" fmla="*/ 16218 h 77827"/>
                <a:gd name="connsiteX6" fmla="*/ 21434 w 82049"/>
                <a:gd name="connsiteY6" fmla="*/ 34 h 77827"/>
                <a:gd name="connsiteX7" fmla="*/ 2013 w 82049"/>
                <a:gd name="connsiteY7" fmla="*/ 12498 h 77827"/>
                <a:gd name="connsiteX8" fmla="*/ 5854 w 82049"/>
                <a:gd name="connsiteY8" fmla="*/ 39770 h 77827"/>
                <a:gd name="connsiteX9" fmla="*/ 23898 w 82049"/>
                <a:gd name="connsiteY9" fmla="*/ 62525 h 77827"/>
                <a:gd name="connsiteX10" fmla="*/ 40988 w 82049"/>
                <a:gd name="connsiteY10" fmla="*/ 77827 h 77827"/>
                <a:gd name="connsiteX11" fmla="*/ 21664 w 82049"/>
                <a:gd name="connsiteY11" fmla="*/ 36497 h 77827"/>
                <a:gd name="connsiteX12" fmla="*/ 25287 w 82049"/>
                <a:gd name="connsiteY12" fmla="*/ 25627 h 77827"/>
                <a:gd name="connsiteX13" fmla="*/ 27437 w 82049"/>
                <a:gd name="connsiteY13" fmla="*/ 19165 h 77827"/>
                <a:gd name="connsiteX14" fmla="*/ 31169 w 82049"/>
                <a:gd name="connsiteY14" fmla="*/ 16206 h 77827"/>
                <a:gd name="connsiteX15" fmla="*/ 32896 w 82049"/>
                <a:gd name="connsiteY15" fmla="*/ 19515 h 77827"/>
                <a:gd name="connsiteX16" fmla="*/ 33899 w 82049"/>
                <a:gd name="connsiteY16" fmla="*/ 24866 h 77827"/>
                <a:gd name="connsiteX17" fmla="*/ 36797 w 82049"/>
                <a:gd name="connsiteY17" fmla="*/ 40325 h 77827"/>
                <a:gd name="connsiteX18" fmla="*/ 38718 w 82049"/>
                <a:gd name="connsiteY18" fmla="*/ 50592 h 77827"/>
                <a:gd name="connsiteX19" fmla="*/ 45723 w 82049"/>
                <a:gd name="connsiteY19" fmla="*/ 32064 h 77827"/>
                <a:gd name="connsiteX20" fmla="*/ 47269 w 82049"/>
                <a:gd name="connsiteY20" fmla="*/ 27982 h 77827"/>
                <a:gd name="connsiteX21" fmla="*/ 49684 w 82049"/>
                <a:gd name="connsiteY21" fmla="*/ 25434 h 77827"/>
                <a:gd name="connsiteX22" fmla="*/ 52595 w 82049"/>
                <a:gd name="connsiteY22" fmla="*/ 28332 h 77827"/>
                <a:gd name="connsiteX23" fmla="*/ 54081 w 82049"/>
                <a:gd name="connsiteY23" fmla="*/ 33429 h 77827"/>
                <a:gd name="connsiteX24" fmla="*/ 57028 w 82049"/>
                <a:gd name="connsiteY24" fmla="*/ 43562 h 77827"/>
                <a:gd name="connsiteX25" fmla="*/ 59939 w 82049"/>
                <a:gd name="connsiteY25" fmla="*/ 40362 h 77827"/>
                <a:gd name="connsiteX26" fmla="*/ 63067 w 82049"/>
                <a:gd name="connsiteY26" fmla="*/ 37004 h 77827"/>
                <a:gd name="connsiteX27" fmla="*/ 67898 w 82049"/>
                <a:gd name="connsiteY27" fmla="*/ 36545 h 77827"/>
                <a:gd name="connsiteX28" fmla="*/ 72391 w 82049"/>
                <a:gd name="connsiteY28" fmla="*/ 36545 h 77827"/>
                <a:gd name="connsiteX29" fmla="*/ 69432 w 82049"/>
                <a:gd name="connsiteY29" fmla="*/ 41376 h 77827"/>
                <a:gd name="connsiteX30" fmla="*/ 65506 w 82049"/>
                <a:gd name="connsiteY30" fmla="*/ 41376 h 77827"/>
                <a:gd name="connsiteX31" fmla="*/ 57740 w 82049"/>
                <a:gd name="connsiteY31" fmla="*/ 49927 h 77827"/>
                <a:gd name="connsiteX32" fmla="*/ 54338 w 82049"/>
                <a:gd name="connsiteY32" fmla="*/ 50230 h 77827"/>
                <a:gd name="connsiteX33" fmla="*/ 53827 w 82049"/>
                <a:gd name="connsiteY33" fmla="*/ 49637 h 77827"/>
                <a:gd name="connsiteX34" fmla="*/ 53260 w 82049"/>
                <a:gd name="connsiteY34" fmla="*/ 47995 h 77827"/>
                <a:gd name="connsiteX35" fmla="*/ 51243 w 82049"/>
                <a:gd name="connsiteY35" fmla="*/ 41098 h 77827"/>
                <a:gd name="connsiteX36" fmla="*/ 49600 w 82049"/>
                <a:gd name="connsiteY36" fmla="*/ 35446 h 77827"/>
                <a:gd name="connsiteX37" fmla="*/ 40385 w 82049"/>
                <a:gd name="connsiteY37" fmla="*/ 59807 h 77827"/>
                <a:gd name="connsiteX38" fmla="*/ 39285 w 82049"/>
                <a:gd name="connsiteY38" fmla="*/ 61474 h 77827"/>
                <a:gd name="connsiteX39" fmla="*/ 35927 w 82049"/>
                <a:gd name="connsiteY39" fmla="*/ 60850 h 77827"/>
                <a:gd name="connsiteX40" fmla="*/ 35541 w 82049"/>
                <a:gd name="connsiteY40" fmla="*/ 59916 h 77827"/>
                <a:gd name="connsiteX41" fmla="*/ 34901 w 82049"/>
                <a:gd name="connsiteY41" fmla="*/ 56534 h 77827"/>
                <a:gd name="connsiteX42" fmla="*/ 31846 w 82049"/>
                <a:gd name="connsiteY42" fmla="*/ 40229 h 77827"/>
                <a:gd name="connsiteX43" fmla="*/ 29563 w 82049"/>
                <a:gd name="connsiteY43" fmla="*/ 28042 h 77827"/>
                <a:gd name="connsiteX44" fmla="*/ 26157 w 82049"/>
                <a:gd name="connsiteY44" fmla="*/ 38272 h 77827"/>
                <a:gd name="connsiteX45" fmla="*/ 23270 w 82049"/>
                <a:gd name="connsiteY45" fmla="*/ 41376 h 77827"/>
                <a:gd name="connsiteX46" fmla="*/ 17944 w 82049"/>
                <a:gd name="connsiteY46" fmla="*/ 41376 h 77827"/>
                <a:gd name="connsiteX47" fmla="*/ 12509 w 82049"/>
                <a:gd name="connsiteY47" fmla="*/ 41376 h 77827"/>
                <a:gd name="connsiteX48" fmla="*/ 9550 w 82049"/>
                <a:gd name="connsiteY48" fmla="*/ 36545 h 7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2049" h="77827">
                  <a:moveTo>
                    <a:pt x="41327" y="77561"/>
                  </a:moveTo>
                  <a:cubicBezTo>
                    <a:pt x="46623" y="73380"/>
                    <a:pt x="51675" y="68900"/>
                    <a:pt x="56460" y="64143"/>
                  </a:cubicBezTo>
                  <a:cubicBezTo>
                    <a:pt x="63396" y="57535"/>
                    <a:pt x="69530" y="50132"/>
                    <a:pt x="74734" y="42089"/>
                  </a:cubicBezTo>
                  <a:cubicBezTo>
                    <a:pt x="79565" y="34311"/>
                    <a:pt x="84179" y="24214"/>
                    <a:pt x="81002" y="14986"/>
                  </a:cubicBezTo>
                  <a:cubicBezTo>
                    <a:pt x="78430" y="7353"/>
                    <a:pt x="71292" y="867"/>
                    <a:pt x="63091" y="82"/>
                  </a:cubicBezTo>
                  <a:cubicBezTo>
                    <a:pt x="52728" y="-944"/>
                    <a:pt x="45228" y="7824"/>
                    <a:pt x="40988" y="16218"/>
                  </a:cubicBezTo>
                  <a:cubicBezTo>
                    <a:pt x="37111" y="8537"/>
                    <a:pt x="30698" y="614"/>
                    <a:pt x="21434" y="34"/>
                  </a:cubicBezTo>
                  <a:cubicBezTo>
                    <a:pt x="13209" y="-473"/>
                    <a:pt x="5552" y="5312"/>
                    <a:pt x="2013" y="12498"/>
                  </a:cubicBezTo>
                  <a:cubicBezTo>
                    <a:pt x="-2419" y="21520"/>
                    <a:pt x="1192" y="31666"/>
                    <a:pt x="5854" y="39770"/>
                  </a:cubicBezTo>
                  <a:cubicBezTo>
                    <a:pt x="10685" y="48224"/>
                    <a:pt x="17111" y="55652"/>
                    <a:pt x="23898" y="62525"/>
                  </a:cubicBezTo>
                  <a:cubicBezTo>
                    <a:pt x="29249" y="67999"/>
                    <a:pt x="34958" y="73111"/>
                    <a:pt x="40988" y="77827"/>
                  </a:cubicBezTo>
                  <a:close/>
                  <a:moveTo>
                    <a:pt x="21664" y="36497"/>
                  </a:moveTo>
                  <a:lnTo>
                    <a:pt x="25287" y="25627"/>
                  </a:lnTo>
                  <a:lnTo>
                    <a:pt x="27437" y="19165"/>
                  </a:lnTo>
                  <a:cubicBezTo>
                    <a:pt x="27993" y="17486"/>
                    <a:pt x="28850" y="15240"/>
                    <a:pt x="31169" y="16206"/>
                  </a:cubicBezTo>
                  <a:cubicBezTo>
                    <a:pt x="32570" y="16798"/>
                    <a:pt x="32655" y="18247"/>
                    <a:pt x="32896" y="19515"/>
                  </a:cubicBezTo>
                  <a:lnTo>
                    <a:pt x="33899" y="24866"/>
                  </a:lnTo>
                  <a:lnTo>
                    <a:pt x="36797" y="40325"/>
                  </a:lnTo>
                  <a:lnTo>
                    <a:pt x="38718" y="50592"/>
                  </a:lnTo>
                  <a:lnTo>
                    <a:pt x="45723" y="32064"/>
                  </a:lnTo>
                  <a:lnTo>
                    <a:pt x="47269" y="27982"/>
                  </a:lnTo>
                  <a:cubicBezTo>
                    <a:pt x="47716" y="26774"/>
                    <a:pt x="48175" y="25566"/>
                    <a:pt x="49684" y="25434"/>
                  </a:cubicBezTo>
                  <a:cubicBezTo>
                    <a:pt x="51605" y="25240"/>
                    <a:pt x="52172" y="26883"/>
                    <a:pt x="52595" y="28332"/>
                  </a:cubicBezTo>
                  <a:lnTo>
                    <a:pt x="54081" y="33429"/>
                  </a:lnTo>
                  <a:lnTo>
                    <a:pt x="57028" y="43562"/>
                  </a:lnTo>
                  <a:lnTo>
                    <a:pt x="59939" y="40362"/>
                  </a:lnTo>
                  <a:cubicBezTo>
                    <a:pt x="60870" y="39143"/>
                    <a:pt x="61917" y="38019"/>
                    <a:pt x="63067" y="37004"/>
                  </a:cubicBezTo>
                  <a:cubicBezTo>
                    <a:pt x="64274" y="36159"/>
                    <a:pt x="66509" y="36545"/>
                    <a:pt x="67898" y="36545"/>
                  </a:cubicBezTo>
                  <a:lnTo>
                    <a:pt x="72391" y="36545"/>
                  </a:lnTo>
                  <a:cubicBezTo>
                    <a:pt x="71497" y="38151"/>
                    <a:pt x="70507" y="39770"/>
                    <a:pt x="69432" y="41376"/>
                  </a:cubicBezTo>
                  <a:lnTo>
                    <a:pt x="65506" y="41376"/>
                  </a:lnTo>
                  <a:cubicBezTo>
                    <a:pt x="62934" y="44215"/>
                    <a:pt x="60470" y="47234"/>
                    <a:pt x="57740" y="49927"/>
                  </a:cubicBezTo>
                  <a:cubicBezTo>
                    <a:pt x="56884" y="50950"/>
                    <a:pt x="55361" y="51086"/>
                    <a:pt x="54338" y="50230"/>
                  </a:cubicBezTo>
                  <a:cubicBezTo>
                    <a:pt x="54136" y="50061"/>
                    <a:pt x="53964" y="49861"/>
                    <a:pt x="53827" y="49637"/>
                  </a:cubicBezTo>
                  <a:cubicBezTo>
                    <a:pt x="53565" y="49118"/>
                    <a:pt x="53374" y="48566"/>
                    <a:pt x="53260" y="47995"/>
                  </a:cubicBezTo>
                  <a:lnTo>
                    <a:pt x="51243" y="41098"/>
                  </a:lnTo>
                  <a:lnTo>
                    <a:pt x="49600" y="35446"/>
                  </a:lnTo>
                  <a:cubicBezTo>
                    <a:pt x="46520" y="43574"/>
                    <a:pt x="43561" y="51715"/>
                    <a:pt x="40385" y="59807"/>
                  </a:cubicBezTo>
                  <a:cubicBezTo>
                    <a:pt x="40207" y="60466"/>
                    <a:pt x="39821" y="61051"/>
                    <a:pt x="39285" y="61474"/>
                  </a:cubicBezTo>
                  <a:cubicBezTo>
                    <a:pt x="38186" y="62229"/>
                    <a:pt x="36682" y="61950"/>
                    <a:pt x="35927" y="60850"/>
                  </a:cubicBezTo>
                  <a:cubicBezTo>
                    <a:pt x="35734" y="60569"/>
                    <a:pt x="35602" y="60251"/>
                    <a:pt x="35541" y="59916"/>
                  </a:cubicBezTo>
                  <a:cubicBezTo>
                    <a:pt x="35264" y="58805"/>
                    <a:pt x="35119" y="57645"/>
                    <a:pt x="34901" y="56534"/>
                  </a:cubicBezTo>
                  <a:lnTo>
                    <a:pt x="31846" y="40229"/>
                  </a:lnTo>
                  <a:lnTo>
                    <a:pt x="29563" y="28042"/>
                  </a:lnTo>
                  <a:lnTo>
                    <a:pt x="26157" y="38272"/>
                  </a:lnTo>
                  <a:cubicBezTo>
                    <a:pt x="25638" y="39794"/>
                    <a:pt x="25227" y="41280"/>
                    <a:pt x="23270" y="41376"/>
                  </a:cubicBezTo>
                  <a:cubicBezTo>
                    <a:pt x="21495" y="41461"/>
                    <a:pt x="19707" y="41376"/>
                    <a:pt x="17944" y="41376"/>
                  </a:cubicBezTo>
                  <a:lnTo>
                    <a:pt x="12509" y="41376"/>
                  </a:lnTo>
                  <a:cubicBezTo>
                    <a:pt x="11446" y="39770"/>
                    <a:pt x="10444" y="38151"/>
                    <a:pt x="9550" y="36545"/>
                  </a:cubicBezTo>
                  <a:close/>
                </a:path>
              </a:pathLst>
            </a:custGeom>
            <a:solidFill>
              <a:srgbClr val="000000">
                <a:alpha val="50000"/>
              </a:srgbClr>
            </a:solidFill>
            <a:ln w="1191" cap="flat">
              <a:noFill/>
              <a:prstDash val="solid"/>
              <a:miter/>
            </a:ln>
          </p:spPr>
          <p:txBody>
            <a:bodyPr rtlCol="0" anchor="ctr"/>
            <a:lstStyle/>
            <a:p>
              <a:endParaRPr lang="en-IN"/>
            </a:p>
          </p:txBody>
        </p:sp>
        <p:sp>
          <p:nvSpPr>
            <p:cNvPr id="232" name="Freeform: Shape 231">
              <a:extLst>
                <a:ext uri="{FF2B5EF4-FFF2-40B4-BE49-F238E27FC236}">
                  <a16:creationId xmlns:a16="http://schemas.microsoft.com/office/drawing/2014/main" id="{04FFB55E-36C4-4F14-8CF8-891BB14698CF}"/>
                </a:ext>
              </a:extLst>
            </p:cNvPr>
            <p:cNvSpPr/>
            <p:nvPr userDrawn="1"/>
          </p:nvSpPr>
          <p:spPr>
            <a:xfrm>
              <a:off x="5279136" y="3864865"/>
              <a:ext cx="139252" cy="162354"/>
            </a:xfrm>
            <a:custGeom>
              <a:avLst/>
              <a:gdLst>
                <a:gd name="connsiteX0" fmla="*/ 22958 w 73864"/>
                <a:gd name="connsiteY0" fmla="*/ 22958 h 67875"/>
                <a:gd name="connsiteX1" fmla="*/ 11978 w 73864"/>
                <a:gd name="connsiteY1" fmla="*/ 22958 h 67875"/>
                <a:gd name="connsiteX2" fmla="*/ 11978 w 73864"/>
                <a:gd name="connsiteY2" fmla="*/ 15971 h 67875"/>
                <a:gd name="connsiteX3" fmla="*/ 22958 w 73864"/>
                <a:gd name="connsiteY3" fmla="*/ 15971 h 67875"/>
                <a:gd name="connsiteX4" fmla="*/ 22958 w 73864"/>
                <a:gd name="connsiteY4" fmla="*/ 22958 h 67875"/>
                <a:gd name="connsiteX5" fmla="*/ 37930 w 73864"/>
                <a:gd name="connsiteY5" fmla="*/ 15971 h 67875"/>
                <a:gd name="connsiteX6" fmla="*/ 37930 w 73864"/>
                <a:gd name="connsiteY6" fmla="*/ 22958 h 67875"/>
                <a:gd name="connsiteX7" fmla="*/ 26951 w 73864"/>
                <a:gd name="connsiteY7" fmla="*/ 22958 h 67875"/>
                <a:gd name="connsiteX8" fmla="*/ 26951 w 73864"/>
                <a:gd name="connsiteY8" fmla="*/ 15971 h 67875"/>
                <a:gd name="connsiteX9" fmla="*/ 37930 w 73864"/>
                <a:gd name="connsiteY9" fmla="*/ 15971 h 67875"/>
                <a:gd name="connsiteX10" fmla="*/ 52903 w 73864"/>
                <a:gd name="connsiteY10" fmla="*/ 15971 h 67875"/>
                <a:gd name="connsiteX11" fmla="*/ 52903 w 73864"/>
                <a:gd name="connsiteY11" fmla="*/ 22958 h 67875"/>
                <a:gd name="connsiteX12" fmla="*/ 41923 w 73864"/>
                <a:gd name="connsiteY12" fmla="*/ 22958 h 67875"/>
                <a:gd name="connsiteX13" fmla="*/ 41923 w 73864"/>
                <a:gd name="connsiteY13" fmla="*/ 15971 h 67875"/>
                <a:gd name="connsiteX14" fmla="*/ 52903 w 73864"/>
                <a:gd name="connsiteY14" fmla="*/ 15971 h 67875"/>
                <a:gd name="connsiteX15" fmla="*/ 67875 w 73864"/>
                <a:gd name="connsiteY15" fmla="*/ 15971 h 67875"/>
                <a:gd name="connsiteX16" fmla="*/ 67875 w 73864"/>
                <a:gd name="connsiteY16" fmla="*/ 22958 h 67875"/>
                <a:gd name="connsiteX17" fmla="*/ 56896 w 73864"/>
                <a:gd name="connsiteY17" fmla="*/ 22958 h 67875"/>
                <a:gd name="connsiteX18" fmla="*/ 56896 w 73864"/>
                <a:gd name="connsiteY18" fmla="*/ 15971 h 67875"/>
                <a:gd name="connsiteX19" fmla="*/ 67875 w 73864"/>
                <a:gd name="connsiteY19" fmla="*/ 15971 h 67875"/>
                <a:gd name="connsiteX20" fmla="*/ 67875 w 73864"/>
                <a:gd name="connsiteY20" fmla="*/ 33938 h 67875"/>
                <a:gd name="connsiteX21" fmla="*/ 56896 w 73864"/>
                <a:gd name="connsiteY21" fmla="*/ 33938 h 67875"/>
                <a:gd name="connsiteX22" fmla="*/ 56896 w 73864"/>
                <a:gd name="connsiteY22" fmla="*/ 26951 h 67875"/>
                <a:gd name="connsiteX23" fmla="*/ 67875 w 73864"/>
                <a:gd name="connsiteY23" fmla="*/ 26951 h 67875"/>
                <a:gd name="connsiteX24" fmla="*/ 67875 w 73864"/>
                <a:gd name="connsiteY24" fmla="*/ 33938 h 67875"/>
                <a:gd name="connsiteX25" fmla="*/ 67875 w 73864"/>
                <a:gd name="connsiteY25" fmla="*/ 42422 h 67875"/>
                <a:gd name="connsiteX26" fmla="*/ 56896 w 73864"/>
                <a:gd name="connsiteY26" fmla="*/ 43420 h 67875"/>
                <a:gd name="connsiteX27" fmla="*/ 56896 w 73864"/>
                <a:gd name="connsiteY27" fmla="*/ 37930 h 67875"/>
                <a:gd name="connsiteX28" fmla="*/ 67875 w 73864"/>
                <a:gd name="connsiteY28" fmla="*/ 37930 h 67875"/>
                <a:gd name="connsiteX29" fmla="*/ 67875 w 73864"/>
                <a:gd name="connsiteY29" fmla="*/ 42422 h 67875"/>
                <a:gd name="connsiteX30" fmla="*/ 22958 w 73864"/>
                <a:gd name="connsiteY30" fmla="*/ 37930 h 67875"/>
                <a:gd name="connsiteX31" fmla="*/ 22958 w 73864"/>
                <a:gd name="connsiteY31" fmla="*/ 46415 h 67875"/>
                <a:gd name="connsiteX32" fmla="*/ 11978 w 73864"/>
                <a:gd name="connsiteY32" fmla="*/ 47413 h 67875"/>
                <a:gd name="connsiteX33" fmla="*/ 11978 w 73864"/>
                <a:gd name="connsiteY33" fmla="*/ 37930 h 67875"/>
                <a:gd name="connsiteX34" fmla="*/ 22958 w 73864"/>
                <a:gd name="connsiteY34" fmla="*/ 37930 h 67875"/>
                <a:gd name="connsiteX35" fmla="*/ 22958 w 73864"/>
                <a:gd name="connsiteY35" fmla="*/ 33938 h 67875"/>
                <a:gd name="connsiteX36" fmla="*/ 11978 w 73864"/>
                <a:gd name="connsiteY36" fmla="*/ 33938 h 67875"/>
                <a:gd name="connsiteX37" fmla="*/ 11978 w 73864"/>
                <a:gd name="connsiteY37" fmla="*/ 26951 h 67875"/>
                <a:gd name="connsiteX38" fmla="*/ 22958 w 73864"/>
                <a:gd name="connsiteY38" fmla="*/ 26951 h 67875"/>
                <a:gd name="connsiteX39" fmla="*/ 22958 w 73864"/>
                <a:gd name="connsiteY39" fmla="*/ 33938 h 67875"/>
                <a:gd name="connsiteX40" fmla="*/ 37930 w 73864"/>
                <a:gd name="connsiteY40" fmla="*/ 33938 h 67875"/>
                <a:gd name="connsiteX41" fmla="*/ 26951 w 73864"/>
                <a:gd name="connsiteY41" fmla="*/ 33938 h 67875"/>
                <a:gd name="connsiteX42" fmla="*/ 26951 w 73864"/>
                <a:gd name="connsiteY42" fmla="*/ 26951 h 67875"/>
                <a:gd name="connsiteX43" fmla="*/ 37930 w 73864"/>
                <a:gd name="connsiteY43" fmla="*/ 26951 h 67875"/>
                <a:gd name="connsiteX44" fmla="*/ 37930 w 73864"/>
                <a:gd name="connsiteY44" fmla="*/ 33938 h 67875"/>
                <a:gd name="connsiteX45" fmla="*/ 41923 w 73864"/>
                <a:gd name="connsiteY45" fmla="*/ 33938 h 67875"/>
                <a:gd name="connsiteX46" fmla="*/ 41923 w 73864"/>
                <a:gd name="connsiteY46" fmla="*/ 26951 h 67875"/>
                <a:gd name="connsiteX47" fmla="*/ 52903 w 73864"/>
                <a:gd name="connsiteY47" fmla="*/ 26951 h 67875"/>
                <a:gd name="connsiteX48" fmla="*/ 52903 w 73864"/>
                <a:gd name="connsiteY48" fmla="*/ 33938 h 67875"/>
                <a:gd name="connsiteX49" fmla="*/ 41923 w 73864"/>
                <a:gd name="connsiteY49" fmla="*/ 33938 h 67875"/>
                <a:gd name="connsiteX50" fmla="*/ 37930 w 73864"/>
                <a:gd name="connsiteY50" fmla="*/ 45117 h 67875"/>
                <a:gd name="connsiteX51" fmla="*/ 26951 w 73864"/>
                <a:gd name="connsiteY51" fmla="*/ 46115 h 67875"/>
                <a:gd name="connsiteX52" fmla="*/ 26951 w 73864"/>
                <a:gd name="connsiteY52" fmla="*/ 37930 h 67875"/>
                <a:gd name="connsiteX53" fmla="*/ 37930 w 73864"/>
                <a:gd name="connsiteY53" fmla="*/ 37930 h 67875"/>
                <a:gd name="connsiteX54" fmla="*/ 37930 w 73864"/>
                <a:gd name="connsiteY54" fmla="*/ 45117 h 67875"/>
                <a:gd name="connsiteX55" fmla="*/ 41923 w 73864"/>
                <a:gd name="connsiteY55" fmla="*/ 37930 h 67875"/>
                <a:gd name="connsiteX56" fmla="*/ 52903 w 73864"/>
                <a:gd name="connsiteY56" fmla="*/ 37930 h 67875"/>
                <a:gd name="connsiteX57" fmla="*/ 52903 w 73864"/>
                <a:gd name="connsiteY57" fmla="*/ 43720 h 67875"/>
                <a:gd name="connsiteX58" fmla="*/ 41923 w 73864"/>
                <a:gd name="connsiteY58" fmla="*/ 44718 h 67875"/>
                <a:gd name="connsiteX59" fmla="*/ 41923 w 73864"/>
                <a:gd name="connsiteY59" fmla="*/ 37930 h 67875"/>
                <a:gd name="connsiteX60" fmla="*/ 73864 w 73864"/>
                <a:gd name="connsiteY60" fmla="*/ 47912 h 67875"/>
                <a:gd name="connsiteX61" fmla="*/ 73864 w 73864"/>
                <a:gd name="connsiteY61" fmla="*/ 9982 h 67875"/>
                <a:gd name="connsiteX62" fmla="*/ 11978 w 73864"/>
                <a:gd name="connsiteY62" fmla="*/ 9982 h 67875"/>
                <a:gd name="connsiteX63" fmla="*/ 11978 w 73864"/>
                <a:gd name="connsiteY63" fmla="*/ 8984 h 67875"/>
                <a:gd name="connsiteX64" fmla="*/ 2995 w 73864"/>
                <a:gd name="connsiteY64" fmla="*/ 0 h 67875"/>
                <a:gd name="connsiteX65" fmla="*/ 0 w 73864"/>
                <a:gd name="connsiteY65" fmla="*/ 2995 h 67875"/>
                <a:gd name="connsiteX66" fmla="*/ 2995 w 73864"/>
                <a:gd name="connsiteY66" fmla="*/ 5989 h 67875"/>
                <a:gd name="connsiteX67" fmla="*/ 5989 w 73864"/>
                <a:gd name="connsiteY67" fmla="*/ 8984 h 67875"/>
                <a:gd name="connsiteX68" fmla="*/ 5989 w 73864"/>
                <a:gd name="connsiteY68" fmla="*/ 58892 h 67875"/>
                <a:gd name="connsiteX69" fmla="*/ 14973 w 73864"/>
                <a:gd name="connsiteY69" fmla="*/ 67875 h 67875"/>
                <a:gd name="connsiteX70" fmla="*/ 17967 w 73864"/>
                <a:gd name="connsiteY70" fmla="*/ 67875 h 67875"/>
                <a:gd name="connsiteX71" fmla="*/ 61886 w 73864"/>
                <a:gd name="connsiteY71" fmla="*/ 67875 h 67875"/>
                <a:gd name="connsiteX72" fmla="*/ 70870 w 73864"/>
                <a:gd name="connsiteY72" fmla="*/ 67875 h 67875"/>
                <a:gd name="connsiteX73" fmla="*/ 73864 w 73864"/>
                <a:gd name="connsiteY73" fmla="*/ 64881 h 67875"/>
                <a:gd name="connsiteX74" fmla="*/ 70870 w 73864"/>
                <a:gd name="connsiteY74" fmla="*/ 61886 h 67875"/>
                <a:gd name="connsiteX75" fmla="*/ 14973 w 73864"/>
                <a:gd name="connsiteY75" fmla="*/ 61886 h 67875"/>
                <a:gd name="connsiteX76" fmla="*/ 11978 w 73864"/>
                <a:gd name="connsiteY76" fmla="*/ 58892 h 67875"/>
                <a:gd name="connsiteX77" fmla="*/ 11978 w 73864"/>
                <a:gd name="connsiteY77" fmla="*/ 53402 h 67875"/>
                <a:gd name="connsiteX78" fmla="*/ 73864 w 73864"/>
                <a:gd name="connsiteY78" fmla="*/ 47912 h 6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3864" h="67875">
                  <a:moveTo>
                    <a:pt x="22958" y="22958"/>
                  </a:moveTo>
                  <a:lnTo>
                    <a:pt x="11978" y="22958"/>
                  </a:lnTo>
                  <a:lnTo>
                    <a:pt x="11978" y="15971"/>
                  </a:lnTo>
                  <a:lnTo>
                    <a:pt x="22958" y="15971"/>
                  </a:lnTo>
                  <a:lnTo>
                    <a:pt x="22958" y="22958"/>
                  </a:lnTo>
                  <a:close/>
                  <a:moveTo>
                    <a:pt x="37930" y="15971"/>
                  </a:moveTo>
                  <a:lnTo>
                    <a:pt x="37930" y="22958"/>
                  </a:lnTo>
                  <a:lnTo>
                    <a:pt x="26951" y="22958"/>
                  </a:lnTo>
                  <a:lnTo>
                    <a:pt x="26951" y="15971"/>
                  </a:lnTo>
                  <a:lnTo>
                    <a:pt x="37930" y="15971"/>
                  </a:lnTo>
                  <a:close/>
                  <a:moveTo>
                    <a:pt x="52903" y="15971"/>
                  </a:moveTo>
                  <a:lnTo>
                    <a:pt x="52903" y="22958"/>
                  </a:lnTo>
                  <a:lnTo>
                    <a:pt x="41923" y="22958"/>
                  </a:lnTo>
                  <a:lnTo>
                    <a:pt x="41923" y="15971"/>
                  </a:lnTo>
                  <a:lnTo>
                    <a:pt x="52903" y="15971"/>
                  </a:lnTo>
                  <a:close/>
                  <a:moveTo>
                    <a:pt x="67875" y="15971"/>
                  </a:moveTo>
                  <a:lnTo>
                    <a:pt x="67875" y="22958"/>
                  </a:lnTo>
                  <a:lnTo>
                    <a:pt x="56896" y="22958"/>
                  </a:lnTo>
                  <a:lnTo>
                    <a:pt x="56896" y="15971"/>
                  </a:lnTo>
                  <a:lnTo>
                    <a:pt x="67875" y="15971"/>
                  </a:lnTo>
                  <a:close/>
                  <a:moveTo>
                    <a:pt x="67875" y="33938"/>
                  </a:moveTo>
                  <a:lnTo>
                    <a:pt x="56896" y="33938"/>
                  </a:lnTo>
                  <a:lnTo>
                    <a:pt x="56896" y="26951"/>
                  </a:lnTo>
                  <a:lnTo>
                    <a:pt x="67875" y="26951"/>
                  </a:lnTo>
                  <a:lnTo>
                    <a:pt x="67875" y="33938"/>
                  </a:lnTo>
                  <a:close/>
                  <a:moveTo>
                    <a:pt x="67875" y="42422"/>
                  </a:moveTo>
                  <a:lnTo>
                    <a:pt x="56896" y="43420"/>
                  </a:lnTo>
                  <a:lnTo>
                    <a:pt x="56896" y="37930"/>
                  </a:lnTo>
                  <a:lnTo>
                    <a:pt x="67875" y="37930"/>
                  </a:lnTo>
                  <a:lnTo>
                    <a:pt x="67875" y="42422"/>
                  </a:lnTo>
                  <a:close/>
                  <a:moveTo>
                    <a:pt x="22958" y="37930"/>
                  </a:moveTo>
                  <a:lnTo>
                    <a:pt x="22958" y="46415"/>
                  </a:lnTo>
                  <a:lnTo>
                    <a:pt x="11978" y="47413"/>
                  </a:lnTo>
                  <a:lnTo>
                    <a:pt x="11978" y="37930"/>
                  </a:lnTo>
                  <a:lnTo>
                    <a:pt x="22958" y="37930"/>
                  </a:lnTo>
                  <a:close/>
                  <a:moveTo>
                    <a:pt x="22958" y="33938"/>
                  </a:moveTo>
                  <a:lnTo>
                    <a:pt x="11978" y="33938"/>
                  </a:lnTo>
                  <a:lnTo>
                    <a:pt x="11978" y="26951"/>
                  </a:lnTo>
                  <a:lnTo>
                    <a:pt x="22958" y="26951"/>
                  </a:lnTo>
                  <a:lnTo>
                    <a:pt x="22958" y="33938"/>
                  </a:lnTo>
                  <a:close/>
                  <a:moveTo>
                    <a:pt x="37930" y="33938"/>
                  </a:moveTo>
                  <a:lnTo>
                    <a:pt x="26951" y="33938"/>
                  </a:lnTo>
                  <a:lnTo>
                    <a:pt x="26951" y="26951"/>
                  </a:lnTo>
                  <a:lnTo>
                    <a:pt x="37930" y="26951"/>
                  </a:lnTo>
                  <a:lnTo>
                    <a:pt x="37930" y="33938"/>
                  </a:lnTo>
                  <a:close/>
                  <a:moveTo>
                    <a:pt x="41923" y="33938"/>
                  </a:moveTo>
                  <a:lnTo>
                    <a:pt x="41923" y="26951"/>
                  </a:lnTo>
                  <a:lnTo>
                    <a:pt x="52903" y="26951"/>
                  </a:lnTo>
                  <a:lnTo>
                    <a:pt x="52903" y="33938"/>
                  </a:lnTo>
                  <a:lnTo>
                    <a:pt x="41923" y="33938"/>
                  </a:lnTo>
                  <a:close/>
                  <a:moveTo>
                    <a:pt x="37930" y="45117"/>
                  </a:moveTo>
                  <a:lnTo>
                    <a:pt x="26951" y="46115"/>
                  </a:lnTo>
                  <a:lnTo>
                    <a:pt x="26951" y="37930"/>
                  </a:lnTo>
                  <a:lnTo>
                    <a:pt x="37930" y="37930"/>
                  </a:lnTo>
                  <a:lnTo>
                    <a:pt x="37930" y="45117"/>
                  </a:lnTo>
                  <a:close/>
                  <a:moveTo>
                    <a:pt x="41923" y="37930"/>
                  </a:moveTo>
                  <a:lnTo>
                    <a:pt x="52903" y="37930"/>
                  </a:lnTo>
                  <a:lnTo>
                    <a:pt x="52903" y="43720"/>
                  </a:lnTo>
                  <a:lnTo>
                    <a:pt x="41923" y="44718"/>
                  </a:lnTo>
                  <a:lnTo>
                    <a:pt x="41923" y="37930"/>
                  </a:lnTo>
                  <a:close/>
                  <a:moveTo>
                    <a:pt x="73864" y="47912"/>
                  </a:moveTo>
                  <a:lnTo>
                    <a:pt x="73864" y="9982"/>
                  </a:lnTo>
                  <a:lnTo>
                    <a:pt x="11978" y="9982"/>
                  </a:lnTo>
                  <a:lnTo>
                    <a:pt x="11978" y="8984"/>
                  </a:lnTo>
                  <a:cubicBezTo>
                    <a:pt x="11978" y="3993"/>
                    <a:pt x="7985" y="0"/>
                    <a:pt x="2995" y="0"/>
                  </a:cubicBezTo>
                  <a:cubicBezTo>
                    <a:pt x="1298" y="0"/>
                    <a:pt x="0" y="1298"/>
                    <a:pt x="0" y="2995"/>
                  </a:cubicBezTo>
                  <a:cubicBezTo>
                    <a:pt x="0" y="4691"/>
                    <a:pt x="1298" y="5989"/>
                    <a:pt x="2995" y="5989"/>
                  </a:cubicBezTo>
                  <a:cubicBezTo>
                    <a:pt x="4691" y="5989"/>
                    <a:pt x="5989" y="7287"/>
                    <a:pt x="5989" y="8984"/>
                  </a:cubicBezTo>
                  <a:lnTo>
                    <a:pt x="5989" y="58892"/>
                  </a:lnTo>
                  <a:cubicBezTo>
                    <a:pt x="5989" y="63883"/>
                    <a:pt x="9982" y="67875"/>
                    <a:pt x="14973" y="67875"/>
                  </a:cubicBezTo>
                  <a:lnTo>
                    <a:pt x="17967" y="67875"/>
                  </a:lnTo>
                  <a:lnTo>
                    <a:pt x="61886" y="67875"/>
                  </a:lnTo>
                  <a:lnTo>
                    <a:pt x="70870" y="67875"/>
                  </a:lnTo>
                  <a:cubicBezTo>
                    <a:pt x="72567" y="67875"/>
                    <a:pt x="73864" y="66578"/>
                    <a:pt x="73864" y="64881"/>
                  </a:cubicBezTo>
                  <a:cubicBezTo>
                    <a:pt x="73864" y="63184"/>
                    <a:pt x="72567" y="61886"/>
                    <a:pt x="70870" y="61886"/>
                  </a:cubicBezTo>
                  <a:lnTo>
                    <a:pt x="14973" y="61886"/>
                  </a:lnTo>
                  <a:cubicBezTo>
                    <a:pt x="13276" y="61886"/>
                    <a:pt x="11978" y="60589"/>
                    <a:pt x="11978" y="58892"/>
                  </a:cubicBezTo>
                  <a:lnTo>
                    <a:pt x="11978" y="53402"/>
                  </a:lnTo>
                  <a:lnTo>
                    <a:pt x="73864" y="47912"/>
                  </a:lnTo>
                  <a:close/>
                </a:path>
              </a:pathLst>
            </a:custGeom>
            <a:solidFill>
              <a:srgbClr val="000000">
                <a:alpha val="50000"/>
              </a:srgbClr>
            </a:solidFill>
            <a:ln w="992" cap="flat">
              <a:noFill/>
              <a:prstDash val="solid"/>
              <a:miter/>
            </a:ln>
          </p:spPr>
          <p:txBody>
            <a:bodyPr rtlCol="0" anchor="ctr"/>
            <a:lstStyle/>
            <a:p>
              <a:endParaRPr lang="en-IN"/>
            </a:p>
          </p:txBody>
        </p:sp>
        <p:sp>
          <p:nvSpPr>
            <p:cNvPr id="233" name="Freeform: Shape 232">
              <a:extLst>
                <a:ext uri="{FF2B5EF4-FFF2-40B4-BE49-F238E27FC236}">
                  <a16:creationId xmlns:a16="http://schemas.microsoft.com/office/drawing/2014/main" id="{357E68D7-31DC-49B2-93BC-2882D21FC6C7}"/>
                </a:ext>
              </a:extLst>
            </p:cNvPr>
            <p:cNvSpPr/>
            <p:nvPr userDrawn="1"/>
          </p:nvSpPr>
          <p:spPr>
            <a:xfrm>
              <a:off x="10768561" y="3478696"/>
              <a:ext cx="179874" cy="238336"/>
            </a:xfrm>
            <a:custGeom>
              <a:avLst/>
              <a:gdLst>
                <a:gd name="connsiteX0" fmla="*/ 42514 w 97782"/>
                <a:gd name="connsiteY0" fmla="*/ 39857 h 90342"/>
                <a:gd name="connsiteX1" fmla="*/ 37200 w 97782"/>
                <a:gd name="connsiteY1" fmla="*/ 34543 h 90342"/>
                <a:gd name="connsiteX2" fmla="*/ 42514 w 97782"/>
                <a:gd name="connsiteY2" fmla="*/ 29228 h 90342"/>
                <a:gd name="connsiteX3" fmla="*/ 47828 w 97782"/>
                <a:gd name="connsiteY3" fmla="*/ 34543 h 90342"/>
                <a:gd name="connsiteX4" fmla="*/ 42514 w 97782"/>
                <a:gd name="connsiteY4" fmla="*/ 39857 h 90342"/>
                <a:gd name="connsiteX5" fmla="*/ 97782 w 97782"/>
                <a:gd name="connsiteY5" fmla="*/ 36535 h 90342"/>
                <a:gd name="connsiteX6" fmla="*/ 26704 w 97782"/>
                <a:gd name="connsiteY6" fmla="*/ 7041 h 90342"/>
                <a:gd name="connsiteX7" fmla="*/ 14481 w 97782"/>
                <a:gd name="connsiteY7" fmla="*/ 36535 h 90342"/>
                <a:gd name="connsiteX8" fmla="*/ 38528 w 97782"/>
                <a:gd name="connsiteY8" fmla="*/ 46633 h 90342"/>
                <a:gd name="connsiteX9" fmla="*/ 38528 w 97782"/>
                <a:gd name="connsiteY9" fmla="*/ 51814 h 90342"/>
                <a:gd name="connsiteX10" fmla="*/ 27900 w 97782"/>
                <a:gd name="connsiteY10" fmla="*/ 62442 h 90342"/>
                <a:gd name="connsiteX11" fmla="*/ 7971 w 97782"/>
                <a:gd name="connsiteY11" fmla="*/ 62442 h 90342"/>
                <a:gd name="connsiteX12" fmla="*/ 7971 w 97782"/>
                <a:gd name="connsiteY12" fmla="*/ 0 h 90342"/>
                <a:gd name="connsiteX13" fmla="*/ 0 w 97782"/>
                <a:gd name="connsiteY13" fmla="*/ 0 h 90342"/>
                <a:gd name="connsiteX14" fmla="*/ 0 w 97782"/>
                <a:gd name="connsiteY14" fmla="*/ 90342 h 90342"/>
                <a:gd name="connsiteX15" fmla="*/ 7971 w 97782"/>
                <a:gd name="connsiteY15" fmla="*/ 90342 h 90342"/>
                <a:gd name="connsiteX16" fmla="*/ 7971 w 97782"/>
                <a:gd name="connsiteY16" fmla="*/ 70414 h 90342"/>
                <a:gd name="connsiteX17" fmla="*/ 27900 w 97782"/>
                <a:gd name="connsiteY17" fmla="*/ 70414 h 90342"/>
                <a:gd name="connsiteX18" fmla="*/ 46500 w 97782"/>
                <a:gd name="connsiteY18" fmla="*/ 51814 h 90342"/>
                <a:gd name="connsiteX19" fmla="*/ 46500 w 97782"/>
                <a:gd name="connsiteY19" fmla="*/ 49821 h 90342"/>
                <a:gd name="connsiteX20" fmla="*/ 69085 w 97782"/>
                <a:gd name="connsiteY20" fmla="*/ 59121 h 90342"/>
                <a:gd name="connsiteX21" fmla="*/ 97782 w 97782"/>
                <a:gd name="connsiteY21" fmla="*/ 36535 h 9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782" h="90342">
                  <a:moveTo>
                    <a:pt x="42514" y="39857"/>
                  </a:moveTo>
                  <a:cubicBezTo>
                    <a:pt x="39591" y="39857"/>
                    <a:pt x="37200" y="37465"/>
                    <a:pt x="37200" y="34543"/>
                  </a:cubicBezTo>
                  <a:cubicBezTo>
                    <a:pt x="37200" y="31620"/>
                    <a:pt x="39591" y="29228"/>
                    <a:pt x="42514" y="29228"/>
                  </a:cubicBezTo>
                  <a:cubicBezTo>
                    <a:pt x="45437" y="29228"/>
                    <a:pt x="47828" y="31620"/>
                    <a:pt x="47828" y="34543"/>
                  </a:cubicBezTo>
                  <a:cubicBezTo>
                    <a:pt x="47828" y="37465"/>
                    <a:pt x="45437" y="39857"/>
                    <a:pt x="42514" y="39857"/>
                  </a:cubicBezTo>
                  <a:close/>
                  <a:moveTo>
                    <a:pt x="97782" y="36535"/>
                  </a:moveTo>
                  <a:lnTo>
                    <a:pt x="26704" y="7041"/>
                  </a:lnTo>
                  <a:lnTo>
                    <a:pt x="14481" y="36535"/>
                  </a:lnTo>
                  <a:lnTo>
                    <a:pt x="38528" y="46633"/>
                  </a:lnTo>
                  <a:lnTo>
                    <a:pt x="38528" y="51814"/>
                  </a:lnTo>
                  <a:cubicBezTo>
                    <a:pt x="38528" y="57660"/>
                    <a:pt x="33745" y="62442"/>
                    <a:pt x="27900" y="62442"/>
                  </a:cubicBezTo>
                  <a:lnTo>
                    <a:pt x="7971" y="62442"/>
                  </a:lnTo>
                  <a:lnTo>
                    <a:pt x="7971" y="0"/>
                  </a:lnTo>
                  <a:lnTo>
                    <a:pt x="0" y="0"/>
                  </a:lnTo>
                  <a:lnTo>
                    <a:pt x="0" y="90342"/>
                  </a:lnTo>
                  <a:lnTo>
                    <a:pt x="7971" y="90342"/>
                  </a:lnTo>
                  <a:lnTo>
                    <a:pt x="7971" y="70414"/>
                  </a:lnTo>
                  <a:lnTo>
                    <a:pt x="27900" y="70414"/>
                  </a:lnTo>
                  <a:cubicBezTo>
                    <a:pt x="38130" y="70414"/>
                    <a:pt x="46500" y="62044"/>
                    <a:pt x="46500" y="51814"/>
                  </a:cubicBezTo>
                  <a:lnTo>
                    <a:pt x="46500" y="49821"/>
                  </a:lnTo>
                  <a:lnTo>
                    <a:pt x="69085" y="59121"/>
                  </a:lnTo>
                  <a:lnTo>
                    <a:pt x="97782" y="36535"/>
                  </a:lnTo>
                  <a:close/>
                </a:path>
              </a:pathLst>
            </a:custGeom>
            <a:solidFill>
              <a:srgbClr val="000000">
                <a:alpha val="50000"/>
              </a:srgbClr>
            </a:solidFill>
            <a:ln w="1290" cap="flat">
              <a:noFill/>
              <a:prstDash val="solid"/>
              <a:miter/>
            </a:ln>
          </p:spPr>
          <p:txBody>
            <a:bodyPr rtlCol="0" anchor="ctr"/>
            <a:lstStyle/>
            <a:p>
              <a:endParaRPr lang="en-IN"/>
            </a:p>
          </p:txBody>
        </p:sp>
      </p:grpSp>
      <p:sp>
        <p:nvSpPr>
          <p:cNvPr id="16" name="Rectangle 15">
            <a:extLst>
              <a:ext uri="{FF2B5EF4-FFF2-40B4-BE49-F238E27FC236}">
                <a16:creationId xmlns:a16="http://schemas.microsoft.com/office/drawing/2014/main" id="{0F1AF9A5-B5E8-4292-92C7-BA0B0C8C7451}"/>
              </a:ext>
            </a:extLst>
          </p:cNvPr>
          <p:cNvSpPr/>
          <p:nvPr userDrawn="1"/>
        </p:nvSpPr>
        <p:spPr>
          <a:xfrm>
            <a:off x="3901007" y="3533108"/>
            <a:ext cx="8283317" cy="2488567"/>
          </a:xfrm>
          <a:prstGeom prst="rect">
            <a:avLst/>
          </a:prstGeom>
          <a:solidFill>
            <a:srgbClr val="282829"/>
          </a:solidFill>
          <a:ln>
            <a:solidFill>
              <a:srgbClr val="2828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Subtitle 2">
            <a:extLst>
              <a:ext uri="{FF2B5EF4-FFF2-40B4-BE49-F238E27FC236}">
                <a16:creationId xmlns:a16="http://schemas.microsoft.com/office/drawing/2014/main" id="{29F5B749-F568-4F71-90EA-9A228C171DE9}"/>
              </a:ext>
            </a:extLst>
          </p:cNvPr>
          <p:cNvSpPr>
            <a:spLocks noGrp="1"/>
          </p:cNvSpPr>
          <p:nvPr>
            <p:ph type="subTitle" idx="4294967295"/>
          </p:nvPr>
        </p:nvSpPr>
        <p:spPr>
          <a:xfrm>
            <a:off x="3986878" y="4945631"/>
            <a:ext cx="5480502" cy="969424"/>
          </a:xfrm>
          <a:noFill/>
        </p:spPr>
        <p:txBody>
          <a:bodyPr anchor="t">
            <a:normAutofit/>
          </a:bodyPr>
          <a:lstStyle>
            <a:lvl1pPr>
              <a:defRPr>
                <a:solidFill>
                  <a:schemeClr val="bg1"/>
                </a:solidFill>
              </a:defRPr>
            </a:lvl1pPr>
          </a:lstStyle>
          <a:p>
            <a:endParaRPr lang="en-US" dirty="0">
              <a:solidFill>
                <a:srgbClr val="FFFFFF"/>
              </a:solidFill>
            </a:endParaRPr>
          </a:p>
        </p:txBody>
      </p:sp>
      <p:sp>
        <p:nvSpPr>
          <p:cNvPr id="14" name="Subtitle 2">
            <a:extLst>
              <a:ext uri="{FF2B5EF4-FFF2-40B4-BE49-F238E27FC236}">
                <a16:creationId xmlns:a16="http://schemas.microsoft.com/office/drawing/2014/main" id="{47D03F98-9181-41D9-AAA4-2F69086926A4}"/>
              </a:ext>
            </a:extLst>
          </p:cNvPr>
          <p:cNvSpPr txBox="1">
            <a:spLocks/>
          </p:cNvSpPr>
          <p:nvPr userDrawn="1"/>
        </p:nvSpPr>
        <p:spPr>
          <a:xfrm>
            <a:off x="8242883" y="4437028"/>
            <a:ext cx="3794941" cy="5148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pPr algn="r"/>
            <a:r>
              <a:rPr lang="en-US" dirty="0">
                <a:solidFill>
                  <a:schemeClr val="bg1">
                    <a:lumMod val="75000"/>
                  </a:schemeClr>
                </a:solidFill>
              </a:rPr>
              <a:t>Connecting to the digital world</a:t>
            </a:r>
          </a:p>
        </p:txBody>
      </p:sp>
      <p:cxnSp>
        <p:nvCxnSpPr>
          <p:cNvPr id="17" name="Straight Connector 16">
            <a:extLst>
              <a:ext uri="{FF2B5EF4-FFF2-40B4-BE49-F238E27FC236}">
                <a16:creationId xmlns:a16="http://schemas.microsoft.com/office/drawing/2014/main" id="{DFA1CCC8-E8E4-4B8D-B9AB-510B7128FE1E}"/>
              </a:ext>
            </a:extLst>
          </p:cNvPr>
          <p:cNvCxnSpPr/>
          <p:nvPr userDrawn="1"/>
        </p:nvCxnSpPr>
        <p:spPr>
          <a:xfrm>
            <a:off x="4094119" y="4842784"/>
            <a:ext cx="7897091" cy="0"/>
          </a:xfrm>
          <a:prstGeom prst="line">
            <a:avLst/>
          </a:prstGeom>
          <a:ln>
            <a:solidFill>
              <a:srgbClr val="4AC4E3"/>
            </a:solidFill>
          </a:ln>
        </p:spPr>
        <p:style>
          <a:lnRef idx="3">
            <a:schemeClr val="accent1"/>
          </a:lnRef>
          <a:fillRef idx="0">
            <a:schemeClr val="accent1"/>
          </a:fillRef>
          <a:effectRef idx="2">
            <a:schemeClr val="accent1"/>
          </a:effectRef>
          <a:fontRef idx="minor">
            <a:schemeClr val="tx1"/>
          </a:fontRef>
        </p:style>
      </p:cxnSp>
      <p:pic>
        <p:nvPicPr>
          <p:cNvPr id="5" name="Picture 4">
            <a:extLst>
              <a:ext uri="{FF2B5EF4-FFF2-40B4-BE49-F238E27FC236}">
                <a16:creationId xmlns:a16="http://schemas.microsoft.com/office/drawing/2014/main" id="{891C6CB8-BB4E-7038-A088-F66FB03F1ECA}"/>
              </a:ext>
            </a:extLst>
          </p:cNvPr>
          <p:cNvPicPr>
            <a:picLocks noChangeAspect="1"/>
          </p:cNvPicPr>
          <p:nvPr userDrawn="1"/>
        </p:nvPicPr>
        <p:blipFill>
          <a:blip r:embed="rId3"/>
          <a:stretch>
            <a:fillRect/>
          </a:stretch>
        </p:blipFill>
        <p:spPr>
          <a:xfrm>
            <a:off x="4167591" y="3811993"/>
            <a:ext cx="2618272" cy="87626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200" y="0"/>
            <a:ext cx="10342483" cy="504543"/>
          </a:xfrm>
        </p:spPr>
        <p:txBody>
          <a:bodyPr>
            <a:normAutofit/>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0837333" y="6470704"/>
            <a:ext cx="973667" cy="387294"/>
          </a:xfrm>
          <a:prstGeom prst="rect">
            <a:avLst/>
          </a:prstGeom>
        </p:spPr>
        <p:txBody>
          <a:bodyPr anchor="ctr"/>
          <a:lstStyle>
            <a:lvl1pPr algn="ctr">
              <a:defRPr sz="1200">
                <a:solidFill>
                  <a:schemeClr val="bg1">
                    <a:lumMod val="50000"/>
                  </a:schemeClr>
                </a:solidFill>
                <a:latin typeface="Calibri" panose="020F0502020204030204" pitchFamily="34" charset="0"/>
                <a:cs typeface="Calibri" panose="020F0502020204030204" pitchFamily="34" charset="0"/>
              </a:defRPr>
            </a:lvl1pPr>
          </a:lstStyle>
          <a:p>
            <a:fld id="{4FAB73BC-B049-4115-A692-8D63A059BFB8}"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6C5AE6A-EDC5-92E5-7D86-BCCB0D405508}"/>
              </a:ext>
            </a:extLst>
          </p:cNvPr>
          <p:cNvGrpSpPr/>
          <p:nvPr userDrawn="1"/>
        </p:nvGrpSpPr>
        <p:grpSpPr>
          <a:xfrm>
            <a:off x="-6567" y="-16364"/>
            <a:ext cx="12198567" cy="6863980"/>
            <a:chOff x="-3546" y="0"/>
            <a:chExt cx="12198567" cy="6863980"/>
          </a:xfrm>
        </p:grpSpPr>
        <p:pic>
          <p:nvPicPr>
            <p:cNvPr id="12" name="Picture 11">
              <a:extLst>
                <a:ext uri="{FF2B5EF4-FFF2-40B4-BE49-F238E27FC236}">
                  <a16:creationId xmlns:a16="http://schemas.microsoft.com/office/drawing/2014/main" id="{E61714E0-C3EB-AD24-D57A-B8C88EF4E985}"/>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3041" y="0"/>
              <a:ext cx="12191980" cy="6857988"/>
            </a:xfrm>
            <a:prstGeom prst="rect">
              <a:avLst/>
            </a:prstGeom>
          </p:spPr>
        </p:pic>
        <p:sp>
          <p:nvSpPr>
            <p:cNvPr id="13" name="Graphic 18" descr="Lamp">
              <a:extLst>
                <a:ext uri="{FF2B5EF4-FFF2-40B4-BE49-F238E27FC236}">
                  <a16:creationId xmlns:a16="http://schemas.microsoft.com/office/drawing/2014/main" id="{9F31816C-A9DD-CE67-49C3-B4EDF585F5E5}"/>
                </a:ext>
              </a:extLst>
            </p:cNvPr>
            <p:cNvSpPr/>
            <p:nvPr/>
          </p:nvSpPr>
          <p:spPr>
            <a:xfrm>
              <a:off x="-3546" y="5917562"/>
              <a:ext cx="585026" cy="946418"/>
            </a:xfrm>
            <a:custGeom>
              <a:avLst/>
              <a:gdLst>
                <a:gd name="connsiteX0" fmla="*/ 393768 w 585026"/>
                <a:gd name="connsiteY0" fmla="*/ 881890 h 946418"/>
                <a:gd name="connsiteX1" fmla="*/ 326265 w 585026"/>
                <a:gd name="connsiteY1" fmla="*/ 881890 h 946418"/>
                <a:gd name="connsiteX2" fmla="*/ 326265 w 585026"/>
                <a:gd name="connsiteY2" fmla="*/ 354907 h 946418"/>
                <a:gd name="connsiteX3" fmla="*/ 371267 w 585026"/>
                <a:gd name="connsiteY3" fmla="*/ 354907 h 946418"/>
                <a:gd name="connsiteX4" fmla="*/ 371267 w 585026"/>
                <a:gd name="connsiteY4" fmla="*/ 473209 h 946418"/>
                <a:gd name="connsiteX5" fmla="*/ 393768 w 585026"/>
                <a:gd name="connsiteY5" fmla="*/ 473209 h 946418"/>
                <a:gd name="connsiteX6" fmla="*/ 393768 w 585026"/>
                <a:gd name="connsiteY6" fmla="*/ 354907 h 946418"/>
                <a:gd name="connsiteX7" fmla="*/ 585027 w 585026"/>
                <a:gd name="connsiteY7" fmla="*/ 354907 h 946418"/>
                <a:gd name="connsiteX8" fmla="*/ 427519 w 585026"/>
                <a:gd name="connsiteY8" fmla="*/ 0 h 946418"/>
                <a:gd name="connsiteX9" fmla="*/ 292513 w 585026"/>
                <a:gd name="connsiteY9" fmla="*/ 0 h 946418"/>
                <a:gd name="connsiteX10" fmla="*/ 157507 w 585026"/>
                <a:gd name="connsiteY10" fmla="*/ 0 h 946418"/>
                <a:gd name="connsiteX11" fmla="*/ 0 w 585026"/>
                <a:gd name="connsiteY11" fmla="*/ 354907 h 946418"/>
                <a:gd name="connsiteX12" fmla="*/ 258762 w 585026"/>
                <a:gd name="connsiteY12" fmla="*/ 354907 h 946418"/>
                <a:gd name="connsiteX13" fmla="*/ 258762 w 585026"/>
                <a:gd name="connsiteY13" fmla="*/ 881890 h 946418"/>
                <a:gd name="connsiteX14" fmla="*/ 191259 w 585026"/>
                <a:gd name="connsiteY14" fmla="*/ 881890 h 946418"/>
                <a:gd name="connsiteX15" fmla="*/ 146257 w 585026"/>
                <a:gd name="connsiteY15" fmla="*/ 924909 h 946418"/>
                <a:gd name="connsiteX16" fmla="*/ 146257 w 585026"/>
                <a:gd name="connsiteY16" fmla="*/ 946418 h 946418"/>
                <a:gd name="connsiteX17" fmla="*/ 438770 w 585026"/>
                <a:gd name="connsiteY17" fmla="*/ 946418 h 946418"/>
                <a:gd name="connsiteX18" fmla="*/ 438770 w 585026"/>
                <a:gd name="connsiteY18" fmla="*/ 924909 h 946418"/>
                <a:gd name="connsiteX19" fmla="*/ 393768 w 585026"/>
                <a:gd name="connsiteY19" fmla="*/ 881890 h 94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5026" h="946418">
                  <a:moveTo>
                    <a:pt x="393768" y="881890"/>
                  </a:moveTo>
                  <a:lnTo>
                    <a:pt x="326265" y="881890"/>
                  </a:lnTo>
                  <a:lnTo>
                    <a:pt x="326265" y="354907"/>
                  </a:lnTo>
                  <a:lnTo>
                    <a:pt x="371267" y="354907"/>
                  </a:lnTo>
                  <a:lnTo>
                    <a:pt x="371267" y="473209"/>
                  </a:lnTo>
                  <a:lnTo>
                    <a:pt x="393768" y="473209"/>
                  </a:lnTo>
                  <a:lnTo>
                    <a:pt x="393768" y="354907"/>
                  </a:lnTo>
                  <a:lnTo>
                    <a:pt x="585027" y="354907"/>
                  </a:lnTo>
                  <a:lnTo>
                    <a:pt x="427519" y="0"/>
                  </a:lnTo>
                  <a:lnTo>
                    <a:pt x="292513" y="0"/>
                  </a:lnTo>
                  <a:lnTo>
                    <a:pt x="157507" y="0"/>
                  </a:lnTo>
                  <a:lnTo>
                    <a:pt x="0" y="354907"/>
                  </a:lnTo>
                  <a:lnTo>
                    <a:pt x="258762" y="354907"/>
                  </a:lnTo>
                  <a:lnTo>
                    <a:pt x="258762" y="881890"/>
                  </a:lnTo>
                  <a:lnTo>
                    <a:pt x="191259" y="881890"/>
                  </a:lnTo>
                  <a:cubicBezTo>
                    <a:pt x="166508" y="881890"/>
                    <a:pt x="146257" y="901248"/>
                    <a:pt x="146257" y="924909"/>
                  </a:cubicBezTo>
                  <a:lnTo>
                    <a:pt x="146257" y="946418"/>
                  </a:lnTo>
                  <a:lnTo>
                    <a:pt x="438770" y="946418"/>
                  </a:lnTo>
                  <a:lnTo>
                    <a:pt x="438770" y="924909"/>
                  </a:lnTo>
                  <a:cubicBezTo>
                    <a:pt x="438770" y="901248"/>
                    <a:pt x="418519" y="881890"/>
                    <a:pt x="393768" y="881890"/>
                  </a:cubicBezTo>
                  <a:close/>
                </a:path>
              </a:pathLst>
            </a:custGeom>
            <a:solidFill>
              <a:schemeClr val="tx1">
                <a:lumMod val="95000"/>
                <a:lumOff val="5000"/>
                <a:alpha val="5000"/>
              </a:schemeClr>
            </a:solidFill>
            <a:ln w="11212"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E4ACC33E-C71B-A991-5BD9-13D031E64173}"/>
                </a:ext>
              </a:extLst>
            </p:cNvPr>
            <p:cNvSpPr/>
            <p:nvPr/>
          </p:nvSpPr>
          <p:spPr>
            <a:xfrm>
              <a:off x="1916843" y="4663015"/>
              <a:ext cx="450520" cy="234914"/>
            </a:xfrm>
            <a:custGeom>
              <a:avLst/>
              <a:gdLst>
                <a:gd name="connsiteX0" fmla="*/ 353981 w 450520"/>
                <a:gd name="connsiteY0" fmla="*/ 122284 h 234914"/>
                <a:gd name="connsiteX1" fmla="*/ 353981 w 450520"/>
                <a:gd name="connsiteY1" fmla="*/ 32180 h 234914"/>
                <a:gd name="connsiteX2" fmla="*/ 311074 w 450520"/>
                <a:gd name="connsiteY2" fmla="*/ 32180 h 234914"/>
                <a:gd name="connsiteX3" fmla="*/ 311074 w 450520"/>
                <a:gd name="connsiteY3" fmla="*/ 81523 h 234914"/>
                <a:gd name="connsiteX4" fmla="*/ 225260 w 450520"/>
                <a:gd name="connsiteY4" fmla="*/ 0 h 234914"/>
                <a:gd name="connsiteX5" fmla="*/ 225260 w 450520"/>
                <a:gd name="connsiteY5" fmla="*/ 0 h 234914"/>
                <a:gd name="connsiteX6" fmla="*/ 0 w 450520"/>
                <a:gd name="connsiteY6" fmla="*/ 214534 h 234914"/>
                <a:gd name="connsiteX7" fmla="*/ 24135 w 450520"/>
                <a:gd name="connsiteY7" fmla="*/ 234914 h 234914"/>
                <a:gd name="connsiteX8" fmla="*/ 225260 w 450520"/>
                <a:gd name="connsiteY8" fmla="*/ 43979 h 234914"/>
                <a:gd name="connsiteX9" fmla="*/ 225260 w 450520"/>
                <a:gd name="connsiteY9" fmla="*/ 43979 h 234914"/>
                <a:gd name="connsiteX10" fmla="*/ 426386 w 450520"/>
                <a:gd name="connsiteY10" fmla="*/ 234914 h 234914"/>
                <a:gd name="connsiteX11" fmla="*/ 450521 w 450520"/>
                <a:gd name="connsiteY11" fmla="*/ 214534 h 23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0520" h="234914">
                  <a:moveTo>
                    <a:pt x="353981" y="122284"/>
                  </a:moveTo>
                  <a:lnTo>
                    <a:pt x="353981" y="32180"/>
                  </a:lnTo>
                  <a:lnTo>
                    <a:pt x="311074" y="32180"/>
                  </a:lnTo>
                  <a:lnTo>
                    <a:pt x="311074" y="81523"/>
                  </a:lnTo>
                  <a:lnTo>
                    <a:pt x="225260" y="0"/>
                  </a:lnTo>
                  <a:lnTo>
                    <a:pt x="225260" y="0"/>
                  </a:lnTo>
                  <a:lnTo>
                    <a:pt x="0" y="214534"/>
                  </a:lnTo>
                  <a:lnTo>
                    <a:pt x="24135" y="234914"/>
                  </a:lnTo>
                  <a:lnTo>
                    <a:pt x="225260" y="43979"/>
                  </a:lnTo>
                  <a:lnTo>
                    <a:pt x="225260" y="43979"/>
                  </a:lnTo>
                  <a:lnTo>
                    <a:pt x="426386" y="234914"/>
                  </a:lnTo>
                  <a:lnTo>
                    <a:pt x="450521" y="214534"/>
                  </a:lnTo>
                  <a:close/>
                </a:path>
              </a:pathLst>
            </a:custGeom>
            <a:solidFill>
              <a:srgbClr val="000000">
                <a:alpha val="50000"/>
              </a:srgbClr>
            </a:solidFill>
            <a:ln w="5358"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EB7FA162-D29A-4D7A-0C82-8B41CBA5BF24}"/>
                </a:ext>
              </a:extLst>
            </p:cNvPr>
            <p:cNvSpPr/>
            <p:nvPr/>
          </p:nvSpPr>
          <p:spPr>
            <a:xfrm>
              <a:off x="1981203" y="4737029"/>
              <a:ext cx="321800" cy="312146"/>
            </a:xfrm>
            <a:custGeom>
              <a:avLst/>
              <a:gdLst>
                <a:gd name="connsiteX0" fmla="*/ 0 w 321800"/>
                <a:gd name="connsiteY0" fmla="*/ 152855 h 312146"/>
                <a:gd name="connsiteX1" fmla="*/ 0 w 321800"/>
                <a:gd name="connsiteY1" fmla="*/ 312147 h 312146"/>
                <a:gd name="connsiteX2" fmla="*/ 128720 w 321800"/>
                <a:gd name="connsiteY2" fmla="*/ 312147 h 312146"/>
                <a:gd name="connsiteX3" fmla="*/ 128720 w 321800"/>
                <a:gd name="connsiteY3" fmla="*/ 178063 h 312146"/>
                <a:gd name="connsiteX4" fmla="*/ 193080 w 321800"/>
                <a:gd name="connsiteY4" fmla="*/ 178063 h 312146"/>
                <a:gd name="connsiteX5" fmla="*/ 193080 w 321800"/>
                <a:gd name="connsiteY5" fmla="*/ 312147 h 312146"/>
                <a:gd name="connsiteX6" fmla="*/ 321801 w 321800"/>
                <a:gd name="connsiteY6" fmla="*/ 312147 h 312146"/>
                <a:gd name="connsiteX7" fmla="*/ 321801 w 321800"/>
                <a:gd name="connsiteY7" fmla="*/ 152855 h 312146"/>
                <a:gd name="connsiteX8" fmla="*/ 160900 w 321800"/>
                <a:gd name="connsiteY8" fmla="*/ 0 h 312146"/>
                <a:gd name="connsiteX9" fmla="*/ 0 w 321800"/>
                <a:gd name="connsiteY9" fmla="*/ 152855 h 312146"/>
                <a:gd name="connsiteX10" fmla="*/ 96540 w 321800"/>
                <a:gd name="connsiteY10" fmla="*/ 242423 h 312146"/>
                <a:gd name="connsiteX11" fmla="*/ 32180 w 321800"/>
                <a:gd name="connsiteY11" fmla="*/ 242423 h 312146"/>
                <a:gd name="connsiteX12" fmla="*/ 32180 w 321800"/>
                <a:gd name="connsiteY12" fmla="*/ 178063 h 312146"/>
                <a:gd name="connsiteX13" fmla="*/ 96540 w 321800"/>
                <a:gd name="connsiteY13" fmla="*/ 178063 h 312146"/>
                <a:gd name="connsiteX14" fmla="*/ 96540 w 321800"/>
                <a:gd name="connsiteY14" fmla="*/ 242423 h 312146"/>
                <a:gd name="connsiteX15" fmla="*/ 225260 w 321800"/>
                <a:gd name="connsiteY15" fmla="*/ 178063 h 312146"/>
                <a:gd name="connsiteX16" fmla="*/ 289621 w 321800"/>
                <a:gd name="connsiteY16" fmla="*/ 178063 h 312146"/>
                <a:gd name="connsiteX17" fmla="*/ 289621 w 321800"/>
                <a:gd name="connsiteY17" fmla="*/ 242423 h 312146"/>
                <a:gd name="connsiteX18" fmla="*/ 225260 w 321800"/>
                <a:gd name="connsiteY18" fmla="*/ 242423 h 312146"/>
                <a:gd name="connsiteX19" fmla="*/ 225260 w 321800"/>
                <a:gd name="connsiteY19" fmla="*/ 178063 h 312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1800" h="312146">
                  <a:moveTo>
                    <a:pt x="0" y="152855"/>
                  </a:moveTo>
                  <a:lnTo>
                    <a:pt x="0" y="312147"/>
                  </a:lnTo>
                  <a:lnTo>
                    <a:pt x="128720" y="312147"/>
                  </a:lnTo>
                  <a:lnTo>
                    <a:pt x="128720" y="178063"/>
                  </a:lnTo>
                  <a:lnTo>
                    <a:pt x="193080" y="178063"/>
                  </a:lnTo>
                  <a:lnTo>
                    <a:pt x="193080" y="312147"/>
                  </a:lnTo>
                  <a:lnTo>
                    <a:pt x="321801" y="312147"/>
                  </a:lnTo>
                  <a:lnTo>
                    <a:pt x="321801" y="152855"/>
                  </a:lnTo>
                  <a:lnTo>
                    <a:pt x="160900" y="0"/>
                  </a:lnTo>
                  <a:lnTo>
                    <a:pt x="0" y="152855"/>
                  </a:lnTo>
                  <a:close/>
                  <a:moveTo>
                    <a:pt x="96540" y="242423"/>
                  </a:moveTo>
                  <a:lnTo>
                    <a:pt x="32180" y="242423"/>
                  </a:lnTo>
                  <a:lnTo>
                    <a:pt x="32180" y="178063"/>
                  </a:lnTo>
                  <a:lnTo>
                    <a:pt x="96540" y="178063"/>
                  </a:lnTo>
                  <a:lnTo>
                    <a:pt x="96540" y="242423"/>
                  </a:lnTo>
                  <a:close/>
                  <a:moveTo>
                    <a:pt x="225260" y="178063"/>
                  </a:moveTo>
                  <a:lnTo>
                    <a:pt x="289621" y="178063"/>
                  </a:lnTo>
                  <a:lnTo>
                    <a:pt x="289621" y="242423"/>
                  </a:lnTo>
                  <a:lnTo>
                    <a:pt x="225260" y="242423"/>
                  </a:lnTo>
                  <a:lnTo>
                    <a:pt x="225260" y="178063"/>
                  </a:lnTo>
                  <a:close/>
                </a:path>
              </a:pathLst>
            </a:custGeom>
            <a:solidFill>
              <a:srgbClr val="000000">
                <a:alpha val="50000"/>
              </a:srgbClr>
            </a:solidFill>
            <a:ln w="5358" cap="flat">
              <a:noFill/>
              <a:prstDash val="solid"/>
              <a:miter/>
            </a:ln>
          </p:spPr>
          <p:txBody>
            <a:bodyPr rtlCol="0" anchor="ctr"/>
            <a:lstStyle/>
            <a:p>
              <a:endParaRPr lang="en-IN"/>
            </a:p>
          </p:txBody>
        </p:sp>
        <p:grpSp>
          <p:nvGrpSpPr>
            <p:cNvPr id="16" name="Graphic 20" descr="Database">
              <a:extLst>
                <a:ext uri="{FF2B5EF4-FFF2-40B4-BE49-F238E27FC236}">
                  <a16:creationId xmlns:a16="http://schemas.microsoft.com/office/drawing/2014/main" id="{1F59C098-1C07-2B0D-BF6E-8B7BF1C69F2E}"/>
                </a:ext>
              </a:extLst>
            </p:cNvPr>
            <p:cNvGrpSpPr/>
            <p:nvPr/>
          </p:nvGrpSpPr>
          <p:grpSpPr>
            <a:xfrm>
              <a:off x="5987496" y="2561820"/>
              <a:ext cx="132961" cy="180447"/>
              <a:chOff x="5987496" y="2561820"/>
              <a:chExt cx="132961" cy="180447"/>
            </a:xfrm>
            <a:solidFill>
              <a:schemeClr val="tx1">
                <a:lumMod val="95000"/>
                <a:lumOff val="5000"/>
                <a:alpha val="50000"/>
              </a:schemeClr>
            </a:solidFill>
          </p:grpSpPr>
          <p:sp>
            <p:nvSpPr>
              <p:cNvPr id="166" name="Freeform: Shape 165">
                <a:extLst>
                  <a:ext uri="{FF2B5EF4-FFF2-40B4-BE49-F238E27FC236}">
                    <a16:creationId xmlns:a16="http://schemas.microsoft.com/office/drawing/2014/main" id="{4F0A9D1D-B271-AD3F-7E34-1A4D6D073547}"/>
                  </a:ext>
                </a:extLst>
              </p:cNvPr>
              <p:cNvSpPr/>
              <p:nvPr/>
            </p:nvSpPr>
            <p:spPr>
              <a:xfrm>
                <a:off x="5987496" y="2561820"/>
                <a:ext cx="132961" cy="37989"/>
              </a:xfrm>
              <a:custGeom>
                <a:avLst/>
                <a:gdLst>
                  <a:gd name="connsiteX0" fmla="*/ 132962 w 132961"/>
                  <a:gd name="connsiteY0" fmla="*/ 18995 h 37989"/>
                  <a:gd name="connsiteX1" fmla="*/ 66481 w 132961"/>
                  <a:gd name="connsiteY1" fmla="*/ 37989 h 37989"/>
                  <a:gd name="connsiteX2" fmla="*/ 0 w 132961"/>
                  <a:gd name="connsiteY2" fmla="*/ 18995 h 37989"/>
                  <a:gd name="connsiteX3" fmla="*/ 66481 w 132961"/>
                  <a:gd name="connsiteY3" fmla="*/ 0 h 37989"/>
                  <a:gd name="connsiteX4" fmla="*/ 132962 w 132961"/>
                  <a:gd name="connsiteY4" fmla="*/ 18995 h 3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961" h="37989">
                    <a:moveTo>
                      <a:pt x="132962" y="18995"/>
                    </a:moveTo>
                    <a:cubicBezTo>
                      <a:pt x="132962" y="29485"/>
                      <a:pt x="103197" y="37989"/>
                      <a:pt x="66481" y="37989"/>
                    </a:cubicBezTo>
                    <a:cubicBezTo>
                      <a:pt x="29764" y="37989"/>
                      <a:pt x="0" y="29485"/>
                      <a:pt x="0" y="18995"/>
                    </a:cubicBezTo>
                    <a:cubicBezTo>
                      <a:pt x="0" y="8504"/>
                      <a:pt x="29764" y="0"/>
                      <a:pt x="66481" y="0"/>
                    </a:cubicBezTo>
                    <a:cubicBezTo>
                      <a:pt x="103197" y="0"/>
                      <a:pt x="132962" y="8504"/>
                      <a:pt x="132962" y="18995"/>
                    </a:cubicBezTo>
                    <a:close/>
                  </a:path>
                </a:pathLst>
              </a:custGeom>
              <a:solidFill>
                <a:schemeClr val="tx1">
                  <a:lumMod val="95000"/>
                  <a:lumOff val="5000"/>
                  <a:alpha val="50000"/>
                </a:schemeClr>
              </a:solidFill>
              <a:ln w="2282" cap="flat">
                <a:noFill/>
                <a:prstDash val="solid"/>
                <a:miter/>
              </a:ln>
            </p:spPr>
            <p:txBody>
              <a:bodyPr rtlCol="0" anchor="ctr"/>
              <a:lstStyle/>
              <a:p>
                <a:endParaRPr lang="en-IN"/>
              </a:p>
            </p:txBody>
          </p:sp>
          <p:sp>
            <p:nvSpPr>
              <p:cNvPr id="167" name="Freeform: Shape 166">
                <a:extLst>
                  <a:ext uri="{FF2B5EF4-FFF2-40B4-BE49-F238E27FC236}">
                    <a16:creationId xmlns:a16="http://schemas.microsoft.com/office/drawing/2014/main" id="{94A55442-894E-008B-81D4-CB6F705EB0DF}"/>
                  </a:ext>
                </a:extLst>
              </p:cNvPr>
              <p:cNvSpPr/>
              <p:nvPr/>
            </p:nvSpPr>
            <p:spPr>
              <a:xfrm>
                <a:off x="5987496" y="2590311"/>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endParaRPr lang="en-IN"/>
              </a:p>
            </p:txBody>
          </p:sp>
          <p:sp>
            <p:nvSpPr>
              <p:cNvPr id="168" name="Freeform: Shape 167">
                <a:extLst>
                  <a:ext uri="{FF2B5EF4-FFF2-40B4-BE49-F238E27FC236}">
                    <a16:creationId xmlns:a16="http://schemas.microsoft.com/office/drawing/2014/main" id="{38AAFB87-C797-A69E-49DF-FAC52A7C625F}"/>
                  </a:ext>
                </a:extLst>
              </p:cNvPr>
              <p:cNvSpPr/>
              <p:nvPr/>
            </p:nvSpPr>
            <p:spPr>
              <a:xfrm>
                <a:off x="5987496" y="2637798"/>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endParaRPr lang="en-IN"/>
              </a:p>
            </p:txBody>
          </p:sp>
          <p:sp>
            <p:nvSpPr>
              <p:cNvPr id="169" name="Freeform: Shape 168">
                <a:extLst>
                  <a:ext uri="{FF2B5EF4-FFF2-40B4-BE49-F238E27FC236}">
                    <a16:creationId xmlns:a16="http://schemas.microsoft.com/office/drawing/2014/main" id="{342C3867-CCC2-ACCC-FF4B-5F60D072CC0B}"/>
                  </a:ext>
                </a:extLst>
              </p:cNvPr>
              <p:cNvSpPr/>
              <p:nvPr/>
            </p:nvSpPr>
            <p:spPr>
              <a:xfrm>
                <a:off x="5987496" y="2685284"/>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endParaRPr lang="en-IN"/>
              </a:p>
            </p:txBody>
          </p:sp>
        </p:grpSp>
        <p:sp>
          <p:nvSpPr>
            <p:cNvPr id="17" name="Graphic 21" descr="Tablet">
              <a:extLst>
                <a:ext uri="{FF2B5EF4-FFF2-40B4-BE49-F238E27FC236}">
                  <a16:creationId xmlns:a16="http://schemas.microsoft.com/office/drawing/2014/main" id="{EA9AA805-AC4A-2D82-4680-0983DC24F866}"/>
                </a:ext>
              </a:extLst>
            </p:cNvPr>
            <p:cNvSpPr/>
            <p:nvPr/>
          </p:nvSpPr>
          <p:spPr>
            <a:xfrm>
              <a:off x="635843" y="330836"/>
              <a:ext cx="118770" cy="83139"/>
            </a:xfrm>
            <a:custGeom>
              <a:avLst/>
              <a:gdLst>
                <a:gd name="connsiteX0" fmla="*/ 109862 w 118770"/>
                <a:gd name="connsiteY0" fmla="*/ 74231 h 83139"/>
                <a:gd name="connsiteX1" fmla="*/ 8908 w 118770"/>
                <a:gd name="connsiteY1" fmla="*/ 74231 h 83139"/>
                <a:gd name="connsiteX2" fmla="*/ 8908 w 118770"/>
                <a:gd name="connsiteY2" fmla="*/ 8908 h 83139"/>
                <a:gd name="connsiteX3" fmla="*/ 109862 w 118770"/>
                <a:gd name="connsiteY3" fmla="*/ 8908 h 83139"/>
                <a:gd name="connsiteX4" fmla="*/ 109862 w 118770"/>
                <a:gd name="connsiteY4" fmla="*/ 74231 h 83139"/>
                <a:gd name="connsiteX5" fmla="*/ 66808 w 118770"/>
                <a:gd name="connsiteY5" fmla="*/ 80170 h 83139"/>
                <a:gd name="connsiteX6" fmla="*/ 51962 w 118770"/>
                <a:gd name="connsiteY6" fmla="*/ 80170 h 83139"/>
                <a:gd name="connsiteX7" fmla="*/ 50477 w 118770"/>
                <a:gd name="connsiteY7" fmla="*/ 78685 h 83139"/>
                <a:gd name="connsiteX8" fmla="*/ 51962 w 118770"/>
                <a:gd name="connsiteY8" fmla="*/ 77201 h 83139"/>
                <a:gd name="connsiteX9" fmla="*/ 66808 w 118770"/>
                <a:gd name="connsiteY9" fmla="*/ 77201 h 83139"/>
                <a:gd name="connsiteX10" fmla="*/ 68293 w 118770"/>
                <a:gd name="connsiteY10" fmla="*/ 78685 h 83139"/>
                <a:gd name="connsiteX11" fmla="*/ 66808 w 118770"/>
                <a:gd name="connsiteY11" fmla="*/ 80170 h 83139"/>
                <a:gd name="connsiteX12" fmla="*/ 59385 w 118770"/>
                <a:gd name="connsiteY12" fmla="*/ 2969 h 83139"/>
                <a:gd name="connsiteX13" fmla="*/ 60870 w 118770"/>
                <a:gd name="connsiteY13" fmla="*/ 4454 h 83139"/>
                <a:gd name="connsiteX14" fmla="*/ 59385 w 118770"/>
                <a:gd name="connsiteY14" fmla="*/ 5939 h 83139"/>
                <a:gd name="connsiteX15" fmla="*/ 57900 w 118770"/>
                <a:gd name="connsiteY15" fmla="*/ 4454 h 83139"/>
                <a:gd name="connsiteX16" fmla="*/ 59385 w 118770"/>
                <a:gd name="connsiteY16" fmla="*/ 2969 h 83139"/>
                <a:gd name="connsiteX17" fmla="*/ 112832 w 118770"/>
                <a:gd name="connsiteY17" fmla="*/ 0 h 83139"/>
                <a:gd name="connsiteX18" fmla="*/ 5939 w 118770"/>
                <a:gd name="connsiteY18" fmla="*/ 0 h 83139"/>
                <a:gd name="connsiteX19" fmla="*/ 0 w 118770"/>
                <a:gd name="connsiteY19" fmla="*/ 5939 h 83139"/>
                <a:gd name="connsiteX20" fmla="*/ 0 w 118770"/>
                <a:gd name="connsiteY20" fmla="*/ 77201 h 83139"/>
                <a:gd name="connsiteX21" fmla="*/ 5939 w 118770"/>
                <a:gd name="connsiteY21" fmla="*/ 83139 h 83139"/>
                <a:gd name="connsiteX22" fmla="*/ 112832 w 118770"/>
                <a:gd name="connsiteY22" fmla="*/ 83139 h 83139"/>
                <a:gd name="connsiteX23" fmla="*/ 118770 w 118770"/>
                <a:gd name="connsiteY23" fmla="*/ 77201 h 83139"/>
                <a:gd name="connsiteX24" fmla="*/ 118770 w 118770"/>
                <a:gd name="connsiteY24" fmla="*/ 5939 h 83139"/>
                <a:gd name="connsiteX25" fmla="*/ 112832 w 118770"/>
                <a:gd name="connsiteY25" fmla="*/ 0 h 8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770" h="83139">
                  <a:moveTo>
                    <a:pt x="109862" y="74231"/>
                  </a:moveTo>
                  <a:lnTo>
                    <a:pt x="8908" y="74231"/>
                  </a:lnTo>
                  <a:lnTo>
                    <a:pt x="8908" y="8908"/>
                  </a:lnTo>
                  <a:lnTo>
                    <a:pt x="109862" y="8908"/>
                  </a:lnTo>
                  <a:lnTo>
                    <a:pt x="109862" y="74231"/>
                  </a:lnTo>
                  <a:close/>
                  <a:moveTo>
                    <a:pt x="66808" y="80170"/>
                  </a:moveTo>
                  <a:lnTo>
                    <a:pt x="51962" y="80170"/>
                  </a:lnTo>
                  <a:cubicBezTo>
                    <a:pt x="51071" y="80170"/>
                    <a:pt x="50477" y="79576"/>
                    <a:pt x="50477" y="78685"/>
                  </a:cubicBezTo>
                  <a:cubicBezTo>
                    <a:pt x="50477" y="77794"/>
                    <a:pt x="51071" y="77201"/>
                    <a:pt x="51962" y="77201"/>
                  </a:cubicBezTo>
                  <a:lnTo>
                    <a:pt x="66808" y="77201"/>
                  </a:lnTo>
                  <a:cubicBezTo>
                    <a:pt x="67699" y="77201"/>
                    <a:pt x="68293" y="77794"/>
                    <a:pt x="68293" y="78685"/>
                  </a:cubicBezTo>
                  <a:cubicBezTo>
                    <a:pt x="68293" y="79576"/>
                    <a:pt x="67699" y="80170"/>
                    <a:pt x="66808" y="80170"/>
                  </a:cubicBezTo>
                  <a:close/>
                  <a:moveTo>
                    <a:pt x="59385" y="2969"/>
                  </a:moveTo>
                  <a:cubicBezTo>
                    <a:pt x="60276" y="2969"/>
                    <a:pt x="60870" y="3563"/>
                    <a:pt x="60870" y="4454"/>
                  </a:cubicBezTo>
                  <a:cubicBezTo>
                    <a:pt x="60870" y="5345"/>
                    <a:pt x="60276" y="5939"/>
                    <a:pt x="59385" y="5939"/>
                  </a:cubicBezTo>
                  <a:cubicBezTo>
                    <a:pt x="58494" y="5939"/>
                    <a:pt x="57900" y="5345"/>
                    <a:pt x="57900" y="4454"/>
                  </a:cubicBezTo>
                  <a:cubicBezTo>
                    <a:pt x="57900" y="3563"/>
                    <a:pt x="58494" y="2969"/>
                    <a:pt x="59385" y="2969"/>
                  </a:cubicBezTo>
                  <a:close/>
                  <a:moveTo>
                    <a:pt x="112832" y="0"/>
                  </a:moveTo>
                  <a:lnTo>
                    <a:pt x="5939" y="0"/>
                  </a:lnTo>
                  <a:cubicBezTo>
                    <a:pt x="2672" y="0"/>
                    <a:pt x="0" y="2672"/>
                    <a:pt x="0" y="5939"/>
                  </a:cubicBezTo>
                  <a:lnTo>
                    <a:pt x="0" y="77201"/>
                  </a:lnTo>
                  <a:cubicBezTo>
                    <a:pt x="0" y="80467"/>
                    <a:pt x="2672" y="83139"/>
                    <a:pt x="5939" y="83139"/>
                  </a:cubicBezTo>
                  <a:lnTo>
                    <a:pt x="112832" y="83139"/>
                  </a:lnTo>
                  <a:cubicBezTo>
                    <a:pt x="116098" y="83139"/>
                    <a:pt x="118770" y="80467"/>
                    <a:pt x="118770" y="77201"/>
                  </a:cubicBezTo>
                  <a:lnTo>
                    <a:pt x="118770" y="5939"/>
                  </a:lnTo>
                  <a:cubicBezTo>
                    <a:pt x="118770" y="2672"/>
                    <a:pt x="116098" y="0"/>
                    <a:pt x="112832" y="0"/>
                  </a:cubicBezTo>
                  <a:close/>
                </a:path>
              </a:pathLst>
            </a:custGeom>
            <a:solidFill>
              <a:schemeClr val="tx1">
                <a:lumMod val="95000"/>
                <a:lumOff val="5000"/>
                <a:alpha val="50000"/>
              </a:schemeClr>
            </a:solidFill>
            <a:ln w="1389" cap="flat">
              <a:noFill/>
              <a:prstDash val="solid"/>
              <a:miter/>
            </a:ln>
          </p:spPr>
          <p:txBody>
            <a:bodyPr rtlCol="0" anchor="ctr"/>
            <a:lstStyle/>
            <a:p>
              <a:endParaRPr lang="en-IN"/>
            </a:p>
          </p:txBody>
        </p:sp>
        <p:sp>
          <p:nvSpPr>
            <p:cNvPr id="18" name="Graphic 22" descr="Smart Phone">
              <a:extLst>
                <a:ext uri="{FF2B5EF4-FFF2-40B4-BE49-F238E27FC236}">
                  <a16:creationId xmlns:a16="http://schemas.microsoft.com/office/drawing/2014/main" id="{3A62FDAB-41FC-FB56-84C9-68400FFFCE9D}"/>
                </a:ext>
              </a:extLst>
            </p:cNvPr>
            <p:cNvSpPr/>
            <p:nvPr/>
          </p:nvSpPr>
          <p:spPr>
            <a:xfrm>
              <a:off x="6932923" y="335023"/>
              <a:ext cx="78388" cy="143711"/>
            </a:xfrm>
            <a:custGeom>
              <a:avLst/>
              <a:gdLst>
                <a:gd name="connsiteX0" fmla="*/ 68590 w 78388"/>
                <a:gd name="connsiteY0" fmla="*/ 124114 h 143711"/>
                <a:gd name="connsiteX1" fmla="*/ 9799 w 78388"/>
                <a:gd name="connsiteY1" fmla="*/ 124114 h 143711"/>
                <a:gd name="connsiteX2" fmla="*/ 9799 w 78388"/>
                <a:gd name="connsiteY2" fmla="*/ 19597 h 143711"/>
                <a:gd name="connsiteX3" fmla="*/ 68590 w 78388"/>
                <a:gd name="connsiteY3" fmla="*/ 19597 h 143711"/>
                <a:gd name="connsiteX4" fmla="*/ 68590 w 78388"/>
                <a:gd name="connsiteY4" fmla="*/ 124114 h 143711"/>
                <a:gd name="connsiteX5" fmla="*/ 32662 w 78388"/>
                <a:gd name="connsiteY5" fmla="*/ 6532 h 143711"/>
                <a:gd name="connsiteX6" fmla="*/ 45726 w 78388"/>
                <a:gd name="connsiteY6" fmla="*/ 6532 h 143711"/>
                <a:gd name="connsiteX7" fmla="*/ 48993 w 78388"/>
                <a:gd name="connsiteY7" fmla="*/ 9799 h 143711"/>
                <a:gd name="connsiteX8" fmla="*/ 45726 w 78388"/>
                <a:gd name="connsiteY8" fmla="*/ 13065 h 143711"/>
                <a:gd name="connsiteX9" fmla="*/ 32662 w 78388"/>
                <a:gd name="connsiteY9" fmla="*/ 13065 h 143711"/>
                <a:gd name="connsiteX10" fmla="*/ 29396 w 78388"/>
                <a:gd name="connsiteY10" fmla="*/ 9799 h 143711"/>
                <a:gd name="connsiteX11" fmla="*/ 32662 w 78388"/>
                <a:gd name="connsiteY11" fmla="*/ 6532 h 143711"/>
                <a:gd name="connsiteX12" fmla="*/ 75122 w 78388"/>
                <a:gd name="connsiteY12" fmla="*/ 0 h 143711"/>
                <a:gd name="connsiteX13" fmla="*/ 3266 w 78388"/>
                <a:gd name="connsiteY13" fmla="*/ 0 h 143711"/>
                <a:gd name="connsiteX14" fmla="*/ 0 w 78388"/>
                <a:gd name="connsiteY14" fmla="*/ 3266 h 143711"/>
                <a:gd name="connsiteX15" fmla="*/ 0 w 78388"/>
                <a:gd name="connsiteY15" fmla="*/ 140445 h 143711"/>
                <a:gd name="connsiteX16" fmla="*/ 3266 w 78388"/>
                <a:gd name="connsiteY16" fmla="*/ 143711 h 143711"/>
                <a:gd name="connsiteX17" fmla="*/ 75122 w 78388"/>
                <a:gd name="connsiteY17" fmla="*/ 143711 h 143711"/>
                <a:gd name="connsiteX18" fmla="*/ 78388 w 78388"/>
                <a:gd name="connsiteY18" fmla="*/ 140445 h 143711"/>
                <a:gd name="connsiteX19" fmla="*/ 78388 w 78388"/>
                <a:gd name="connsiteY19" fmla="*/ 3266 h 143711"/>
                <a:gd name="connsiteX20" fmla="*/ 75122 w 78388"/>
                <a:gd name="connsiteY20" fmla="*/ 0 h 14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8" h="143711">
                  <a:moveTo>
                    <a:pt x="68590" y="124114"/>
                  </a:moveTo>
                  <a:lnTo>
                    <a:pt x="9799" y="124114"/>
                  </a:lnTo>
                  <a:lnTo>
                    <a:pt x="9799" y="19597"/>
                  </a:lnTo>
                  <a:lnTo>
                    <a:pt x="68590" y="19597"/>
                  </a:lnTo>
                  <a:lnTo>
                    <a:pt x="68590" y="124114"/>
                  </a:lnTo>
                  <a:close/>
                  <a:moveTo>
                    <a:pt x="32662" y="6532"/>
                  </a:moveTo>
                  <a:lnTo>
                    <a:pt x="45726" y="6532"/>
                  </a:lnTo>
                  <a:cubicBezTo>
                    <a:pt x="47523" y="6532"/>
                    <a:pt x="48993" y="8002"/>
                    <a:pt x="48993" y="9799"/>
                  </a:cubicBezTo>
                  <a:cubicBezTo>
                    <a:pt x="48993" y="11595"/>
                    <a:pt x="47523" y="13065"/>
                    <a:pt x="45726" y="13065"/>
                  </a:cubicBezTo>
                  <a:lnTo>
                    <a:pt x="32662" y="13065"/>
                  </a:lnTo>
                  <a:cubicBezTo>
                    <a:pt x="30865" y="13065"/>
                    <a:pt x="29396" y="11595"/>
                    <a:pt x="29396" y="9799"/>
                  </a:cubicBezTo>
                  <a:cubicBezTo>
                    <a:pt x="29396" y="8002"/>
                    <a:pt x="30865" y="6532"/>
                    <a:pt x="32662" y="6532"/>
                  </a:cubicBezTo>
                  <a:close/>
                  <a:moveTo>
                    <a:pt x="75122" y="0"/>
                  </a:moveTo>
                  <a:lnTo>
                    <a:pt x="3266" y="0"/>
                  </a:lnTo>
                  <a:cubicBezTo>
                    <a:pt x="1470" y="0"/>
                    <a:pt x="0" y="1470"/>
                    <a:pt x="0" y="3266"/>
                  </a:cubicBezTo>
                  <a:lnTo>
                    <a:pt x="0" y="140445"/>
                  </a:lnTo>
                  <a:cubicBezTo>
                    <a:pt x="0" y="142242"/>
                    <a:pt x="1470" y="143711"/>
                    <a:pt x="3266" y="143711"/>
                  </a:cubicBezTo>
                  <a:lnTo>
                    <a:pt x="75122" y="143711"/>
                  </a:lnTo>
                  <a:cubicBezTo>
                    <a:pt x="76918" y="143711"/>
                    <a:pt x="78388" y="142242"/>
                    <a:pt x="78388" y="140445"/>
                  </a:cubicBezTo>
                  <a:lnTo>
                    <a:pt x="78388" y="3266"/>
                  </a:lnTo>
                  <a:cubicBezTo>
                    <a:pt x="78388" y="1470"/>
                    <a:pt x="76918" y="0"/>
                    <a:pt x="75122" y="0"/>
                  </a:cubicBezTo>
                  <a:close/>
                </a:path>
              </a:pathLst>
            </a:custGeom>
            <a:solidFill>
              <a:schemeClr val="tx1">
                <a:lumMod val="95000"/>
                <a:lumOff val="5000"/>
                <a:alpha val="50000"/>
              </a:schemeClr>
            </a:solidFill>
            <a:ln w="1588"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313EBE3B-C5FB-F960-2EB5-9A1A78DDD8FE}"/>
                </a:ext>
              </a:extLst>
            </p:cNvPr>
            <p:cNvSpPr/>
            <p:nvPr/>
          </p:nvSpPr>
          <p:spPr>
            <a:xfrm>
              <a:off x="8014343" y="1782683"/>
              <a:ext cx="100954" cy="68292"/>
            </a:xfrm>
            <a:custGeom>
              <a:avLst/>
              <a:gdLst>
                <a:gd name="connsiteX0" fmla="*/ 92047 w 100954"/>
                <a:gd name="connsiteY0" fmla="*/ 59385 h 68292"/>
                <a:gd name="connsiteX1" fmla="*/ 8908 w 100954"/>
                <a:gd name="connsiteY1" fmla="*/ 59385 h 68292"/>
                <a:gd name="connsiteX2" fmla="*/ 8908 w 100954"/>
                <a:gd name="connsiteY2" fmla="*/ 8908 h 68292"/>
                <a:gd name="connsiteX3" fmla="*/ 92047 w 100954"/>
                <a:gd name="connsiteY3" fmla="*/ 8908 h 68292"/>
                <a:gd name="connsiteX4" fmla="*/ 92047 w 100954"/>
                <a:gd name="connsiteY4" fmla="*/ 59385 h 68292"/>
                <a:gd name="connsiteX5" fmla="*/ 100955 w 100954"/>
                <a:gd name="connsiteY5" fmla="*/ 5939 h 68292"/>
                <a:gd name="connsiteX6" fmla="*/ 95016 w 100954"/>
                <a:gd name="connsiteY6" fmla="*/ 0 h 68292"/>
                <a:gd name="connsiteX7" fmla="*/ 5939 w 100954"/>
                <a:gd name="connsiteY7" fmla="*/ 0 h 68292"/>
                <a:gd name="connsiteX8" fmla="*/ 0 w 100954"/>
                <a:gd name="connsiteY8" fmla="*/ 5939 h 68292"/>
                <a:gd name="connsiteX9" fmla="*/ 0 w 100954"/>
                <a:gd name="connsiteY9" fmla="*/ 68293 h 68292"/>
                <a:gd name="connsiteX10" fmla="*/ 100955 w 100954"/>
                <a:gd name="connsiteY10" fmla="*/ 68293 h 68292"/>
                <a:gd name="connsiteX11" fmla="*/ 100955 w 100954"/>
                <a:gd name="connsiteY11" fmla="*/ 5939 h 6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54" h="68292">
                  <a:moveTo>
                    <a:pt x="92047" y="59385"/>
                  </a:moveTo>
                  <a:lnTo>
                    <a:pt x="8908" y="59385"/>
                  </a:lnTo>
                  <a:lnTo>
                    <a:pt x="8908" y="8908"/>
                  </a:lnTo>
                  <a:lnTo>
                    <a:pt x="92047" y="8908"/>
                  </a:lnTo>
                  <a:lnTo>
                    <a:pt x="92047" y="59385"/>
                  </a:lnTo>
                  <a:close/>
                  <a:moveTo>
                    <a:pt x="100955" y="5939"/>
                  </a:moveTo>
                  <a:cubicBezTo>
                    <a:pt x="100955" y="2672"/>
                    <a:pt x="98282" y="0"/>
                    <a:pt x="95016" y="0"/>
                  </a:cubicBezTo>
                  <a:lnTo>
                    <a:pt x="5939" y="0"/>
                  </a:lnTo>
                  <a:cubicBezTo>
                    <a:pt x="2672" y="0"/>
                    <a:pt x="0" y="2672"/>
                    <a:pt x="0" y="5939"/>
                  </a:cubicBezTo>
                  <a:lnTo>
                    <a:pt x="0" y="68293"/>
                  </a:lnTo>
                  <a:lnTo>
                    <a:pt x="100955" y="68293"/>
                  </a:lnTo>
                  <a:lnTo>
                    <a:pt x="100955" y="5939"/>
                  </a:lnTo>
                  <a:close/>
                </a:path>
              </a:pathLst>
            </a:custGeom>
            <a:solidFill>
              <a:schemeClr val="tx1">
                <a:lumMod val="95000"/>
                <a:lumOff val="5000"/>
                <a:alpha val="50000"/>
              </a:schemeClr>
            </a:solidFill>
            <a:ln w="138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2E8A0D9C-B446-DB2D-5F8F-A52E1A77372D}"/>
                </a:ext>
              </a:extLst>
            </p:cNvPr>
            <p:cNvSpPr/>
            <p:nvPr/>
          </p:nvSpPr>
          <p:spPr>
            <a:xfrm>
              <a:off x="7996528" y="1856914"/>
              <a:ext cx="136585" cy="8907"/>
            </a:xfrm>
            <a:custGeom>
              <a:avLst/>
              <a:gdLst>
                <a:gd name="connsiteX0" fmla="*/ 77201 w 136585"/>
                <a:gd name="connsiteY0" fmla="*/ 0 h 8907"/>
                <a:gd name="connsiteX1" fmla="*/ 77201 w 136585"/>
                <a:gd name="connsiteY1" fmla="*/ 1485 h 8907"/>
                <a:gd name="connsiteX2" fmla="*/ 75716 w 136585"/>
                <a:gd name="connsiteY2" fmla="*/ 2969 h 8907"/>
                <a:gd name="connsiteX3" fmla="*/ 60870 w 136585"/>
                <a:gd name="connsiteY3" fmla="*/ 2969 h 8907"/>
                <a:gd name="connsiteX4" fmla="*/ 59385 w 136585"/>
                <a:gd name="connsiteY4" fmla="*/ 1485 h 8907"/>
                <a:gd name="connsiteX5" fmla="*/ 59385 w 136585"/>
                <a:gd name="connsiteY5" fmla="*/ 0 h 8907"/>
                <a:gd name="connsiteX6" fmla="*/ 0 w 136585"/>
                <a:gd name="connsiteY6" fmla="*/ 0 h 8907"/>
                <a:gd name="connsiteX7" fmla="*/ 0 w 136585"/>
                <a:gd name="connsiteY7" fmla="*/ 2969 h 8907"/>
                <a:gd name="connsiteX8" fmla="*/ 5939 w 136585"/>
                <a:gd name="connsiteY8" fmla="*/ 8908 h 8907"/>
                <a:gd name="connsiteX9" fmla="*/ 130647 w 136585"/>
                <a:gd name="connsiteY9" fmla="*/ 8908 h 8907"/>
                <a:gd name="connsiteX10" fmla="*/ 136586 w 136585"/>
                <a:gd name="connsiteY10" fmla="*/ 2969 h 8907"/>
                <a:gd name="connsiteX11" fmla="*/ 136586 w 136585"/>
                <a:gd name="connsiteY11" fmla="*/ 0 h 8907"/>
                <a:gd name="connsiteX12" fmla="*/ 77201 w 136585"/>
                <a:gd name="connsiteY12" fmla="*/ 0 h 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6585" h="8907">
                  <a:moveTo>
                    <a:pt x="77201" y="0"/>
                  </a:moveTo>
                  <a:lnTo>
                    <a:pt x="77201" y="1485"/>
                  </a:lnTo>
                  <a:cubicBezTo>
                    <a:pt x="77201" y="2375"/>
                    <a:pt x="76607" y="2969"/>
                    <a:pt x="75716" y="2969"/>
                  </a:cubicBezTo>
                  <a:lnTo>
                    <a:pt x="60870" y="2969"/>
                  </a:lnTo>
                  <a:cubicBezTo>
                    <a:pt x="59979" y="2969"/>
                    <a:pt x="59385" y="2375"/>
                    <a:pt x="59385" y="1485"/>
                  </a:cubicBezTo>
                  <a:lnTo>
                    <a:pt x="59385" y="0"/>
                  </a:lnTo>
                  <a:lnTo>
                    <a:pt x="0" y="0"/>
                  </a:lnTo>
                  <a:lnTo>
                    <a:pt x="0" y="2969"/>
                  </a:lnTo>
                  <a:cubicBezTo>
                    <a:pt x="0" y="6235"/>
                    <a:pt x="2672" y="8908"/>
                    <a:pt x="5939" y="8908"/>
                  </a:cubicBezTo>
                  <a:lnTo>
                    <a:pt x="130647" y="8908"/>
                  </a:lnTo>
                  <a:cubicBezTo>
                    <a:pt x="133913" y="8908"/>
                    <a:pt x="136586" y="6235"/>
                    <a:pt x="136586" y="2969"/>
                  </a:cubicBezTo>
                  <a:lnTo>
                    <a:pt x="136586" y="0"/>
                  </a:lnTo>
                  <a:lnTo>
                    <a:pt x="77201" y="0"/>
                  </a:lnTo>
                  <a:close/>
                </a:path>
              </a:pathLst>
            </a:custGeom>
            <a:solidFill>
              <a:schemeClr val="tx1">
                <a:lumMod val="95000"/>
                <a:lumOff val="5000"/>
                <a:alpha val="50000"/>
              </a:schemeClr>
            </a:solidFill>
            <a:ln w="138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89454834-62A2-B5F7-3341-718408BD8668}"/>
                </a:ext>
              </a:extLst>
            </p:cNvPr>
            <p:cNvSpPr/>
            <p:nvPr/>
          </p:nvSpPr>
          <p:spPr>
            <a:xfrm>
              <a:off x="10364349" y="630703"/>
              <a:ext cx="75794" cy="75794"/>
            </a:xfrm>
            <a:custGeom>
              <a:avLst/>
              <a:gdLst>
                <a:gd name="connsiteX0" fmla="*/ 14346 w 75794"/>
                <a:gd name="connsiteY0" fmla="*/ 75795 h 75794"/>
                <a:gd name="connsiteX1" fmla="*/ 0 w 75794"/>
                <a:gd name="connsiteY1" fmla="*/ 75795 h 75794"/>
                <a:gd name="connsiteX2" fmla="*/ 75795 w 75794"/>
                <a:gd name="connsiteY2" fmla="*/ 0 h 75794"/>
                <a:gd name="connsiteX3" fmla="*/ 75795 w 75794"/>
                <a:gd name="connsiteY3" fmla="*/ 14346 h 75794"/>
                <a:gd name="connsiteX4" fmla="*/ 14346 w 75794"/>
                <a:gd name="connsiteY4" fmla="*/ 75795 h 75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4" h="75794">
                  <a:moveTo>
                    <a:pt x="14346" y="75795"/>
                  </a:moveTo>
                  <a:lnTo>
                    <a:pt x="0" y="75795"/>
                  </a:lnTo>
                  <a:cubicBezTo>
                    <a:pt x="53" y="33956"/>
                    <a:pt x="33956" y="53"/>
                    <a:pt x="75795" y="0"/>
                  </a:cubicBezTo>
                  <a:lnTo>
                    <a:pt x="75795" y="14346"/>
                  </a:lnTo>
                  <a:cubicBezTo>
                    <a:pt x="41874" y="14385"/>
                    <a:pt x="14385" y="41874"/>
                    <a:pt x="14346" y="75795"/>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7079EAFE-1848-7CEF-E8E4-F5A2ACCFA6EE}"/>
                </a:ext>
              </a:extLst>
            </p:cNvPr>
            <p:cNvSpPr/>
            <p:nvPr/>
          </p:nvSpPr>
          <p:spPr>
            <a:xfrm>
              <a:off x="10326930" y="593379"/>
              <a:ext cx="113213" cy="113118"/>
            </a:xfrm>
            <a:custGeom>
              <a:avLst/>
              <a:gdLst>
                <a:gd name="connsiteX0" fmla="*/ 14346 w 113213"/>
                <a:gd name="connsiteY0" fmla="*/ 113118 h 113118"/>
                <a:gd name="connsiteX1" fmla="*/ 0 w 113213"/>
                <a:gd name="connsiteY1" fmla="*/ 113118 h 113118"/>
                <a:gd name="connsiteX2" fmla="*/ 113214 w 113213"/>
                <a:gd name="connsiteY2" fmla="*/ 0 h 113118"/>
                <a:gd name="connsiteX3" fmla="*/ 113214 w 113213"/>
                <a:gd name="connsiteY3" fmla="*/ 14346 h 113118"/>
                <a:gd name="connsiteX4" fmla="*/ 14346 w 113213"/>
                <a:gd name="connsiteY4" fmla="*/ 113118 h 113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13" h="113118">
                  <a:moveTo>
                    <a:pt x="14346" y="113118"/>
                  </a:moveTo>
                  <a:lnTo>
                    <a:pt x="0" y="113118"/>
                  </a:lnTo>
                  <a:cubicBezTo>
                    <a:pt x="119" y="50657"/>
                    <a:pt x="50752" y="66"/>
                    <a:pt x="113214" y="0"/>
                  </a:cubicBezTo>
                  <a:lnTo>
                    <a:pt x="113214" y="14346"/>
                  </a:lnTo>
                  <a:cubicBezTo>
                    <a:pt x="58675" y="14412"/>
                    <a:pt x="14465" y="58580"/>
                    <a:pt x="14346" y="113118"/>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FB7C870E-6A56-4EEE-8D28-AD3D7B2DA572}"/>
                </a:ext>
              </a:extLst>
            </p:cNvPr>
            <p:cNvSpPr/>
            <p:nvPr/>
          </p:nvSpPr>
          <p:spPr>
            <a:xfrm>
              <a:off x="10289511" y="555865"/>
              <a:ext cx="150633" cy="150633"/>
            </a:xfrm>
            <a:custGeom>
              <a:avLst/>
              <a:gdLst>
                <a:gd name="connsiteX0" fmla="*/ 14346 w 150633"/>
                <a:gd name="connsiteY0" fmla="*/ 150633 h 150633"/>
                <a:gd name="connsiteX1" fmla="*/ 0 w 150633"/>
                <a:gd name="connsiteY1" fmla="*/ 150633 h 150633"/>
                <a:gd name="connsiteX2" fmla="*/ 150633 w 150633"/>
                <a:gd name="connsiteY2" fmla="*/ 0 h 150633"/>
                <a:gd name="connsiteX3" fmla="*/ 150633 w 150633"/>
                <a:gd name="connsiteY3" fmla="*/ 14346 h 150633"/>
                <a:gd name="connsiteX4" fmla="*/ 14346 w 150633"/>
                <a:gd name="connsiteY4" fmla="*/ 150633 h 15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633" h="150633">
                  <a:moveTo>
                    <a:pt x="14346" y="150633"/>
                  </a:moveTo>
                  <a:lnTo>
                    <a:pt x="0" y="150633"/>
                  </a:lnTo>
                  <a:cubicBezTo>
                    <a:pt x="92" y="67479"/>
                    <a:pt x="67479" y="92"/>
                    <a:pt x="150633" y="0"/>
                  </a:cubicBezTo>
                  <a:lnTo>
                    <a:pt x="150633" y="14346"/>
                  </a:lnTo>
                  <a:cubicBezTo>
                    <a:pt x="75397" y="14425"/>
                    <a:pt x="14425" y="75397"/>
                    <a:pt x="14346" y="150633"/>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619B284C-BF7C-5075-AA51-885630906366}"/>
                </a:ext>
              </a:extLst>
            </p:cNvPr>
            <p:cNvSpPr/>
            <p:nvPr/>
          </p:nvSpPr>
          <p:spPr>
            <a:xfrm>
              <a:off x="10402701" y="669150"/>
              <a:ext cx="37443" cy="37443"/>
            </a:xfrm>
            <a:custGeom>
              <a:avLst/>
              <a:gdLst>
                <a:gd name="connsiteX0" fmla="*/ 37443 w 37443"/>
                <a:gd name="connsiteY0" fmla="*/ 18722 h 37443"/>
                <a:gd name="connsiteX1" fmla="*/ 18722 w 37443"/>
                <a:gd name="connsiteY1" fmla="*/ 37443 h 37443"/>
                <a:gd name="connsiteX2" fmla="*/ 0 w 37443"/>
                <a:gd name="connsiteY2" fmla="*/ 18722 h 37443"/>
                <a:gd name="connsiteX3" fmla="*/ 18722 w 37443"/>
                <a:gd name="connsiteY3" fmla="*/ 0 h 37443"/>
                <a:gd name="connsiteX4" fmla="*/ 37443 w 37443"/>
                <a:gd name="connsiteY4" fmla="*/ 18722 h 37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43" h="37443">
                  <a:moveTo>
                    <a:pt x="37443" y="18722"/>
                  </a:moveTo>
                  <a:cubicBezTo>
                    <a:pt x="37443" y="29061"/>
                    <a:pt x="29061" y="37443"/>
                    <a:pt x="18722" y="37443"/>
                  </a:cubicBezTo>
                  <a:cubicBezTo>
                    <a:pt x="8382" y="37443"/>
                    <a:pt x="0" y="29061"/>
                    <a:pt x="0" y="18722"/>
                  </a:cubicBezTo>
                  <a:cubicBezTo>
                    <a:pt x="0" y="8382"/>
                    <a:pt x="8382" y="0"/>
                    <a:pt x="18722" y="0"/>
                  </a:cubicBezTo>
                  <a:cubicBezTo>
                    <a:pt x="29061" y="0"/>
                    <a:pt x="37443" y="8382"/>
                    <a:pt x="37443" y="18722"/>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A8B8F873-8785-1612-4F86-9F87A7F868AA}"/>
                </a:ext>
              </a:extLst>
            </p:cNvPr>
            <p:cNvSpPr/>
            <p:nvPr/>
          </p:nvSpPr>
          <p:spPr>
            <a:xfrm>
              <a:off x="6967965" y="1945325"/>
              <a:ext cx="16571" cy="44711"/>
            </a:xfrm>
            <a:custGeom>
              <a:avLst/>
              <a:gdLst>
                <a:gd name="connsiteX0" fmla="*/ 9207 w 16571"/>
                <a:gd name="connsiteY0" fmla="*/ 44712 h 44711"/>
                <a:gd name="connsiteX1" fmla="*/ 16571 w 16571"/>
                <a:gd name="connsiteY1" fmla="*/ 37347 h 44711"/>
                <a:gd name="connsiteX2" fmla="*/ 16571 w 16571"/>
                <a:gd name="connsiteY2" fmla="*/ 7364 h 44711"/>
                <a:gd name="connsiteX3" fmla="*/ 9207 w 16571"/>
                <a:gd name="connsiteY3" fmla="*/ 0 h 44711"/>
                <a:gd name="connsiteX4" fmla="*/ 9207 w 16571"/>
                <a:gd name="connsiteY4" fmla="*/ 44712 h 44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1" h="44711">
                  <a:moveTo>
                    <a:pt x="9207" y="44712"/>
                  </a:moveTo>
                  <a:lnTo>
                    <a:pt x="16571" y="37347"/>
                  </a:lnTo>
                  <a:cubicBezTo>
                    <a:pt x="8501" y="28982"/>
                    <a:pt x="8501" y="15730"/>
                    <a:pt x="16571" y="7364"/>
                  </a:cubicBezTo>
                  <a:lnTo>
                    <a:pt x="9207" y="0"/>
                  </a:lnTo>
                  <a:cubicBezTo>
                    <a:pt x="-3069" y="12376"/>
                    <a:pt x="-3069" y="32336"/>
                    <a:pt x="9207" y="44712"/>
                  </a:cubicBez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19596755-C0B4-B921-75D1-D708DDF57DC0}"/>
                </a:ext>
              </a:extLst>
            </p:cNvPr>
            <p:cNvSpPr/>
            <p:nvPr/>
          </p:nvSpPr>
          <p:spPr>
            <a:xfrm>
              <a:off x="6946927" y="1930597"/>
              <a:ext cx="22879" cy="74168"/>
            </a:xfrm>
            <a:custGeom>
              <a:avLst/>
              <a:gdLst>
                <a:gd name="connsiteX0" fmla="*/ 15516 w 22879"/>
                <a:gd name="connsiteY0" fmla="*/ 74169 h 74168"/>
                <a:gd name="connsiteX1" fmla="*/ 22880 w 22879"/>
                <a:gd name="connsiteY1" fmla="*/ 66805 h 74168"/>
                <a:gd name="connsiteX2" fmla="*/ 22691 w 22879"/>
                <a:gd name="connsiteY2" fmla="*/ 7553 h 74168"/>
                <a:gd name="connsiteX3" fmla="*/ 22880 w 22879"/>
                <a:gd name="connsiteY3" fmla="*/ 7364 h 74168"/>
                <a:gd name="connsiteX4" fmla="*/ 15516 w 22879"/>
                <a:gd name="connsiteY4" fmla="*/ 0 h 74168"/>
                <a:gd name="connsiteX5" fmla="*/ 14992 w 22879"/>
                <a:gd name="connsiteY5" fmla="*/ 73645 h 74168"/>
                <a:gd name="connsiteX6" fmla="*/ 15516 w 22879"/>
                <a:gd name="connsiteY6" fmla="*/ 74169 h 7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79" h="74168">
                  <a:moveTo>
                    <a:pt x="15516" y="74169"/>
                  </a:moveTo>
                  <a:lnTo>
                    <a:pt x="22880" y="66805"/>
                  </a:lnTo>
                  <a:cubicBezTo>
                    <a:pt x="6466" y="50495"/>
                    <a:pt x="6382" y="23967"/>
                    <a:pt x="22691" y="7553"/>
                  </a:cubicBezTo>
                  <a:cubicBezTo>
                    <a:pt x="22754" y="7490"/>
                    <a:pt x="22817" y="7427"/>
                    <a:pt x="22880" y="7364"/>
                  </a:cubicBezTo>
                  <a:lnTo>
                    <a:pt x="15516" y="0"/>
                  </a:lnTo>
                  <a:cubicBezTo>
                    <a:pt x="-4965" y="20192"/>
                    <a:pt x="-5200" y="53164"/>
                    <a:pt x="14992" y="73645"/>
                  </a:cubicBezTo>
                  <a:cubicBezTo>
                    <a:pt x="15165" y="73821"/>
                    <a:pt x="15340" y="73995"/>
                    <a:pt x="15516" y="74169"/>
                  </a:cubicBez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842A4C2E-C9C8-334D-6499-DC7E33C920E2}"/>
                </a:ext>
              </a:extLst>
            </p:cNvPr>
            <p:cNvSpPr/>
            <p:nvPr/>
          </p:nvSpPr>
          <p:spPr>
            <a:xfrm>
              <a:off x="6925879" y="1915605"/>
              <a:ext cx="28936" cy="104152"/>
            </a:xfrm>
            <a:custGeom>
              <a:avLst/>
              <a:gdLst>
                <a:gd name="connsiteX0" fmla="*/ 28936 w 28936"/>
                <a:gd name="connsiteY0" fmla="*/ 96788 h 104152"/>
                <a:gd name="connsiteX1" fmla="*/ 28936 w 28936"/>
                <a:gd name="connsiteY1" fmla="*/ 7364 h 104152"/>
                <a:gd name="connsiteX2" fmla="*/ 21572 w 28936"/>
                <a:gd name="connsiteY2" fmla="*/ 0 h 104152"/>
                <a:gd name="connsiteX3" fmla="*/ 21567 w 28936"/>
                <a:gd name="connsiteY3" fmla="*/ 104147 h 104152"/>
                <a:gd name="connsiteX4" fmla="*/ 21572 w 28936"/>
                <a:gd name="connsiteY4" fmla="*/ 104152 h 10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6" h="104152">
                  <a:moveTo>
                    <a:pt x="28936" y="96788"/>
                  </a:moveTo>
                  <a:cubicBezTo>
                    <a:pt x="4385" y="72036"/>
                    <a:pt x="4385" y="32116"/>
                    <a:pt x="28936" y="7364"/>
                  </a:cubicBezTo>
                  <a:lnTo>
                    <a:pt x="21572" y="0"/>
                  </a:lnTo>
                  <a:cubicBezTo>
                    <a:pt x="-7189" y="28758"/>
                    <a:pt x="-7191" y="75386"/>
                    <a:pt x="21567" y="104147"/>
                  </a:cubicBezTo>
                  <a:cubicBezTo>
                    <a:pt x="21569" y="104149"/>
                    <a:pt x="21570" y="104150"/>
                    <a:pt x="21572" y="104152"/>
                  </a:cubicBez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08F67DB0-7353-ADDC-F09A-0CF5C2591959}"/>
                </a:ext>
              </a:extLst>
            </p:cNvPr>
            <p:cNvSpPr/>
            <p:nvPr/>
          </p:nvSpPr>
          <p:spPr>
            <a:xfrm>
              <a:off x="7014519" y="1945325"/>
              <a:ext cx="16571" cy="44711"/>
            </a:xfrm>
            <a:custGeom>
              <a:avLst/>
              <a:gdLst>
                <a:gd name="connsiteX0" fmla="*/ 7364 w 16571"/>
                <a:gd name="connsiteY0" fmla="*/ 44712 h 44711"/>
                <a:gd name="connsiteX1" fmla="*/ 7364 w 16571"/>
                <a:gd name="connsiteY1" fmla="*/ 0 h 44711"/>
                <a:gd name="connsiteX2" fmla="*/ 0 w 16571"/>
                <a:gd name="connsiteY2" fmla="*/ 7364 h 44711"/>
                <a:gd name="connsiteX3" fmla="*/ 6049 w 16571"/>
                <a:gd name="connsiteY3" fmla="*/ 22356 h 44711"/>
                <a:gd name="connsiteX4" fmla="*/ 0 w 16571"/>
                <a:gd name="connsiteY4" fmla="*/ 37347 h 44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1" h="44711">
                  <a:moveTo>
                    <a:pt x="7364" y="44712"/>
                  </a:moveTo>
                  <a:cubicBezTo>
                    <a:pt x="19640" y="32336"/>
                    <a:pt x="19640" y="12376"/>
                    <a:pt x="7364" y="0"/>
                  </a:cubicBezTo>
                  <a:lnTo>
                    <a:pt x="0" y="7364"/>
                  </a:lnTo>
                  <a:cubicBezTo>
                    <a:pt x="3932" y="11357"/>
                    <a:pt x="6109" y="16752"/>
                    <a:pt x="6049" y="22356"/>
                  </a:cubicBezTo>
                  <a:cubicBezTo>
                    <a:pt x="6058" y="27949"/>
                    <a:pt x="3889" y="33327"/>
                    <a:pt x="0" y="37347"/>
                  </a:cubicBez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ECF02E8A-9EE5-0584-0560-FB4CF6E6264C}"/>
                </a:ext>
              </a:extLst>
            </p:cNvPr>
            <p:cNvSpPr/>
            <p:nvPr/>
          </p:nvSpPr>
          <p:spPr>
            <a:xfrm>
              <a:off x="7029248" y="1930597"/>
              <a:ext cx="22879" cy="74168"/>
            </a:xfrm>
            <a:custGeom>
              <a:avLst/>
              <a:gdLst>
                <a:gd name="connsiteX0" fmla="*/ 0 w 22879"/>
                <a:gd name="connsiteY0" fmla="*/ 66805 h 74168"/>
                <a:gd name="connsiteX1" fmla="*/ 7364 w 22879"/>
                <a:gd name="connsiteY1" fmla="*/ 74169 h 74168"/>
                <a:gd name="connsiteX2" fmla="*/ 7888 w 22879"/>
                <a:gd name="connsiteY2" fmla="*/ 524 h 74168"/>
                <a:gd name="connsiteX3" fmla="*/ 7364 w 22879"/>
                <a:gd name="connsiteY3" fmla="*/ 0 h 74168"/>
                <a:gd name="connsiteX4" fmla="*/ 0 w 22879"/>
                <a:gd name="connsiteY4" fmla="*/ 7364 h 74168"/>
                <a:gd name="connsiteX5" fmla="*/ 189 w 22879"/>
                <a:gd name="connsiteY5" fmla="*/ 66616 h 74168"/>
                <a:gd name="connsiteX6" fmla="*/ 0 w 22879"/>
                <a:gd name="connsiteY6" fmla="*/ 66805 h 7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79" h="74168">
                  <a:moveTo>
                    <a:pt x="0" y="66805"/>
                  </a:moveTo>
                  <a:lnTo>
                    <a:pt x="7364" y="74169"/>
                  </a:lnTo>
                  <a:cubicBezTo>
                    <a:pt x="27845" y="53977"/>
                    <a:pt x="28080" y="21005"/>
                    <a:pt x="7888" y="524"/>
                  </a:cubicBezTo>
                  <a:cubicBezTo>
                    <a:pt x="7715" y="348"/>
                    <a:pt x="7540" y="174"/>
                    <a:pt x="7364" y="0"/>
                  </a:cubicBezTo>
                  <a:lnTo>
                    <a:pt x="0" y="7364"/>
                  </a:lnTo>
                  <a:cubicBezTo>
                    <a:pt x="16414" y="23674"/>
                    <a:pt x="16498" y="50202"/>
                    <a:pt x="189" y="66616"/>
                  </a:cubicBezTo>
                  <a:cubicBezTo>
                    <a:pt x="126" y="66679"/>
                    <a:pt x="63" y="66742"/>
                    <a:pt x="0" y="66805"/>
                  </a:cubicBez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EBF2EE88-3BF9-CE8D-30F9-BA3BB1CBC8A0}"/>
                </a:ext>
              </a:extLst>
            </p:cNvPr>
            <p:cNvSpPr/>
            <p:nvPr/>
          </p:nvSpPr>
          <p:spPr>
            <a:xfrm>
              <a:off x="7044239" y="1915605"/>
              <a:ext cx="28936" cy="104152"/>
            </a:xfrm>
            <a:custGeom>
              <a:avLst/>
              <a:gdLst>
                <a:gd name="connsiteX0" fmla="*/ 0 w 28936"/>
                <a:gd name="connsiteY0" fmla="*/ 96788 h 104152"/>
                <a:gd name="connsiteX1" fmla="*/ 7364 w 28936"/>
                <a:gd name="connsiteY1" fmla="*/ 104152 h 104152"/>
                <a:gd name="connsiteX2" fmla="*/ 7370 w 28936"/>
                <a:gd name="connsiteY2" fmla="*/ 5 h 104152"/>
                <a:gd name="connsiteX3" fmla="*/ 7364 w 28936"/>
                <a:gd name="connsiteY3" fmla="*/ 0 h 104152"/>
                <a:gd name="connsiteX4" fmla="*/ 0 w 28936"/>
                <a:gd name="connsiteY4" fmla="*/ 7364 h 104152"/>
                <a:gd name="connsiteX5" fmla="*/ 0 w 28936"/>
                <a:gd name="connsiteY5" fmla="*/ 96788 h 10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36" h="104152">
                  <a:moveTo>
                    <a:pt x="0" y="96788"/>
                  </a:moveTo>
                  <a:lnTo>
                    <a:pt x="7364" y="104152"/>
                  </a:lnTo>
                  <a:cubicBezTo>
                    <a:pt x="36125" y="75394"/>
                    <a:pt x="36127" y="28766"/>
                    <a:pt x="7370" y="5"/>
                  </a:cubicBezTo>
                  <a:cubicBezTo>
                    <a:pt x="7368" y="4"/>
                    <a:pt x="7366" y="2"/>
                    <a:pt x="7364" y="0"/>
                  </a:cubicBezTo>
                  <a:lnTo>
                    <a:pt x="0" y="7364"/>
                  </a:lnTo>
                  <a:cubicBezTo>
                    <a:pt x="24552" y="32116"/>
                    <a:pt x="24552" y="72036"/>
                    <a:pt x="0" y="96788"/>
                  </a:cubicBez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06A357A2-6777-2E27-3C79-016FF3F111AB}"/>
                </a:ext>
              </a:extLst>
            </p:cNvPr>
            <p:cNvSpPr/>
            <p:nvPr/>
          </p:nvSpPr>
          <p:spPr>
            <a:xfrm>
              <a:off x="6919418" y="1957137"/>
              <a:ext cx="160332" cy="174926"/>
            </a:xfrm>
            <a:custGeom>
              <a:avLst/>
              <a:gdLst>
                <a:gd name="connsiteX0" fmla="*/ 160328 w 160332"/>
                <a:gd name="connsiteY0" fmla="*/ 168903 h 174926"/>
                <a:gd name="connsiteX1" fmla="*/ 160328 w 160332"/>
                <a:gd name="connsiteY1" fmla="*/ 168903 h 174926"/>
                <a:gd name="connsiteX2" fmla="*/ 159881 w 160332"/>
                <a:gd name="connsiteY2" fmla="*/ 167562 h 174926"/>
                <a:gd name="connsiteX3" fmla="*/ 159881 w 160332"/>
                <a:gd name="connsiteY3" fmla="*/ 167404 h 174926"/>
                <a:gd name="connsiteX4" fmla="*/ 84923 w 160332"/>
                <a:gd name="connsiteY4" fmla="*/ 21433 h 174926"/>
                <a:gd name="connsiteX5" fmla="*/ 84055 w 160332"/>
                <a:gd name="connsiteY5" fmla="*/ 20276 h 174926"/>
                <a:gd name="connsiteX6" fmla="*/ 89862 w 160332"/>
                <a:gd name="connsiteY6" fmla="*/ 6578 h 174926"/>
                <a:gd name="connsiteX7" fmla="*/ 76164 w 160332"/>
                <a:gd name="connsiteY7" fmla="*/ 770 h 174926"/>
                <a:gd name="connsiteX8" fmla="*/ 70357 w 160332"/>
                <a:gd name="connsiteY8" fmla="*/ 14468 h 174926"/>
                <a:gd name="connsiteX9" fmla="*/ 76164 w 160332"/>
                <a:gd name="connsiteY9" fmla="*/ 20276 h 174926"/>
                <a:gd name="connsiteX10" fmla="*/ 75454 w 160332"/>
                <a:gd name="connsiteY10" fmla="*/ 21302 h 174926"/>
                <a:gd name="connsiteX11" fmla="*/ 496 w 160332"/>
                <a:gd name="connsiteY11" fmla="*/ 167272 h 174926"/>
                <a:gd name="connsiteX12" fmla="*/ 496 w 160332"/>
                <a:gd name="connsiteY12" fmla="*/ 167430 h 174926"/>
                <a:gd name="connsiteX13" fmla="*/ 49 w 160332"/>
                <a:gd name="connsiteY13" fmla="*/ 168772 h 174926"/>
                <a:gd name="connsiteX14" fmla="*/ 49 w 160332"/>
                <a:gd name="connsiteY14" fmla="*/ 168772 h 174926"/>
                <a:gd name="connsiteX15" fmla="*/ 49 w 160332"/>
                <a:gd name="connsiteY15" fmla="*/ 170087 h 174926"/>
                <a:gd name="connsiteX16" fmla="*/ 49 w 160332"/>
                <a:gd name="connsiteY16" fmla="*/ 170402 h 174926"/>
                <a:gd name="connsiteX17" fmla="*/ 417 w 160332"/>
                <a:gd name="connsiteY17" fmla="*/ 171638 h 174926"/>
                <a:gd name="connsiteX18" fmla="*/ 417 w 160332"/>
                <a:gd name="connsiteY18" fmla="*/ 171638 h 174926"/>
                <a:gd name="connsiteX19" fmla="*/ 786 w 160332"/>
                <a:gd name="connsiteY19" fmla="*/ 172217 h 174926"/>
                <a:gd name="connsiteX20" fmla="*/ 1312 w 160332"/>
                <a:gd name="connsiteY20" fmla="*/ 172980 h 174926"/>
                <a:gd name="connsiteX21" fmla="*/ 1312 w 160332"/>
                <a:gd name="connsiteY21" fmla="*/ 172980 h 174926"/>
                <a:gd name="connsiteX22" fmla="*/ 1732 w 160332"/>
                <a:gd name="connsiteY22" fmla="*/ 173295 h 174926"/>
                <a:gd name="connsiteX23" fmla="*/ 2469 w 160332"/>
                <a:gd name="connsiteY23" fmla="*/ 173874 h 174926"/>
                <a:gd name="connsiteX24" fmla="*/ 3100 w 160332"/>
                <a:gd name="connsiteY24" fmla="*/ 174163 h 174926"/>
                <a:gd name="connsiteX25" fmla="*/ 3889 w 160332"/>
                <a:gd name="connsiteY25" fmla="*/ 174453 h 174926"/>
                <a:gd name="connsiteX26" fmla="*/ 4573 w 160332"/>
                <a:gd name="connsiteY26" fmla="*/ 174453 h 174926"/>
                <a:gd name="connsiteX27" fmla="*/ 5152 w 160332"/>
                <a:gd name="connsiteY27" fmla="*/ 174926 h 174926"/>
                <a:gd name="connsiteX28" fmla="*/ 5520 w 160332"/>
                <a:gd name="connsiteY28" fmla="*/ 174926 h 174926"/>
                <a:gd name="connsiteX29" fmla="*/ 5862 w 160332"/>
                <a:gd name="connsiteY29" fmla="*/ 174926 h 174926"/>
                <a:gd name="connsiteX30" fmla="*/ 7256 w 160332"/>
                <a:gd name="connsiteY30" fmla="*/ 174558 h 174926"/>
                <a:gd name="connsiteX31" fmla="*/ 80162 w 160332"/>
                <a:gd name="connsiteY31" fmla="*/ 142497 h 174926"/>
                <a:gd name="connsiteX32" fmla="*/ 152963 w 160332"/>
                <a:gd name="connsiteY32" fmla="*/ 174479 h 174926"/>
                <a:gd name="connsiteX33" fmla="*/ 155067 w 160332"/>
                <a:gd name="connsiteY33" fmla="*/ 174926 h 174926"/>
                <a:gd name="connsiteX34" fmla="*/ 155067 w 160332"/>
                <a:gd name="connsiteY34" fmla="*/ 174926 h 174926"/>
                <a:gd name="connsiteX35" fmla="*/ 156356 w 160332"/>
                <a:gd name="connsiteY35" fmla="*/ 174742 h 174926"/>
                <a:gd name="connsiteX36" fmla="*/ 156724 w 160332"/>
                <a:gd name="connsiteY36" fmla="*/ 174742 h 174926"/>
                <a:gd name="connsiteX37" fmla="*/ 157698 w 160332"/>
                <a:gd name="connsiteY37" fmla="*/ 174295 h 174926"/>
                <a:gd name="connsiteX38" fmla="*/ 157934 w 160332"/>
                <a:gd name="connsiteY38" fmla="*/ 174137 h 174926"/>
                <a:gd name="connsiteX39" fmla="*/ 158881 w 160332"/>
                <a:gd name="connsiteY39" fmla="*/ 173374 h 174926"/>
                <a:gd name="connsiteX40" fmla="*/ 158881 w 160332"/>
                <a:gd name="connsiteY40" fmla="*/ 173374 h 174926"/>
                <a:gd name="connsiteX41" fmla="*/ 159433 w 160332"/>
                <a:gd name="connsiteY41" fmla="*/ 172559 h 174926"/>
                <a:gd name="connsiteX42" fmla="*/ 159749 w 160332"/>
                <a:gd name="connsiteY42" fmla="*/ 172033 h 174926"/>
                <a:gd name="connsiteX43" fmla="*/ 159749 w 160332"/>
                <a:gd name="connsiteY43" fmla="*/ 172033 h 174926"/>
                <a:gd name="connsiteX44" fmla="*/ 160117 w 160332"/>
                <a:gd name="connsiteY44" fmla="*/ 170770 h 174926"/>
                <a:gd name="connsiteX45" fmla="*/ 160117 w 160332"/>
                <a:gd name="connsiteY45" fmla="*/ 170481 h 174926"/>
                <a:gd name="connsiteX46" fmla="*/ 160328 w 160332"/>
                <a:gd name="connsiteY46" fmla="*/ 168903 h 174926"/>
                <a:gd name="connsiteX47" fmla="*/ 115616 w 160332"/>
                <a:gd name="connsiteY47" fmla="*/ 104334 h 174926"/>
                <a:gd name="connsiteX48" fmla="*/ 89052 w 160332"/>
                <a:gd name="connsiteY48" fmla="*/ 86370 h 174926"/>
                <a:gd name="connsiteX49" fmla="*/ 101860 w 160332"/>
                <a:gd name="connsiteY49" fmla="*/ 77612 h 174926"/>
                <a:gd name="connsiteX50" fmla="*/ 80109 w 160332"/>
                <a:gd name="connsiteY50" fmla="*/ 35215 h 174926"/>
                <a:gd name="connsiteX51" fmla="*/ 97021 w 160332"/>
                <a:gd name="connsiteY51" fmla="*/ 68117 h 174926"/>
                <a:gd name="connsiteX52" fmla="*/ 79715 w 160332"/>
                <a:gd name="connsiteY52" fmla="*/ 80032 h 174926"/>
                <a:gd name="connsiteX53" fmla="*/ 63934 w 160332"/>
                <a:gd name="connsiteY53" fmla="*/ 69511 h 174926"/>
                <a:gd name="connsiteX54" fmla="*/ 62830 w 160332"/>
                <a:gd name="connsiteY54" fmla="*/ 68933 h 174926"/>
                <a:gd name="connsiteX55" fmla="*/ 58069 w 160332"/>
                <a:gd name="connsiteY55" fmla="*/ 78112 h 174926"/>
                <a:gd name="connsiteX56" fmla="*/ 70404 w 160332"/>
                <a:gd name="connsiteY56" fmla="*/ 86449 h 174926"/>
                <a:gd name="connsiteX57" fmla="*/ 44603 w 160332"/>
                <a:gd name="connsiteY57" fmla="*/ 104150 h 174926"/>
                <a:gd name="connsiteX58" fmla="*/ 16592 w 160332"/>
                <a:gd name="connsiteY58" fmla="*/ 158909 h 174926"/>
                <a:gd name="connsiteX59" fmla="*/ 35161 w 160332"/>
                <a:gd name="connsiteY59" fmla="*/ 122718 h 174926"/>
                <a:gd name="connsiteX60" fmla="*/ 67064 w 160332"/>
                <a:gd name="connsiteY60" fmla="*/ 136737 h 174926"/>
                <a:gd name="connsiteX61" fmla="*/ 46023 w 160332"/>
                <a:gd name="connsiteY61" fmla="*/ 116012 h 174926"/>
                <a:gd name="connsiteX62" fmla="*/ 79768 w 160332"/>
                <a:gd name="connsiteY62" fmla="*/ 92788 h 174926"/>
                <a:gd name="connsiteX63" fmla="*/ 114169 w 160332"/>
                <a:gd name="connsiteY63" fmla="*/ 116064 h 174926"/>
                <a:gd name="connsiteX64" fmla="*/ 80162 w 160332"/>
                <a:gd name="connsiteY64" fmla="*/ 131003 h 174926"/>
                <a:gd name="connsiteX65" fmla="*/ 135447 w 160332"/>
                <a:gd name="connsiteY65" fmla="*/ 155305 h 174926"/>
                <a:gd name="connsiteX66" fmla="*/ 93234 w 160332"/>
                <a:gd name="connsiteY66" fmla="*/ 136763 h 174926"/>
                <a:gd name="connsiteX67" fmla="*/ 125084 w 160332"/>
                <a:gd name="connsiteY67" fmla="*/ 122771 h 174926"/>
                <a:gd name="connsiteX68" fmla="*/ 143627 w 160332"/>
                <a:gd name="connsiteY68" fmla="*/ 158882 h 174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60332" h="174926">
                  <a:moveTo>
                    <a:pt x="160328" y="168903"/>
                  </a:moveTo>
                  <a:lnTo>
                    <a:pt x="160328" y="168903"/>
                  </a:lnTo>
                  <a:cubicBezTo>
                    <a:pt x="160247" y="168436"/>
                    <a:pt x="160096" y="167984"/>
                    <a:pt x="159881" y="167562"/>
                  </a:cubicBezTo>
                  <a:cubicBezTo>
                    <a:pt x="159881" y="167562"/>
                    <a:pt x="159881" y="167562"/>
                    <a:pt x="159881" y="167404"/>
                  </a:cubicBezTo>
                  <a:lnTo>
                    <a:pt x="84923" y="21433"/>
                  </a:lnTo>
                  <a:cubicBezTo>
                    <a:pt x="84694" y="21005"/>
                    <a:pt x="84402" y="20615"/>
                    <a:pt x="84055" y="20276"/>
                  </a:cubicBezTo>
                  <a:cubicBezTo>
                    <a:pt x="89441" y="18097"/>
                    <a:pt x="92041" y="11964"/>
                    <a:pt x="89862" y="6578"/>
                  </a:cubicBezTo>
                  <a:cubicBezTo>
                    <a:pt x="87683" y="1192"/>
                    <a:pt x="81551" y="-1408"/>
                    <a:pt x="76164" y="770"/>
                  </a:cubicBezTo>
                  <a:cubicBezTo>
                    <a:pt x="70778" y="2949"/>
                    <a:pt x="68178" y="9082"/>
                    <a:pt x="70357" y="14468"/>
                  </a:cubicBezTo>
                  <a:cubicBezTo>
                    <a:pt x="71426" y="17111"/>
                    <a:pt x="73522" y="19207"/>
                    <a:pt x="76164" y="20276"/>
                  </a:cubicBezTo>
                  <a:cubicBezTo>
                    <a:pt x="75883" y="20585"/>
                    <a:pt x="75645" y="20930"/>
                    <a:pt x="75454" y="21302"/>
                  </a:cubicBezTo>
                  <a:lnTo>
                    <a:pt x="496" y="167272"/>
                  </a:lnTo>
                  <a:cubicBezTo>
                    <a:pt x="496" y="167272"/>
                    <a:pt x="496" y="167272"/>
                    <a:pt x="496" y="167430"/>
                  </a:cubicBezTo>
                  <a:cubicBezTo>
                    <a:pt x="281" y="167852"/>
                    <a:pt x="130" y="168305"/>
                    <a:pt x="49" y="168772"/>
                  </a:cubicBezTo>
                  <a:lnTo>
                    <a:pt x="49" y="168772"/>
                  </a:lnTo>
                  <a:cubicBezTo>
                    <a:pt x="-16" y="169207"/>
                    <a:pt x="-16" y="169651"/>
                    <a:pt x="49" y="170087"/>
                  </a:cubicBezTo>
                  <a:cubicBezTo>
                    <a:pt x="49" y="170087"/>
                    <a:pt x="49" y="170297"/>
                    <a:pt x="49" y="170402"/>
                  </a:cubicBezTo>
                  <a:cubicBezTo>
                    <a:pt x="121" y="170828"/>
                    <a:pt x="244" y="171243"/>
                    <a:pt x="417" y="171638"/>
                  </a:cubicBezTo>
                  <a:cubicBezTo>
                    <a:pt x="417" y="171638"/>
                    <a:pt x="417" y="171638"/>
                    <a:pt x="417" y="171638"/>
                  </a:cubicBezTo>
                  <a:cubicBezTo>
                    <a:pt x="417" y="171638"/>
                    <a:pt x="680" y="172007"/>
                    <a:pt x="786" y="172217"/>
                  </a:cubicBezTo>
                  <a:cubicBezTo>
                    <a:pt x="946" y="172481"/>
                    <a:pt x="1121" y="172736"/>
                    <a:pt x="1312" y="172980"/>
                  </a:cubicBezTo>
                  <a:lnTo>
                    <a:pt x="1312" y="172980"/>
                  </a:lnTo>
                  <a:cubicBezTo>
                    <a:pt x="1445" y="173093"/>
                    <a:pt x="1586" y="173199"/>
                    <a:pt x="1732" y="173295"/>
                  </a:cubicBezTo>
                  <a:cubicBezTo>
                    <a:pt x="1960" y="173510"/>
                    <a:pt x="2206" y="173704"/>
                    <a:pt x="2469" y="173874"/>
                  </a:cubicBezTo>
                  <a:cubicBezTo>
                    <a:pt x="2674" y="173981"/>
                    <a:pt x="2885" y="174078"/>
                    <a:pt x="3100" y="174163"/>
                  </a:cubicBezTo>
                  <a:lnTo>
                    <a:pt x="3889" y="174453"/>
                  </a:lnTo>
                  <a:lnTo>
                    <a:pt x="4573" y="174453"/>
                  </a:lnTo>
                  <a:lnTo>
                    <a:pt x="5152" y="174926"/>
                  </a:lnTo>
                  <a:lnTo>
                    <a:pt x="5520" y="174926"/>
                  </a:lnTo>
                  <a:lnTo>
                    <a:pt x="5862" y="174926"/>
                  </a:lnTo>
                  <a:cubicBezTo>
                    <a:pt x="6343" y="174881"/>
                    <a:pt x="6815" y="174756"/>
                    <a:pt x="7256" y="174558"/>
                  </a:cubicBezTo>
                  <a:lnTo>
                    <a:pt x="80162" y="142497"/>
                  </a:lnTo>
                  <a:lnTo>
                    <a:pt x="152963" y="174479"/>
                  </a:lnTo>
                  <a:cubicBezTo>
                    <a:pt x="153624" y="174780"/>
                    <a:pt x="154342" y="174932"/>
                    <a:pt x="155067" y="174926"/>
                  </a:cubicBezTo>
                  <a:lnTo>
                    <a:pt x="155067" y="174926"/>
                  </a:lnTo>
                  <a:cubicBezTo>
                    <a:pt x="155503" y="174918"/>
                    <a:pt x="155936" y="174856"/>
                    <a:pt x="156356" y="174742"/>
                  </a:cubicBezTo>
                  <a:lnTo>
                    <a:pt x="156724" y="174742"/>
                  </a:lnTo>
                  <a:cubicBezTo>
                    <a:pt x="157058" y="174615"/>
                    <a:pt x="157384" y="174466"/>
                    <a:pt x="157698" y="174295"/>
                  </a:cubicBezTo>
                  <a:lnTo>
                    <a:pt x="157934" y="174137"/>
                  </a:lnTo>
                  <a:cubicBezTo>
                    <a:pt x="158278" y="173920"/>
                    <a:pt x="158596" y="173664"/>
                    <a:pt x="158881" y="173374"/>
                  </a:cubicBezTo>
                  <a:lnTo>
                    <a:pt x="158881" y="173374"/>
                  </a:lnTo>
                  <a:cubicBezTo>
                    <a:pt x="159086" y="173117"/>
                    <a:pt x="159271" y="172845"/>
                    <a:pt x="159433" y="172559"/>
                  </a:cubicBezTo>
                  <a:cubicBezTo>
                    <a:pt x="159548" y="172390"/>
                    <a:pt x="159654" y="172214"/>
                    <a:pt x="159749" y="172033"/>
                  </a:cubicBezTo>
                  <a:cubicBezTo>
                    <a:pt x="159749" y="172033"/>
                    <a:pt x="159749" y="172033"/>
                    <a:pt x="159749" y="172033"/>
                  </a:cubicBezTo>
                  <a:cubicBezTo>
                    <a:pt x="159927" y="171630"/>
                    <a:pt x="160051" y="171206"/>
                    <a:pt x="160117" y="170770"/>
                  </a:cubicBezTo>
                  <a:cubicBezTo>
                    <a:pt x="160117" y="170770"/>
                    <a:pt x="160117" y="170586"/>
                    <a:pt x="160117" y="170481"/>
                  </a:cubicBezTo>
                  <a:cubicBezTo>
                    <a:pt x="160282" y="169972"/>
                    <a:pt x="160354" y="169437"/>
                    <a:pt x="160328" y="168903"/>
                  </a:cubicBezTo>
                  <a:close/>
                  <a:moveTo>
                    <a:pt x="115616" y="104334"/>
                  </a:moveTo>
                  <a:lnTo>
                    <a:pt x="89052" y="86370"/>
                  </a:lnTo>
                  <a:lnTo>
                    <a:pt x="101860" y="77612"/>
                  </a:lnTo>
                  <a:close/>
                  <a:moveTo>
                    <a:pt x="80109" y="35215"/>
                  </a:moveTo>
                  <a:lnTo>
                    <a:pt x="97021" y="68117"/>
                  </a:lnTo>
                  <a:lnTo>
                    <a:pt x="79715" y="80032"/>
                  </a:lnTo>
                  <a:lnTo>
                    <a:pt x="63934" y="69511"/>
                  </a:lnTo>
                  <a:cubicBezTo>
                    <a:pt x="63592" y="69273"/>
                    <a:pt x="63221" y="69078"/>
                    <a:pt x="62830" y="68933"/>
                  </a:cubicBezTo>
                  <a:close/>
                  <a:moveTo>
                    <a:pt x="58069" y="78112"/>
                  </a:moveTo>
                  <a:lnTo>
                    <a:pt x="70404" y="86449"/>
                  </a:lnTo>
                  <a:lnTo>
                    <a:pt x="44603" y="104150"/>
                  </a:lnTo>
                  <a:close/>
                  <a:moveTo>
                    <a:pt x="16592" y="158909"/>
                  </a:moveTo>
                  <a:lnTo>
                    <a:pt x="35161" y="122718"/>
                  </a:lnTo>
                  <a:lnTo>
                    <a:pt x="67064" y="136737"/>
                  </a:lnTo>
                  <a:close/>
                  <a:moveTo>
                    <a:pt x="46023" y="116012"/>
                  </a:moveTo>
                  <a:lnTo>
                    <a:pt x="79768" y="92788"/>
                  </a:lnTo>
                  <a:lnTo>
                    <a:pt x="114169" y="116064"/>
                  </a:lnTo>
                  <a:lnTo>
                    <a:pt x="80162" y="131003"/>
                  </a:lnTo>
                  <a:close/>
                  <a:moveTo>
                    <a:pt x="135447" y="155305"/>
                  </a:moveTo>
                  <a:lnTo>
                    <a:pt x="93234" y="136763"/>
                  </a:lnTo>
                  <a:lnTo>
                    <a:pt x="125084" y="122771"/>
                  </a:lnTo>
                  <a:lnTo>
                    <a:pt x="143627" y="158882"/>
                  </a:lnTo>
                  <a:close/>
                </a:path>
              </a:pathLst>
            </a:custGeom>
            <a:solidFill>
              <a:schemeClr val="tx1">
                <a:lumMod val="95000"/>
                <a:lumOff val="5000"/>
                <a:alpha val="50000"/>
              </a:schemeClr>
            </a:solidFill>
            <a:ln w="2580"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121AFC58-410D-16ED-3448-2D8AD7F066EE}"/>
                </a:ext>
              </a:extLst>
            </p:cNvPr>
            <p:cNvSpPr/>
            <p:nvPr/>
          </p:nvSpPr>
          <p:spPr>
            <a:xfrm>
              <a:off x="3228267" y="2567959"/>
              <a:ext cx="56010" cy="56010"/>
            </a:xfrm>
            <a:custGeom>
              <a:avLst/>
              <a:gdLst>
                <a:gd name="connsiteX0" fmla="*/ 56011 w 56010"/>
                <a:gd name="connsiteY0" fmla="*/ 28005 h 56010"/>
                <a:gd name="connsiteX1" fmla="*/ 28005 w 56010"/>
                <a:gd name="connsiteY1" fmla="*/ 56011 h 56010"/>
                <a:gd name="connsiteX2" fmla="*/ 0 w 56010"/>
                <a:gd name="connsiteY2" fmla="*/ 28005 h 56010"/>
                <a:gd name="connsiteX3" fmla="*/ 28005 w 56010"/>
                <a:gd name="connsiteY3" fmla="*/ 0 h 56010"/>
                <a:gd name="connsiteX4" fmla="*/ 56011 w 56010"/>
                <a:gd name="connsiteY4" fmla="*/ 28005 h 56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10" h="56010">
                  <a:moveTo>
                    <a:pt x="56011" y="28005"/>
                  </a:moveTo>
                  <a:cubicBezTo>
                    <a:pt x="56011" y="43472"/>
                    <a:pt x="43472" y="56011"/>
                    <a:pt x="28005" y="56011"/>
                  </a:cubicBezTo>
                  <a:cubicBezTo>
                    <a:pt x="12538" y="56011"/>
                    <a:pt x="0" y="43472"/>
                    <a:pt x="0" y="28005"/>
                  </a:cubicBezTo>
                  <a:cubicBezTo>
                    <a:pt x="0" y="12538"/>
                    <a:pt x="12538" y="0"/>
                    <a:pt x="28005" y="0"/>
                  </a:cubicBezTo>
                  <a:cubicBezTo>
                    <a:pt x="43472" y="0"/>
                    <a:pt x="56011" y="12538"/>
                    <a:pt x="56011" y="28005"/>
                  </a:cubicBezTo>
                  <a:close/>
                </a:path>
              </a:pathLst>
            </a:custGeom>
            <a:solidFill>
              <a:schemeClr val="tx1">
                <a:lumMod val="95000"/>
                <a:lumOff val="5000"/>
                <a:alpha val="50000"/>
              </a:schemeClr>
            </a:solidFill>
            <a:ln w="3473"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04C74AAC-3A46-CF35-C11E-1BDC7987ECFD}"/>
                </a:ext>
              </a:extLst>
            </p:cNvPr>
            <p:cNvSpPr/>
            <p:nvPr/>
          </p:nvSpPr>
          <p:spPr>
            <a:xfrm>
              <a:off x="3396299" y="2567959"/>
              <a:ext cx="56010" cy="56010"/>
            </a:xfrm>
            <a:custGeom>
              <a:avLst/>
              <a:gdLst>
                <a:gd name="connsiteX0" fmla="*/ 56011 w 56010"/>
                <a:gd name="connsiteY0" fmla="*/ 28005 h 56010"/>
                <a:gd name="connsiteX1" fmla="*/ 28005 w 56010"/>
                <a:gd name="connsiteY1" fmla="*/ 56011 h 56010"/>
                <a:gd name="connsiteX2" fmla="*/ 0 w 56010"/>
                <a:gd name="connsiteY2" fmla="*/ 28005 h 56010"/>
                <a:gd name="connsiteX3" fmla="*/ 28005 w 56010"/>
                <a:gd name="connsiteY3" fmla="*/ 0 h 56010"/>
                <a:gd name="connsiteX4" fmla="*/ 56011 w 56010"/>
                <a:gd name="connsiteY4" fmla="*/ 28005 h 56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10" h="56010">
                  <a:moveTo>
                    <a:pt x="56011" y="28005"/>
                  </a:moveTo>
                  <a:cubicBezTo>
                    <a:pt x="56011" y="43472"/>
                    <a:pt x="43472" y="56011"/>
                    <a:pt x="28005" y="56011"/>
                  </a:cubicBezTo>
                  <a:cubicBezTo>
                    <a:pt x="12538" y="56011"/>
                    <a:pt x="0" y="43472"/>
                    <a:pt x="0" y="28005"/>
                  </a:cubicBezTo>
                  <a:cubicBezTo>
                    <a:pt x="0" y="12538"/>
                    <a:pt x="12538" y="0"/>
                    <a:pt x="28005" y="0"/>
                  </a:cubicBezTo>
                  <a:cubicBezTo>
                    <a:pt x="43472" y="0"/>
                    <a:pt x="56011" y="12538"/>
                    <a:pt x="56011" y="28005"/>
                  </a:cubicBezTo>
                  <a:close/>
                </a:path>
              </a:pathLst>
            </a:custGeom>
            <a:solidFill>
              <a:schemeClr val="tx1">
                <a:lumMod val="95000"/>
                <a:lumOff val="5000"/>
                <a:alpha val="50000"/>
              </a:schemeClr>
            </a:solidFill>
            <a:ln w="3473"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4A553DBB-7D70-F24E-6A1C-EBE8CEDC70BE}"/>
                </a:ext>
              </a:extLst>
            </p:cNvPr>
            <p:cNvSpPr/>
            <p:nvPr/>
          </p:nvSpPr>
          <p:spPr>
            <a:xfrm>
              <a:off x="3186259" y="2469940"/>
              <a:ext cx="308058" cy="126024"/>
            </a:xfrm>
            <a:custGeom>
              <a:avLst/>
              <a:gdLst>
                <a:gd name="connsiteX0" fmla="*/ 122523 w 308058"/>
                <a:gd name="connsiteY0" fmla="*/ 56011 h 126024"/>
                <a:gd name="connsiteX1" fmla="*/ 122523 w 308058"/>
                <a:gd name="connsiteY1" fmla="*/ 14003 h 126024"/>
                <a:gd name="connsiteX2" fmla="*/ 170482 w 308058"/>
                <a:gd name="connsiteY2" fmla="*/ 14003 h 126024"/>
                <a:gd name="connsiteX3" fmla="*/ 180284 w 308058"/>
                <a:gd name="connsiteY3" fmla="*/ 18203 h 126024"/>
                <a:gd name="connsiteX4" fmla="*/ 218092 w 308058"/>
                <a:gd name="connsiteY4" fmla="*/ 56011 h 126024"/>
                <a:gd name="connsiteX5" fmla="*/ 122523 w 308058"/>
                <a:gd name="connsiteY5" fmla="*/ 56011 h 126024"/>
                <a:gd name="connsiteX6" fmla="*/ 108521 w 308058"/>
                <a:gd name="connsiteY6" fmla="*/ 56011 h 126024"/>
                <a:gd name="connsiteX7" fmla="*/ 19954 w 308058"/>
                <a:gd name="connsiteY7" fmla="*/ 56011 h 126024"/>
                <a:gd name="connsiteX8" fmla="*/ 57761 w 308058"/>
                <a:gd name="connsiteY8" fmla="*/ 18203 h 126024"/>
                <a:gd name="connsiteX9" fmla="*/ 67563 w 308058"/>
                <a:gd name="connsiteY9" fmla="*/ 14003 h 126024"/>
                <a:gd name="connsiteX10" fmla="*/ 108521 w 308058"/>
                <a:gd name="connsiteY10" fmla="*/ 14003 h 126024"/>
                <a:gd name="connsiteX11" fmla="*/ 108521 w 308058"/>
                <a:gd name="connsiteY11" fmla="*/ 56011 h 126024"/>
                <a:gd name="connsiteX12" fmla="*/ 273052 w 308058"/>
                <a:gd name="connsiteY12" fmla="*/ 56011 h 126024"/>
                <a:gd name="connsiteX13" fmla="*/ 243996 w 308058"/>
                <a:gd name="connsiteY13" fmla="*/ 56011 h 126024"/>
                <a:gd name="connsiteX14" fmla="*/ 234195 w 308058"/>
                <a:gd name="connsiteY14" fmla="*/ 51810 h 126024"/>
                <a:gd name="connsiteX15" fmla="*/ 190086 w 308058"/>
                <a:gd name="connsiteY15" fmla="*/ 8052 h 126024"/>
                <a:gd name="connsiteX16" fmla="*/ 170132 w 308058"/>
                <a:gd name="connsiteY16" fmla="*/ 0 h 126024"/>
                <a:gd name="connsiteX17" fmla="*/ 67563 w 308058"/>
                <a:gd name="connsiteY17" fmla="*/ 0 h 126024"/>
                <a:gd name="connsiteX18" fmla="*/ 47609 w 308058"/>
                <a:gd name="connsiteY18" fmla="*/ 8052 h 126024"/>
                <a:gd name="connsiteX19" fmla="*/ 4201 w 308058"/>
                <a:gd name="connsiteY19" fmla="*/ 51810 h 126024"/>
                <a:gd name="connsiteX20" fmla="*/ 0 w 308058"/>
                <a:gd name="connsiteY20" fmla="*/ 61962 h 126024"/>
                <a:gd name="connsiteX21" fmla="*/ 0 w 308058"/>
                <a:gd name="connsiteY21" fmla="*/ 98019 h 126024"/>
                <a:gd name="connsiteX22" fmla="*/ 28005 w 308058"/>
                <a:gd name="connsiteY22" fmla="*/ 126024 h 126024"/>
                <a:gd name="connsiteX23" fmla="*/ 31506 w 308058"/>
                <a:gd name="connsiteY23" fmla="*/ 126024 h 126024"/>
                <a:gd name="connsiteX24" fmla="*/ 70013 w 308058"/>
                <a:gd name="connsiteY24" fmla="*/ 87517 h 126024"/>
                <a:gd name="connsiteX25" fmla="*/ 108521 w 308058"/>
                <a:gd name="connsiteY25" fmla="*/ 126024 h 126024"/>
                <a:gd name="connsiteX26" fmla="*/ 199538 w 308058"/>
                <a:gd name="connsiteY26" fmla="*/ 126024 h 126024"/>
                <a:gd name="connsiteX27" fmla="*/ 238045 w 308058"/>
                <a:gd name="connsiteY27" fmla="*/ 87517 h 126024"/>
                <a:gd name="connsiteX28" fmla="*/ 276553 w 308058"/>
                <a:gd name="connsiteY28" fmla="*/ 126024 h 126024"/>
                <a:gd name="connsiteX29" fmla="*/ 294056 w 308058"/>
                <a:gd name="connsiteY29" fmla="*/ 126024 h 126024"/>
                <a:gd name="connsiteX30" fmla="*/ 308059 w 308058"/>
                <a:gd name="connsiteY30" fmla="*/ 112021 h 126024"/>
                <a:gd name="connsiteX31" fmla="*/ 308059 w 308058"/>
                <a:gd name="connsiteY31" fmla="*/ 91017 h 126024"/>
                <a:gd name="connsiteX32" fmla="*/ 273052 w 308058"/>
                <a:gd name="connsiteY32" fmla="*/ 56011 h 12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8058" h="126024">
                  <a:moveTo>
                    <a:pt x="122523" y="56011"/>
                  </a:moveTo>
                  <a:lnTo>
                    <a:pt x="122523" y="14003"/>
                  </a:lnTo>
                  <a:lnTo>
                    <a:pt x="170482" y="14003"/>
                  </a:lnTo>
                  <a:cubicBezTo>
                    <a:pt x="174333" y="14003"/>
                    <a:pt x="177834" y="15403"/>
                    <a:pt x="180284" y="18203"/>
                  </a:cubicBezTo>
                  <a:lnTo>
                    <a:pt x="218092" y="56011"/>
                  </a:lnTo>
                  <a:lnTo>
                    <a:pt x="122523" y="56011"/>
                  </a:lnTo>
                  <a:close/>
                  <a:moveTo>
                    <a:pt x="108521" y="56011"/>
                  </a:moveTo>
                  <a:lnTo>
                    <a:pt x="19954" y="56011"/>
                  </a:lnTo>
                  <a:lnTo>
                    <a:pt x="57761" y="18203"/>
                  </a:lnTo>
                  <a:cubicBezTo>
                    <a:pt x="60562" y="15403"/>
                    <a:pt x="64062" y="14003"/>
                    <a:pt x="67563" y="14003"/>
                  </a:cubicBezTo>
                  <a:lnTo>
                    <a:pt x="108521" y="14003"/>
                  </a:lnTo>
                  <a:lnTo>
                    <a:pt x="108521" y="56011"/>
                  </a:lnTo>
                  <a:close/>
                  <a:moveTo>
                    <a:pt x="273052" y="56011"/>
                  </a:moveTo>
                  <a:lnTo>
                    <a:pt x="243996" y="56011"/>
                  </a:lnTo>
                  <a:cubicBezTo>
                    <a:pt x="240146" y="56011"/>
                    <a:pt x="236645" y="54610"/>
                    <a:pt x="234195" y="51810"/>
                  </a:cubicBezTo>
                  <a:lnTo>
                    <a:pt x="190086" y="8052"/>
                  </a:lnTo>
                  <a:cubicBezTo>
                    <a:pt x="184835" y="2801"/>
                    <a:pt x="177834" y="0"/>
                    <a:pt x="170132" y="0"/>
                  </a:cubicBezTo>
                  <a:lnTo>
                    <a:pt x="67563" y="0"/>
                  </a:lnTo>
                  <a:cubicBezTo>
                    <a:pt x="60211" y="0"/>
                    <a:pt x="52860" y="2801"/>
                    <a:pt x="47609" y="8052"/>
                  </a:cubicBezTo>
                  <a:lnTo>
                    <a:pt x="4201" y="51810"/>
                  </a:lnTo>
                  <a:cubicBezTo>
                    <a:pt x="1400" y="54610"/>
                    <a:pt x="0" y="58111"/>
                    <a:pt x="0" y="61962"/>
                  </a:cubicBezTo>
                  <a:lnTo>
                    <a:pt x="0" y="98019"/>
                  </a:lnTo>
                  <a:cubicBezTo>
                    <a:pt x="0" y="113422"/>
                    <a:pt x="12602" y="126024"/>
                    <a:pt x="28005" y="126024"/>
                  </a:cubicBezTo>
                  <a:lnTo>
                    <a:pt x="31506" y="126024"/>
                  </a:lnTo>
                  <a:cubicBezTo>
                    <a:pt x="31506" y="104670"/>
                    <a:pt x="48659" y="87517"/>
                    <a:pt x="70013" y="87517"/>
                  </a:cubicBezTo>
                  <a:cubicBezTo>
                    <a:pt x="91367" y="87517"/>
                    <a:pt x="108521" y="104670"/>
                    <a:pt x="108521" y="126024"/>
                  </a:cubicBezTo>
                  <a:lnTo>
                    <a:pt x="199538" y="126024"/>
                  </a:lnTo>
                  <a:cubicBezTo>
                    <a:pt x="199538" y="104670"/>
                    <a:pt x="216691" y="87517"/>
                    <a:pt x="238045" y="87517"/>
                  </a:cubicBezTo>
                  <a:cubicBezTo>
                    <a:pt x="259399" y="87517"/>
                    <a:pt x="276553" y="104670"/>
                    <a:pt x="276553" y="126024"/>
                  </a:cubicBezTo>
                  <a:lnTo>
                    <a:pt x="294056" y="126024"/>
                  </a:lnTo>
                  <a:cubicBezTo>
                    <a:pt x="301757" y="126024"/>
                    <a:pt x="308059" y="119723"/>
                    <a:pt x="308059" y="112021"/>
                  </a:cubicBezTo>
                  <a:lnTo>
                    <a:pt x="308059" y="91017"/>
                  </a:lnTo>
                  <a:cubicBezTo>
                    <a:pt x="308059" y="71764"/>
                    <a:pt x="292306" y="56011"/>
                    <a:pt x="273052" y="56011"/>
                  </a:cubicBezTo>
                  <a:close/>
                </a:path>
              </a:pathLst>
            </a:custGeom>
            <a:solidFill>
              <a:schemeClr val="tx1">
                <a:lumMod val="95000"/>
                <a:lumOff val="5000"/>
                <a:alpha val="50000"/>
              </a:schemeClr>
            </a:solidFill>
            <a:ln w="3473" cap="flat">
              <a:noFill/>
              <a:prstDash val="solid"/>
              <a:miter/>
            </a:ln>
          </p:spPr>
          <p:txBody>
            <a:bodyPr rtlCol="0" anchor="ctr"/>
            <a:lstStyle/>
            <a:p>
              <a:endParaRPr lang="en-IN"/>
            </a:p>
          </p:txBody>
        </p:sp>
        <p:sp>
          <p:nvSpPr>
            <p:cNvPr id="35" name="Graphic 27" descr="Network">
              <a:extLst>
                <a:ext uri="{FF2B5EF4-FFF2-40B4-BE49-F238E27FC236}">
                  <a16:creationId xmlns:a16="http://schemas.microsoft.com/office/drawing/2014/main" id="{E7AF3897-3025-4800-010F-945B8B35FBBF}"/>
                </a:ext>
              </a:extLst>
            </p:cNvPr>
            <p:cNvSpPr/>
            <p:nvPr/>
          </p:nvSpPr>
          <p:spPr>
            <a:xfrm>
              <a:off x="10668184" y="2363528"/>
              <a:ext cx="179875" cy="168864"/>
            </a:xfrm>
            <a:custGeom>
              <a:avLst/>
              <a:gdLst>
                <a:gd name="connsiteX0" fmla="*/ 178421 w 179875"/>
                <a:gd name="connsiteY0" fmla="*/ 59058 h 168864"/>
                <a:gd name="connsiteX1" fmla="*/ 153315 w 179875"/>
                <a:gd name="connsiteY1" fmla="*/ 48776 h 168864"/>
                <a:gd name="connsiteX2" fmla="*/ 141600 w 179875"/>
                <a:gd name="connsiteY2" fmla="*/ 69100 h 168864"/>
                <a:gd name="connsiteX3" fmla="*/ 110756 w 179875"/>
                <a:gd name="connsiteY3" fmla="*/ 82011 h 168864"/>
                <a:gd name="connsiteX4" fmla="*/ 94736 w 179875"/>
                <a:gd name="connsiteY4" fmla="*/ 70774 h 168864"/>
                <a:gd name="connsiteX5" fmla="*/ 94736 w 179875"/>
                <a:gd name="connsiteY5" fmla="*/ 37539 h 168864"/>
                <a:gd name="connsiteX6" fmla="*/ 109082 w 179875"/>
                <a:gd name="connsiteY6" fmla="*/ 19128 h 168864"/>
                <a:gd name="connsiteX7" fmla="*/ 89954 w 179875"/>
                <a:gd name="connsiteY7" fmla="*/ 0 h 168864"/>
                <a:gd name="connsiteX8" fmla="*/ 89954 w 179875"/>
                <a:gd name="connsiteY8" fmla="*/ 0 h 168864"/>
                <a:gd name="connsiteX9" fmla="*/ 70826 w 179875"/>
                <a:gd name="connsiteY9" fmla="*/ 19128 h 168864"/>
                <a:gd name="connsiteX10" fmla="*/ 85172 w 179875"/>
                <a:gd name="connsiteY10" fmla="*/ 37539 h 168864"/>
                <a:gd name="connsiteX11" fmla="*/ 85172 w 179875"/>
                <a:gd name="connsiteY11" fmla="*/ 70535 h 168864"/>
                <a:gd name="connsiteX12" fmla="*/ 69152 w 179875"/>
                <a:gd name="connsiteY12" fmla="*/ 81772 h 168864"/>
                <a:gd name="connsiteX13" fmla="*/ 38308 w 179875"/>
                <a:gd name="connsiteY13" fmla="*/ 68861 h 168864"/>
                <a:gd name="connsiteX14" fmla="*/ 26592 w 179875"/>
                <a:gd name="connsiteY14" fmla="*/ 48537 h 168864"/>
                <a:gd name="connsiteX15" fmla="*/ 1487 w 179875"/>
                <a:gd name="connsiteY15" fmla="*/ 58819 h 168864"/>
                <a:gd name="connsiteX16" fmla="*/ 11768 w 179875"/>
                <a:gd name="connsiteY16" fmla="*/ 83924 h 168864"/>
                <a:gd name="connsiteX17" fmla="*/ 34244 w 179875"/>
                <a:gd name="connsiteY17" fmla="*/ 77708 h 168864"/>
                <a:gd name="connsiteX18" fmla="*/ 65805 w 179875"/>
                <a:gd name="connsiteY18" fmla="*/ 90619 h 168864"/>
                <a:gd name="connsiteX19" fmla="*/ 65566 w 179875"/>
                <a:gd name="connsiteY19" fmla="*/ 93727 h 168864"/>
                <a:gd name="connsiteX20" fmla="*/ 70348 w 179875"/>
                <a:gd name="connsiteY20" fmla="*/ 108073 h 168864"/>
                <a:gd name="connsiteX21" fmla="*/ 45481 w 179875"/>
                <a:gd name="connsiteY21" fmla="*/ 133179 h 168864"/>
                <a:gd name="connsiteX22" fmla="*/ 22289 w 179875"/>
                <a:gd name="connsiteY22" fmla="*/ 136048 h 168864"/>
                <a:gd name="connsiteX23" fmla="*/ 22289 w 179875"/>
                <a:gd name="connsiteY23" fmla="*/ 163066 h 168864"/>
                <a:gd name="connsiteX24" fmla="*/ 49307 w 179875"/>
                <a:gd name="connsiteY24" fmla="*/ 163066 h 168864"/>
                <a:gd name="connsiteX25" fmla="*/ 52176 w 179875"/>
                <a:gd name="connsiteY25" fmla="*/ 139874 h 168864"/>
                <a:gd name="connsiteX26" fmla="*/ 77521 w 179875"/>
                <a:gd name="connsiteY26" fmla="*/ 114529 h 168864"/>
                <a:gd name="connsiteX27" fmla="*/ 89476 w 179875"/>
                <a:gd name="connsiteY27" fmla="*/ 117876 h 168864"/>
                <a:gd name="connsiteX28" fmla="*/ 89954 w 179875"/>
                <a:gd name="connsiteY28" fmla="*/ 117876 h 168864"/>
                <a:gd name="connsiteX29" fmla="*/ 90432 w 179875"/>
                <a:gd name="connsiteY29" fmla="*/ 117876 h 168864"/>
                <a:gd name="connsiteX30" fmla="*/ 102387 w 179875"/>
                <a:gd name="connsiteY30" fmla="*/ 114529 h 168864"/>
                <a:gd name="connsiteX31" fmla="*/ 127732 w 179875"/>
                <a:gd name="connsiteY31" fmla="*/ 139874 h 168864"/>
                <a:gd name="connsiteX32" fmla="*/ 130601 w 179875"/>
                <a:gd name="connsiteY32" fmla="*/ 163305 h 168864"/>
                <a:gd name="connsiteX33" fmla="*/ 157619 w 179875"/>
                <a:gd name="connsiteY33" fmla="*/ 163305 h 168864"/>
                <a:gd name="connsiteX34" fmla="*/ 157619 w 179875"/>
                <a:gd name="connsiteY34" fmla="*/ 136287 h 168864"/>
                <a:gd name="connsiteX35" fmla="*/ 134427 w 179875"/>
                <a:gd name="connsiteY35" fmla="*/ 133418 h 168864"/>
                <a:gd name="connsiteX36" fmla="*/ 109560 w 179875"/>
                <a:gd name="connsiteY36" fmla="*/ 108312 h 168864"/>
                <a:gd name="connsiteX37" fmla="*/ 114342 w 179875"/>
                <a:gd name="connsiteY37" fmla="*/ 93966 h 168864"/>
                <a:gd name="connsiteX38" fmla="*/ 114103 w 179875"/>
                <a:gd name="connsiteY38" fmla="*/ 90858 h 168864"/>
                <a:gd name="connsiteX39" fmla="*/ 145664 w 179875"/>
                <a:gd name="connsiteY39" fmla="*/ 77947 h 168864"/>
                <a:gd name="connsiteX40" fmla="*/ 168140 w 179875"/>
                <a:gd name="connsiteY40" fmla="*/ 84163 h 168864"/>
                <a:gd name="connsiteX41" fmla="*/ 178421 w 179875"/>
                <a:gd name="connsiteY41" fmla="*/ 59058 h 168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79875" h="168864">
                  <a:moveTo>
                    <a:pt x="178421" y="59058"/>
                  </a:moveTo>
                  <a:cubicBezTo>
                    <a:pt x="174356" y="49255"/>
                    <a:pt x="163119" y="44712"/>
                    <a:pt x="153315" y="48776"/>
                  </a:cubicBezTo>
                  <a:cubicBezTo>
                    <a:pt x="145186" y="52124"/>
                    <a:pt x="140404" y="60731"/>
                    <a:pt x="141600" y="69100"/>
                  </a:cubicBezTo>
                  <a:lnTo>
                    <a:pt x="110756" y="82011"/>
                  </a:lnTo>
                  <a:cubicBezTo>
                    <a:pt x="107408" y="76273"/>
                    <a:pt x="101431" y="71969"/>
                    <a:pt x="94736" y="70774"/>
                  </a:cubicBezTo>
                  <a:lnTo>
                    <a:pt x="94736" y="37539"/>
                  </a:lnTo>
                  <a:cubicBezTo>
                    <a:pt x="102865" y="35387"/>
                    <a:pt x="109082" y="27975"/>
                    <a:pt x="109082" y="19128"/>
                  </a:cubicBezTo>
                  <a:cubicBezTo>
                    <a:pt x="109082" y="8608"/>
                    <a:pt x="100474" y="0"/>
                    <a:pt x="89954" y="0"/>
                  </a:cubicBezTo>
                  <a:lnTo>
                    <a:pt x="89954" y="0"/>
                  </a:lnTo>
                  <a:cubicBezTo>
                    <a:pt x="79434" y="0"/>
                    <a:pt x="70826" y="8608"/>
                    <a:pt x="70826" y="19128"/>
                  </a:cubicBezTo>
                  <a:cubicBezTo>
                    <a:pt x="70826" y="27975"/>
                    <a:pt x="77043" y="35387"/>
                    <a:pt x="85172" y="37539"/>
                  </a:cubicBezTo>
                  <a:lnTo>
                    <a:pt x="85172" y="70535"/>
                  </a:lnTo>
                  <a:cubicBezTo>
                    <a:pt x="78238" y="71730"/>
                    <a:pt x="72500" y="76034"/>
                    <a:pt x="69152" y="81772"/>
                  </a:cubicBezTo>
                  <a:lnTo>
                    <a:pt x="38308" y="68861"/>
                  </a:lnTo>
                  <a:cubicBezTo>
                    <a:pt x="39504" y="60492"/>
                    <a:pt x="34961" y="51885"/>
                    <a:pt x="26592" y="48537"/>
                  </a:cubicBezTo>
                  <a:cubicBezTo>
                    <a:pt x="16789" y="44473"/>
                    <a:pt x="5552" y="49016"/>
                    <a:pt x="1487" y="58819"/>
                  </a:cubicBezTo>
                  <a:cubicBezTo>
                    <a:pt x="-2578" y="68622"/>
                    <a:pt x="1965" y="79859"/>
                    <a:pt x="11768" y="83924"/>
                  </a:cubicBezTo>
                  <a:cubicBezTo>
                    <a:pt x="19898" y="87272"/>
                    <a:pt x="29223" y="84641"/>
                    <a:pt x="34244" y="77708"/>
                  </a:cubicBezTo>
                  <a:lnTo>
                    <a:pt x="65805" y="90619"/>
                  </a:lnTo>
                  <a:cubicBezTo>
                    <a:pt x="65566" y="91575"/>
                    <a:pt x="65566" y="92771"/>
                    <a:pt x="65566" y="93727"/>
                  </a:cubicBezTo>
                  <a:cubicBezTo>
                    <a:pt x="65566" y="98987"/>
                    <a:pt x="67239" y="104009"/>
                    <a:pt x="70348" y="108073"/>
                  </a:cubicBezTo>
                  <a:lnTo>
                    <a:pt x="45481" y="133179"/>
                  </a:lnTo>
                  <a:cubicBezTo>
                    <a:pt x="38069" y="128875"/>
                    <a:pt x="28505" y="129831"/>
                    <a:pt x="22289" y="136048"/>
                  </a:cubicBezTo>
                  <a:cubicBezTo>
                    <a:pt x="14877" y="143460"/>
                    <a:pt x="14877" y="155654"/>
                    <a:pt x="22289" y="163066"/>
                  </a:cubicBezTo>
                  <a:cubicBezTo>
                    <a:pt x="29701" y="170478"/>
                    <a:pt x="41895" y="170478"/>
                    <a:pt x="49307" y="163066"/>
                  </a:cubicBezTo>
                  <a:cubicBezTo>
                    <a:pt x="55524" y="156850"/>
                    <a:pt x="56480" y="147286"/>
                    <a:pt x="52176" y="139874"/>
                  </a:cubicBezTo>
                  <a:lnTo>
                    <a:pt x="77521" y="114529"/>
                  </a:lnTo>
                  <a:cubicBezTo>
                    <a:pt x="81107" y="116681"/>
                    <a:pt x="85172" y="117876"/>
                    <a:pt x="89476" y="117876"/>
                  </a:cubicBezTo>
                  <a:cubicBezTo>
                    <a:pt x="89715" y="117876"/>
                    <a:pt x="89715" y="117876"/>
                    <a:pt x="89954" y="117876"/>
                  </a:cubicBezTo>
                  <a:cubicBezTo>
                    <a:pt x="90193" y="117876"/>
                    <a:pt x="90193" y="117876"/>
                    <a:pt x="90432" y="117876"/>
                  </a:cubicBezTo>
                  <a:cubicBezTo>
                    <a:pt x="94736" y="117876"/>
                    <a:pt x="98801" y="116681"/>
                    <a:pt x="102387" y="114529"/>
                  </a:cubicBezTo>
                  <a:lnTo>
                    <a:pt x="127732" y="139874"/>
                  </a:lnTo>
                  <a:cubicBezTo>
                    <a:pt x="123428" y="147286"/>
                    <a:pt x="124384" y="156850"/>
                    <a:pt x="130601" y="163305"/>
                  </a:cubicBezTo>
                  <a:cubicBezTo>
                    <a:pt x="138013" y="170717"/>
                    <a:pt x="150207" y="170717"/>
                    <a:pt x="157619" y="163305"/>
                  </a:cubicBezTo>
                  <a:cubicBezTo>
                    <a:pt x="165031" y="155893"/>
                    <a:pt x="165031" y="143699"/>
                    <a:pt x="157619" y="136287"/>
                  </a:cubicBezTo>
                  <a:cubicBezTo>
                    <a:pt x="151403" y="130070"/>
                    <a:pt x="141839" y="129114"/>
                    <a:pt x="134427" y="133418"/>
                  </a:cubicBezTo>
                  <a:lnTo>
                    <a:pt x="109560" y="108312"/>
                  </a:lnTo>
                  <a:cubicBezTo>
                    <a:pt x="112668" y="104248"/>
                    <a:pt x="114342" y="99466"/>
                    <a:pt x="114342" y="93966"/>
                  </a:cubicBezTo>
                  <a:cubicBezTo>
                    <a:pt x="114342" y="93010"/>
                    <a:pt x="114342" y="91814"/>
                    <a:pt x="114103" y="90858"/>
                  </a:cubicBezTo>
                  <a:lnTo>
                    <a:pt x="145664" y="77947"/>
                  </a:lnTo>
                  <a:cubicBezTo>
                    <a:pt x="150685" y="84641"/>
                    <a:pt x="160010" y="87511"/>
                    <a:pt x="168140" y="84163"/>
                  </a:cubicBezTo>
                  <a:cubicBezTo>
                    <a:pt x="177704" y="79859"/>
                    <a:pt x="182486" y="68861"/>
                    <a:pt x="178421" y="59058"/>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3141BDBE-C14C-2C87-1BD2-A7103E977128}"/>
                </a:ext>
              </a:extLst>
            </p:cNvPr>
            <p:cNvSpPr/>
            <p:nvPr/>
          </p:nvSpPr>
          <p:spPr>
            <a:xfrm>
              <a:off x="3558777" y="2991760"/>
              <a:ext cx="27664" cy="63233"/>
            </a:xfrm>
            <a:custGeom>
              <a:avLst/>
              <a:gdLst>
                <a:gd name="connsiteX0" fmla="*/ 0 w 27664"/>
                <a:gd name="connsiteY0" fmla="*/ 0 h 63233"/>
                <a:gd name="connsiteX1" fmla="*/ 27664 w 27664"/>
                <a:gd name="connsiteY1" fmla="*/ 0 h 63233"/>
                <a:gd name="connsiteX2" fmla="*/ 27664 w 27664"/>
                <a:gd name="connsiteY2" fmla="*/ 63233 h 63233"/>
                <a:gd name="connsiteX3" fmla="*/ 0 w 27664"/>
                <a:gd name="connsiteY3" fmla="*/ 63233 h 63233"/>
              </a:gdLst>
              <a:ahLst/>
              <a:cxnLst>
                <a:cxn ang="0">
                  <a:pos x="connsiteX0" y="connsiteY0"/>
                </a:cxn>
                <a:cxn ang="0">
                  <a:pos x="connsiteX1" y="connsiteY1"/>
                </a:cxn>
                <a:cxn ang="0">
                  <a:pos x="connsiteX2" y="connsiteY2"/>
                </a:cxn>
                <a:cxn ang="0">
                  <a:pos x="connsiteX3" y="connsiteY3"/>
                </a:cxn>
              </a:cxnLst>
              <a:rect l="l" t="t" r="r" b="b"/>
              <a:pathLst>
                <a:path w="27664" h="63233">
                  <a:moveTo>
                    <a:pt x="0" y="0"/>
                  </a:moveTo>
                  <a:lnTo>
                    <a:pt x="27664" y="0"/>
                  </a:lnTo>
                  <a:lnTo>
                    <a:pt x="27664" y="63233"/>
                  </a:lnTo>
                  <a:lnTo>
                    <a:pt x="0" y="63233"/>
                  </a:lnTo>
                  <a:close/>
                </a:path>
              </a:pathLst>
            </a:custGeom>
            <a:solidFill>
              <a:schemeClr val="tx1">
                <a:lumMod val="95000"/>
                <a:lumOff val="5000"/>
                <a:alpha val="50000"/>
              </a:schemeClr>
            </a:solidFill>
            <a:ln w="188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D943BD0C-1E87-FC06-E1B6-3C9E102D85D9}"/>
                </a:ext>
              </a:extLst>
            </p:cNvPr>
            <p:cNvSpPr/>
            <p:nvPr/>
          </p:nvSpPr>
          <p:spPr>
            <a:xfrm>
              <a:off x="3594345" y="2956192"/>
              <a:ext cx="27664" cy="98801"/>
            </a:xfrm>
            <a:custGeom>
              <a:avLst/>
              <a:gdLst>
                <a:gd name="connsiteX0" fmla="*/ 0 w 27664"/>
                <a:gd name="connsiteY0" fmla="*/ 0 h 98801"/>
                <a:gd name="connsiteX1" fmla="*/ 27664 w 27664"/>
                <a:gd name="connsiteY1" fmla="*/ 0 h 98801"/>
                <a:gd name="connsiteX2" fmla="*/ 27664 w 27664"/>
                <a:gd name="connsiteY2" fmla="*/ 98802 h 98801"/>
                <a:gd name="connsiteX3" fmla="*/ 0 w 27664"/>
                <a:gd name="connsiteY3" fmla="*/ 98802 h 98801"/>
              </a:gdLst>
              <a:ahLst/>
              <a:cxnLst>
                <a:cxn ang="0">
                  <a:pos x="connsiteX0" y="connsiteY0"/>
                </a:cxn>
                <a:cxn ang="0">
                  <a:pos x="connsiteX1" y="connsiteY1"/>
                </a:cxn>
                <a:cxn ang="0">
                  <a:pos x="connsiteX2" y="connsiteY2"/>
                </a:cxn>
                <a:cxn ang="0">
                  <a:pos x="connsiteX3" y="connsiteY3"/>
                </a:cxn>
              </a:cxnLst>
              <a:rect l="l" t="t" r="r" b="b"/>
              <a:pathLst>
                <a:path w="27664" h="98801">
                  <a:moveTo>
                    <a:pt x="0" y="0"/>
                  </a:moveTo>
                  <a:lnTo>
                    <a:pt x="27664" y="0"/>
                  </a:lnTo>
                  <a:lnTo>
                    <a:pt x="27664" y="98802"/>
                  </a:lnTo>
                  <a:lnTo>
                    <a:pt x="0" y="98802"/>
                  </a:lnTo>
                  <a:close/>
                </a:path>
              </a:pathLst>
            </a:custGeom>
            <a:solidFill>
              <a:schemeClr val="tx1">
                <a:lumMod val="95000"/>
                <a:lumOff val="5000"/>
                <a:alpha val="50000"/>
              </a:schemeClr>
            </a:solidFill>
            <a:ln w="188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0EFAE52-9586-B14D-6B26-C037DC10070F}"/>
                </a:ext>
              </a:extLst>
            </p:cNvPr>
            <p:cNvSpPr/>
            <p:nvPr/>
          </p:nvSpPr>
          <p:spPr>
            <a:xfrm>
              <a:off x="3629914" y="2920623"/>
              <a:ext cx="27664" cy="134370"/>
            </a:xfrm>
            <a:custGeom>
              <a:avLst/>
              <a:gdLst>
                <a:gd name="connsiteX0" fmla="*/ 0 w 27664"/>
                <a:gd name="connsiteY0" fmla="*/ 0 h 134370"/>
                <a:gd name="connsiteX1" fmla="*/ 27664 w 27664"/>
                <a:gd name="connsiteY1" fmla="*/ 0 h 134370"/>
                <a:gd name="connsiteX2" fmla="*/ 27664 w 27664"/>
                <a:gd name="connsiteY2" fmla="*/ 134370 h 134370"/>
                <a:gd name="connsiteX3" fmla="*/ 0 w 27664"/>
                <a:gd name="connsiteY3" fmla="*/ 134370 h 134370"/>
              </a:gdLst>
              <a:ahLst/>
              <a:cxnLst>
                <a:cxn ang="0">
                  <a:pos x="connsiteX0" y="connsiteY0"/>
                </a:cxn>
                <a:cxn ang="0">
                  <a:pos x="connsiteX1" y="connsiteY1"/>
                </a:cxn>
                <a:cxn ang="0">
                  <a:pos x="connsiteX2" y="connsiteY2"/>
                </a:cxn>
                <a:cxn ang="0">
                  <a:pos x="connsiteX3" y="connsiteY3"/>
                </a:cxn>
              </a:cxnLst>
              <a:rect l="l" t="t" r="r" b="b"/>
              <a:pathLst>
                <a:path w="27664" h="134370">
                  <a:moveTo>
                    <a:pt x="0" y="0"/>
                  </a:moveTo>
                  <a:lnTo>
                    <a:pt x="27664" y="0"/>
                  </a:lnTo>
                  <a:lnTo>
                    <a:pt x="27664" y="134370"/>
                  </a:lnTo>
                  <a:lnTo>
                    <a:pt x="0" y="134370"/>
                  </a:lnTo>
                  <a:close/>
                </a:path>
              </a:pathLst>
            </a:custGeom>
            <a:solidFill>
              <a:schemeClr val="tx1">
                <a:lumMod val="95000"/>
                <a:lumOff val="5000"/>
                <a:alpha val="50000"/>
              </a:schemeClr>
            </a:solidFill>
            <a:ln w="1885"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E3895B47-CEC3-FCCC-F3AC-F0B403FDFD5C}"/>
                </a:ext>
              </a:extLst>
            </p:cNvPr>
            <p:cNvSpPr/>
            <p:nvPr/>
          </p:nvSpPr>
          <p:spPr>
            <a:xfrm>
              <a:off x="3523208" y="3027329"/>
              <a:ext cx="27664" cy="27664"/>
            </a:xfrm>
            <a:custGeom>
              <a:avLst/>
              <a:gdLst>
                <a:gd name="connsiteX0" fmla="*/ 0 w 27664"/>
                <a:gd name="connsiteY0" fmla="*/ 0 h 27664"/>
                <a:gd name="connsiteX1" fmla="*/ 27664 w 27664"/>
                <a:gd name="connsiteY1" fmla="*/ 0 h 27664"/>
                <a:gd name="connsiteX2" fmla="*/ 27664 w 27664"/>
                <a:gd name="connsiteY2" fmla="*/ 27664 h 27664"/>
                <a:gd name="connsiteX3" fmla="*/ 0 w 27664"/>
                <a:gd name="connsiteY3" fmla="*/ 27664 h 27664"/>
              </a:gdLst>
              <a:ahLst/>
              <a:cxnLst>
                <a:cxn ang="0">
                  <a:pos x="connsiteX0" y="connsiteY0"/>
                </a:cxn>
                <a:cxn ang="0">
                  <a:pos x="connsiteX1" y="connsiteY1"/>
                </a:cxn>
                <a:cxn ang="0">
                  <a:pos x="connsiteX2" y="connsiteY2"/>
                </a:cxn>
                <a:cxn ang="0">
                  <a:pos x="connsiteX3" y="connsiteY3"/>
                </a:cxn>
              </a:cxnLst>
              <a:rect l="l" t="t" r="r" b="b"/>
              <a:pathLst>
                <a:path w="27664" h="27664">
                  <a:moveTo>
                    <a:pt x="0" y="0"/>
                  </a:moveTo>
                  <a:lnTo>
                    <a:pt x="27664" y="0"/>
                  </a:lnTo>
                  <a:lnTo>
                    <a:pt x="27664" y="27664"/>
                  </a:lnTo>
                  <a:lnTo>
                    <a:pt x="0" y="27664"/>
                  </a:lnTo>
                  <a:close/>
                </a:path>
              </a:pathLst>
            </a:custGeom>
            <a:solidFill>
              <a:schemeClr val="tx1">
                <a:lumMod val="95000"/>
                <a:lumOff val="5000"/>
                <a:alpha val="50000"/>
              </a:schemeClr>
            </a:solidFill>
            <a:ln w="1885"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C769E80A-B684-33A6-4FCE-81D914EA1300}"/>
                </a:ext>
              </a:extLst>
            </p:cNvPr>
            <p:cNvSpPr/>
            <p:nvPr/>
          </p:nvSpPr>
          <p:spPr>
            <a:xfrm rot="5400000">
              <a:off x="2254836" y="4670486"/>
              <a:ext cx="75794" cy="75794"/>
            </a:xfrm>
            <a:custGeom>
              <a:avLst/>
              <a:gdLst>
                <a:gd name="connsiteX0" fmla="*/ 14346 w 75794"/>
                <a:gd name="connsiteY0" fmla="*/ 75795 h 75794"/>
                <a:gd name="connsiteX1" fmla="*/ 0 w 75794"/>
                <a:gd name="connsiteY1" fmla="*/ 75795 h 75794"/>
                <a:gd name="connsiteX2" fmla="*/ 75795 w 75794"/>
                <a:gd name="connsiteY2" fmla="*/ 0 h 75794"/>
                <a:gd name="connsiteX3" fmla="*/ 75795 w 75794"/>
                <a:gd name="connsiteY3" fmla="*/ 14346 h 75794"/>
                <a:gd name="connsiteX4" fmla="*/ 14346 w 75794"/>
                <a:gd name="connsiteY4" fmla="*/ 75795 h 75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4" h="75794">
                  <a:moveTo>
                    <a:pt x="14346" y="75795"/>
                  </a:moveTo>
                  <a:lnTo>
                    <a:pt x="0" y="75795"/>
                  </a:lnTo>
                  <a:cubicBezTo>
                    <a:pt x="53" y="33956"/>
                    <a:pt x="33956" y="53"/>
                    <a:pt x="75795" y="0"/>
                  </a:cubicBezTo>
                  <a:lnTo>
                    <a:pt x="75795" y="14346"/>
                  </a:lnTo>
                  <a:cubicBezTo>
                    <a:pt x="41874" y="14385"/>
                    <a:pt x="14385" y="41874"/>
                    <a:pt x="14346" y="75795"/>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5FE1B3FA-22C8-EE91-F317-3CE2E1C3BCAD}"/>
                </a:ext>
              </a:extLst>
            </p:cNvPr>
            <p:cNvSpPr/>
            <p:nvPr/>
          </p:nvSpPr>
          <p:spPr>
            <a:xfrm rot="5400000">
              <a:off x="2254789" y="4633115"/>
              <a:ext cx="113213" cy="113118"/>
            </a:xfrm>
            <a:custGeom>
              <a:avLst/>
              <a:gdLst>
                <a:gd name="connsiteX0" fmla="*/ 14346 w 113213"/>
                <a:gd name="connsiteY0" fmla="*/ 113118 h 113118"/>
                <a:gd name="connsiteX1" fmla="*/ 0 w 113213"/>
                <a:gd name="connsiteY1" fmla="*/ 113118 h 113118"/>
                <a:gd name="connsiteX2" fmla="*/ 113214 w 113213"/>
                <a:gd name="connsiteY2" fmla="*/ 0 h 113118"/>
                <a:gd name="connsiteX3" fmla="*/ 113214 w 113213"/>
                <a:gd name="connsiteY3" fmla="*/ 14346 h 113118"/>
                <a:gd name="connsiteX4" fmla="*/ 14346 w 113213"/>
                <a:gd name="connsiteY4" fmla="*/ 113118 h 113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13" h="113118">
                  <a:moveTo>
                    <a:pt x="14346" y="113118"/>
                  </a:moveTo>
                  <a:lnTo>
                    <a:pt x="0" y="113118"/>
                  </a:lnTo>
                  <a:cubicBezTo>
                    <a:pt x="119" y="50657"/>
                    <a:pt x="50752" y="66"/>
                    <a:pt x="113214" y="0"/>
                  </a:cubicBezTo>
                  <a:lnTo>
                    <a:pt x="113214" y="14346"/>
                  </a:lnTo>
                  <a:cubicBezTo>
                    <a:pt x="58675" y="14412"/>
                    <a:pt x="14465" y="58580"/>
                    <a:pt x="14346" y="113118"/>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00F708C2-DF94-92B9-86C3-8458D5455D42}"/>
                </a:ext>
              </a:extLst>
            </p:cNvPr>
            <p:cNvSpPr/>
            <p:nvPr/>
          </p:nvSpPr>
          <p:spPr>
            <a:xfrm rot="5400000">
              <a:off x="2254835" y="4595648"/>
              <a:ext cx="150633" cy="150633"/>
            </a:xfrm>
            <a:custGeom>
              <a:avLst/>
              <a:gdLst>
                <a:gd name="connsiteX0" fmla="*/ 14346 w 150633"/>
                <a:gd name="connsiteY0" fmla="*/ 150633 h 150633"/>
                <a:gd name="connsiteX1" fmla="*/ 0 w 150633"/>
                <a:gd name="connsiteY1" fmla="*/ 150633 h 150633"/>
                <a:gd name="connsiteX2" fmla="*/ 150633 w 150633"/>
                <a:gd name="connsiteY2" fmla="*/ 0 h 150633"/>
                <a:gd name="connsiteX3" fmla="*/ 150633 w 150633"/>
                <a:gd name="connsiteY3" fmla="*/ 14346 h 150633"/>
                <a:gd name="connsiteX4" fmla="*/ 14346 w 150633"/>
                <a:gd name="connsiteY4" fmla="*/ 150633 h 15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633" h="150633">
                  <a:moveTo>
                    <a:pt x="14346" y="150633"/>
                  </a:moveTo>
                  <a:lnTo>
                    <a:pt x="0" y="150633"/>
                  </a:lnTo>
                  <a:cubicBezTo>
                    <a:pt x="92" y="67479"/>
                    <a:pt x="67479" y="92"/>
                    <a:pt x="150633" y="0"/>
                  </a:cubicBezTo>
                  <a:lnTo>
                    <a:pt x="150633" y="14346"/>
                  </a:lnTo>
                  <a:cubicBezTo>
                    <a:pt x="75397" y="14425"/>
                    <a:pt x="14425" y="75397"/>
                    <a:pt x="14346" y="150633"/>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EB067E4C-0A64-B7AB-E016-ACFC397FC180}"/>
                </a:ext>
              </a:extLst>
            </p:cNvPr>
            <p:cNvSpPr/>
            <p:nvPr/>
          </p:nvSpPr>
          <p:spPr>
            <a:xfrm rot="5400000">
              <a:off x="2254740" y="4708838"/>
              <a:ext cx="37443" cy="37443"/>
            </a:xfrm>
            <a:custGeom>
              <a:avLst/>
              <a:gdLst>
                <a:gd name="connsiteX0" fmla="*/ 37443 w 37443"/>
                <a:gd name="connsiteY0" fmla="*/ 18722 h 37443"/>
                <a:gd name="connsiteX1" fmla="*/ 18722 w 37443"/>
                <a:gd name="connsiteY1" fmla="*/ 37443 h 37443"/>
                <a:gd name="connsiteX2" fmla="*/ 0 w 37443"/>
                <a:gd name="connsiteY2" fmla="*/ 18722 h 37443"/>
                <a:gd name="connsiteX3" fmla="*/ 18722 w 37443"/>
                <a:gd name="connsiteY3" fmla="*/ 0 h 37443"/>
                <a:gd name="connsiteX4" fmla="*/ 37443 w 37443"/>
                <a:gd name="connsiteY4" fmla="*/ 18722 h 37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43" h="37443">
                  <a:moveTo>
                    <a:pt x="37443" y="18722"/>
                  </a:moveTo>
                  <a:cubicBezTo>
                    <a:pt x="37443" y="29061"/>
                    <a:pt x="29061" y="37443"/>
                    <a:pt x="18722" y="37443"/>
                  </a:cubicBezTo>
                  <a:cubicBezTo>
                    <a:pt x="8382" y="37443"/>
                    <a:pt x="0" y="29061"/>
                    <a:pt x="0" y="18722"/>
                  </a:cubicBezTo>
                  <a:cubicBezTo>
                    <a:pt x="0" y="8382"/>
                    <a:pt x="8382" y="0"/>
                    <a:pt x="18722" y="0"/>
                  </a:cubicBezTo>
                  <a:cubicBezTo>
                    <a:pt x="29061" y="0"/>
                    <a:pt x="37443" y="8382"/>
                    <a:pt x="37443" y="18722"/>
                  </a:cubicBezTo>
                  <a:close/>
                </a:path>
              </a:pathLst>
            </a:custGeom>
            <a:solidFill>
              <a:schemeClr val="tx1">
                <a:lumMod val="95000"/>
                <a:lumOff val="5000"/>
                <a:alpha val="50000"/>
              </a:schemeClr>
            </a:solidFill>
            <a:ln w="2381"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758F11F5-75FD-F5A4-E122-87600F9904D5}"/>
                </a:ext>
              </a:extLst>
            </p:cNvPr>
            <p:cNvSpPr/>
            <p:nvPr/>
          </p:nvSpPr>
          <p:spPr>
            <a:xfrm flipH="1">
              <a:off x="1164420" y="1066369"/>
              <a:ext cx="243448" cy="171400"/>
            </a:xfrm>
            <a:custGeom>
              <a:avLst/>
              <a:gdLst>
                <a:gd name="connsiteX0" fmla="*/ 0 w 243448"/>
                <a:gd name="connsiteY0" fmla="*/ 0 h 171400"/>
                <a:gd name="connsiteX1" fmla="*/ 171401 w 243448"/>
                <a:gd name="connsiteY1" fmla="*/ 171401 h 171400"/>
                <a:gd name="connsiteX2" fmla="*/ 243448 w 243448"/>
                <a:gd name="connsiteY2" fmla="*/ 0 h 171400"/>
              </a:gdLst>
              <a:ahLst/>
              <a:cxnLst>
                <a:cxn ang="0">
                  <a:pos x="connsiteX0" y="connsiteY0"/>
                </a:cxn>
                <a:cxn ang="0">
                  <a:pos x="connsiteX1" y="connsiteY1"/>
                </a:cxn>
                <a:cxn ang="0">
                  <a:pos x="connsiteX2" y="connsiteY2"/>
                </a:cxn>
              </a:cxnLst>
              <a:rect l="l" t="t" r="r" b="b"/>
              <a:pathLst>
                <a:path w="243448" h="171400">
                  <a:moveTo>
                    <a:pt x="0" y="0"/>
                  </a:moveTo>
                  <a:lnTo>
                    <a:pt x="171401" y="171401"/>
                  </a:lnTo>
                  <a:cubicBezTo>
                    <a:pt x="213453" y="123644"/>
                    <a:pt x="238751" y="63458"/>
                    <a:pt x="243448" y="0"/>
                  </a:cubicBezTo>
                  <a:close/>
                </a:path>
              </a:pathLst>
            </a:custGeom>
            <a:solidFill>
              <a:srgbClr val="282829">
                <a:alpha val="5000"/>
              </a:srgbClr>
            </a:solidFill>
            <a:ln w="20935"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2CA44C05-90C3-2B9C-D79C-41F4D8C5D216}"/>
                </a:ext>
              </a:extLst>
            </p:cNvPr>
            <p:cNvSpPr/>
            <p:nvPr/>
          </p:nvSpPr>
          <p:spPr>
            <a:xfrm flipH="1">
              <a:off x="1266084" y="752344"/>
              <a:ext cx="487321" cy="587460"/>
            </a:xfrm>
            <a:custGeom>
              <a:avLst/>
              <a:gdLst>
                <a:gd name="connsiteX0" fmla="*/ 273910 w 487321"/>
                <a:gd name="connsiteY0" fmla="*/ 301632 h 587460"/>
                <a:gd name="connsiteX1" fmla="*/ 273910 w 487321"/>
                <a:gd name="connsiteY1" fmla="*/ 0 h 587460"/>
                <a:gd name="connsiteX2" fmla="*/ 705 w 487321"/>
                <a:gd name="connsiteY2" fmla="*/ 313548 h 587460"/>
                <a:gd name="connsiteX3" fmla="*/ 314253 w 487321"/>
                <a:gd name="connsiteY3" fmla="*/ 586756 h 587460"/>
                <a:gd name="connsiteX4" fmla="*/ 487321 w 487321"/>
                <a:gd name="connsiteY4" fmla="*/ 515043 h 587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321" h="587460">
                  <a:moveTo>
                    <a:pt x="273910" y="301632"/>
                  </a:moveTo>
                  <a:lnTo>
                    <a:pt x="273910" y="0"/>
                  </a:lnTo>
                  <a:cubicBezTo>
                    <a:pt x="111882" y="11139"/>
                    <a:pt x="-10437" y="151520"/>
                    <a:pt x="705" y="313548"/>
                  </a:cubicBezTo>
                  <a:cubicBezTo>
                    <a:pt x="11843" y="475577"/>
                    <a:pt x="152224" y="597895"/>
                    <a:pt x="314253" y="586756"/>
                  </a:cubicBezTo>
                  <a:cubicBezTo>
                    <a:pt x="378217" y="582358"/>
                    <a:pt x="438991" y="557175"/>
                    <a:pt x="487321" y="515043"/>
                  </a:cubicBezTo>
                  <a:close/>
                </a:path>
              </a:pathLst>
            </a:custGeom>
            <a:solidFill>
              <a:srgbClr val="282829">
                <a:alpha val="5000"/>
              </a:srgbClr>
            </a:solidFill>
            <a:ln w="20935"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79B0DDBF-DF97-44B3-2FD1-E268AB71B84E}"/>
                </a:ext>
              </a:extLst>
            </p:cNvPr>
            <p:cNvSpPr/>
            <p:nvPr/>
          </p:nvSpPr>
          <p:spPr>
            <a:xfrm flipH="1">
              <a:off x="1164420" y="752344"/>
              <a:ext cx="273065" cy="272014"/>
            </a:xfrm>
            <a:custGeom>
              <a:avLst/>
              <a:gdLst>
                <a:gd name="connsiteX0" fmla="*/ 0 w 273065"/>
                <a:gd name="connsiteY0" fmla="*/ 272015 h 272014"/>
                <a:gd name="connsiteX1" fmla="*/ 273065 w 273065"/>
                <a:gd name="connsiteY1" fmla="*/ 272015 h 272014"/>
                <a:gd name="connsiteX2" fmla="*/ 0 w 273065"/>
                <a:gd name="connsiteY2" fmla="*/ 0 h 272014"/>
              </a:gdLst>
              <a:ahLst/>
              <a:cxnLst>
                <a:cxn ang="0">
                  <a:pos x="connsiteX0" y="connsiteY0"/>
                </a:cxn>
                <a:cxn ang="0">
                  <a:pos x="connsiteX1" y="connsiteY1"/>
                </a:cxn>
                <a:cxn ang="0">
                  <a:pos x="connsiteX2" y="connsiteY2"/>
                </a:cxn>
              </a:cxnLst>
              <a:rect l="l" t="t" r="r" b="b"/>
              <a:pathLst>
                <a:path w="273065" h="272014">
                  <a:moveTo>
                    <a:pt x="0" y="272015"/>
                  </a:moveTo>
                  <a:lnTo>
                    <a:pt x="273065" y="272015"/>
                  </a:lnTo>
                  <a:cubicBezTo>
                    <a:pt x="262432" y="126017"/>
                    <a:pt x="146037" y="10070"/>
                    <a:pt x="0" y="0"/>
                  </a:cubicBezTo>
                  <a:close/>
                </a:path>
              </a:pathLst>
            </a:custGeom>
            <a:solidFill>
              <a:srgbClr val="282829">
                <a:alpha val="5000"/>
              </a:srgbClr>
            </a:solidFill>
            <a:ln w="20935"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18C46769-C605-07CD-415E-C5E7201F0486}"/>
                </a:ext>
              </a:extLst>
            </p:cNvPr>
            <p:cNvSpPr/>
            <p:nvPr/>
          </p:nvSpPr>
          <p:spPr>
            <a:xfrm flipH="1">
              <a:off x="660300" y="436219"/>
              <a:ext cx="1596380" cy="1575375"/>
            </a:xfrm>
            <a:custGeom>
              <a:avLst/>
              <a:gdLst>
                <a:gd name="connsiteX0" fmla="*/ 1386331 w 1596380"/>
                <a:gd name="connsiteY0" fmla="*/ 231055 h 1575375"/>
                <a:gd name="connsiteX1" fmla="*/ 1386331 w 1596380"/>
                <a:gd name="connsiteY1" fmla="*/ 987236 h 1575375"/>
                <a:gd name="connsiteX2" fmla="*/ 210050 w 1596380"/>
                <a:gd name="connsiteY2" fmla="*/ 987236 h 1575375"/>
                <a:gd name="connsiteX3" fmla="*/ 210050 w 1596380"/>
                <a:gd name="connsiteY3" fmla="*/ 231055 h 1575375"/>
                <a:gd name="connsiteX4" fmla="*/ 1554371 w 1596380"/>
                <a:gd name="connsiteY4" fmla="*/ 1029246 h 1575375"/>
                <a:gd name="connsiteX5" fmla="*/ 1512361 w 1596380"/>
                <a:gd name="connsiteY5" fmla="*/ 1029246 h 1575375"/>
                <a:gd name="connsiteX6" fmla="*/ 1512361 w 1596380"/>
                <a:gd name="connsiteY6" fmla="*/ 168040 h 1575375"/>
                <a:gd name="connsiteX7" fmla="*/ 1554371 w 1596380"/>
                <a:gd name="connsiteY7" fmla="*/ 168040 h 1575375"/>
                <a:gd name="connsiteX8" fmla="*/ 1596381 w 1596380"/>
                <a:gd name="connsiteY8" fmla="*/ 126030 h 1575375"/>
                <a:gd name="connsiteX9" fmla="*/ 1554371 w 1596380"/>
                <a:gd name="connsiteY9" fmla="*/ 84020 h 1575375"/>
                <a:gd name="connsiteX10" fmla="*/ 840200 w 1596380"/>
                <a:gd name="connsiteY10" fmla="*/ 84020 h 1575375"/>
                <a:gd name="connsiteX11" fmla="*/ 840200 w 1596380"/>
                <a:gd name="connsiteY11" fmla="*/ 42010 h 1575375"/>
                <a:gd name="connsiteX12" fmla="*/ 798190 w 1596380"/>
                <a:gd name="connsiteY12" fmla="*/ 0 h 1575375"/>
                <a:gd name="connsiteX13" fmla="*/ 756180 w 1596380"/>
                <a:gd name="connsiteY13" fmla="*/ 42010 h 1575375"/>
                <a:gd name="connsiteX14" fmla="*/ 756180 w 1596380"/>
                <a:gd name="connsiteY14" fmla="*/ 84020 h 1575375"/>
                <a:gd name="connsiteX15" fmla="*/ 42010 w 1596380"/>
                <a:gd name="connsiteY15" fmla="*/ 84020 h 1575375"/>
                <a:gd name="connsiteX16" fmla="*/ 0 w 1596380"/>
                <a:gd name="connsiteY16" fmla="*/ 126030 h 1575375"/>
                <a:gd name="connsiteX17" fmla="*/ 42010 w 1596380"/>
                <a:gd name="connsiteY17" fmla="*/ 168040 h 1575375"/>
                <a:gd name="connsiteX18" fmla="*/ 84020 w 1596380"/>
                <a:gd name="connsiteY18" fmla="*/ 168040 h 1575375"/>
                <a:gd name="connsiteX19" fmla="*/ 84020 w 1596380"/>
                <a:gd name="connsiteY19" fmla="*/ 1029246 h 1575375"/>
                <a:gd name="connsiteX20" fmla="*/ 42010 w 1596380"/>
                <a:gd name="connsiteY20" fmla="*/ 1029246 h 1575375"/>
                <a:gd name="connsiteX21" fmla="*/ 0 w 1596380"/>
                <a:gd name="connsiteY21" fmla="*/ 1071256 h 1575375"/>
                <a:gd name="connsiteX22" fmla="*/ 42010 w 1596380"/>
                <a:gd name="connsiteY22" fmla="*/ 1113266 h 1575375"/>
                <a:gd name="connsiteX23" fmla="*/ 683503 w 1596380"/>
                <a:gd name="connsiteY23" fmla="*/ 1113266 h 1575375"/>
                <a:gd name="connsiteX24" fmla="*/ 360026 w 1596380"/>
                <a:gd name="connsiteY24" fmla="*/ 1436743 h 1575375"/>
                <a:gd name="connsiteX25" fmla="*/ 360341 w 1596380"/>
                <a:gd name="connsiteY25" fmla="*/ 1496502 h 1575375"/>
                <a:gd name="connsiteX26" fmla="*/ 420100 w 1596380"/>
                <a:gd name="connsiteY26" fmla="*/ 1496187 h 1575375"/>
                <a:gd name="connsiteX27" fmla="*/ 756180 w 1596380"/>
                <a:gd name="connsiteY27" fmla="*/ 1160107 h 1575375"/>
                <a:gd name="connsiteX28" fmla="*/ 756180 w 1596380"/>
                <a:gd name="connsiteY28" fmla="*/ 1533366 h 1575375"/>
                <a:gd name="connsiteX29" fmla="*/ 798190 w 1596380"/>
                <a:gd name="connsiteY29" fmla="*/ 1575376 h 1575375"/>
                <a:gd name="connsiteX30" fmla="*/ 840200 w 1596380"/>
                <a:gd name="connsiteY30" fmla="*/ 1533366 h 1575375"/>
                <a:gd name="connsiteX31" fmla="*/ 840200 w 1596380"/>
                <a:gd name="connsiteY31" fmla="*/ 1159477 h 1575375"/>
                <a:gd name="connsiteX32" fmla="*/ 1176281 w 1596380"/>
                <a:gd name="connsiteY32" fmla="*/ 1495557 h 1575375"/>
                <a:gd name="connsiteX33" fmla="*/ 1235725 w 1596380"/>
                <a:gd name="connsiteY33" fmla="*/ 1495557 h 1575375"/>
                <a:gd name="connsiteX34" fmla="*/ 1235725 w 1596380"/>
                <a:gd name="connsiteY34" fmla="*/ 1436113 h 1575375"/>
                <a:gd name="connsiteX35" fmla="*/ 912878 w 1596380"/>
                <a:gd name="connsiteY35" fmla="*/ 1113266 h 1575375"/>
                <a:gd name="connsiteX36" fmla="*/ 1554371 w 1596380"/>
                <a:gd name="connsiteY36" fmla="*/ 1113266 h 1575375"/>
                <a:gd name="connsiteX37" fmla="*/ 1596381 w 1596380"/>
                <a:gd name="connsiteY37" fmla="*/ 1071256 h 1575375"/>
                <a:gd name="connsiteX38" fmla="*/ 1554371 w 1596380"/>
                <a:gd name="connsiteY38" fmla="*/ 1029246 h 15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96380" h="1575375">
                  <a:moveTo>
                    <a:pt x="1386331" y="231055"/>
                  </a:moveTo>
                  <a:lnTo>
                    <a:pt x="1386331" y="987236"/>
                  </a:lnTo>
                  <a:lnTo>
                    <a:pt x="210050" y="987236"/>
                  </a:lnTo>
                  <a:lnTo>
                    <a:pt x="210050" y="231055"/>
                  </a:lnTo>
                  <a:close/>
                  <a:moveTo>
                    <a:pt x="1554371" y="1029246"/>
                  </a:moveTo>
                  <a:lnTo>
                    <a:pt x="1512361" y="1029246"/>
                  </a:lnTo>
                  <a:lnTo>
                    <a:pt x="1512361" y="168040"/>
                  </a:lnTo>
                  <a:lnTo>
                    <a:pt x="1554371" y="168040"/>
                  </a:lnTo>
                  <a:cubicBezTo>
                    <a:pt x="1577573" y="168040"/>
                    <a:pt x="1596381" y="149232"/>
                    <a:pt x="1596381" y="126030"/>
                  </a:cubicBezTo>
                  <a:cubicBezTo>
                    <a:pt x="1596381" y="102828"/>
                    <a:pt x="1577573" y="84020"/>
                    <a:pt x="1554371" y="84020"/>
                  </a:cubicBezTo>
                  <a:lnTo>
                    <a:pt x="840200" y="84020"/>
                  </a:lnTo>
                  <a:lnTo>
                    <a:pt x="840200" y="42010"/>
                  </a:lnTo>
                  <a:cubicBezTo>
                    <a:pt x="840200" y="18808"/>
                    <a:pt x="821393" y="0"/>
                    <a:pt x="798190" y="0"/>
                  </a:cubicBezTo>
                  <a:cubicBezTo>
                    <a:pt x="774988" y="0"/>
                    <a:pt x="756180" y="18808"/>
                    <a:pt x="756180" y="42010"/>
                  </a:cubicBezTo>
                  <a:lnTo>
                    <a:pt x="756180" y="84020"/>
                  </a:lnTo>
                  <a:lnTo>
                    <a:pt x="42010" y="84020"/>
                  </a:lnTo>
                  <a:cubicBezTo>
                    <a:pt x="18808" y="84020"/>
                    <a:pt x="0" y="102828"/>
                    <a:pt x="0" y="126030"/>
                  </a:cubicBezTo>
                  <a:cubicBezTo>
                    <a:pt x="0" y="149232"/>
                    <a:pt x="18808" y="168040"/>
                    <a:pt x="42010" y="168040"/>
                  </a:cubicBezTo>
                  <a:lnTo>
                    <a:pt x="84020" y="168040"/>
                  </a:lnTo>
                  <a:lnTo>
                    <a:pt x="84020" y="1029246"/>
                  </a:lnTo>
                  <a:lnTo>
                    <a:pt x="42010" y="1029246"/>
                  </a:lnTo>
                  <a:cubicBezTo>
                    <a:pt x="18808" y="1029246"/>
                    <a:pt x="0" y="1048053"/>
                    <a:pt x="0" y="1071256"/>
                  </a:cubicBezTo>
                  <a:cubicBezTo>
                    <a:pt x="0" y="1094458"/>
                    <a:pt x="18808" y="1113266"/>
                    <a:pt x="42010" y="1113266"/>
                  </a:cubicBezTo>
                  <a:lnTo>
                    <a:pt x="683503" y="1113266"/>
                  </a:lnTo>
                  <a:lnTo>
                    <a:pt x="360026" y="1436743"/>
                  </a:lnTo>
                  <a:cubicBezTo>
                    <a:pt x="343610" y="1453332"/>
                    <a:pt x="343751" y="1480087"/>
                    <a:pt x="360341" y="1496502"/>
                  </a:cubicBezTo>
                  <a:cubicBezTo>
                    <a:pt x="376931" y="1512917"/>
                    <a:pt x="403685" y="1512777"/>
                    <a:pt x="420100" y="1496187"/>
                  </a:cubicBezTo>
                  <a:lnTo>
                    <a:pt x="756180" y="1160107"/>
                  </a:lnTo>
                  <a:lnTo>
                    <a:pt x="756180" y="1533366"/>
                  </a:lnTo>
                  <a:cubicBezTo>
                    <a:pt x="756180" y="1556568"/>
                    <a:pt x="774988" y="1575376"/>
                    <a:pt x="798190" y="1575376"/>
                  </a:cubicBezTo>
                  <a:cubicBezTo>
                    <a:pt x="821393" y="1575376"/>
                    <a:pt x="840200" y="1556568"/>
                    <a:pt x="840200" y="1533366"/>
                  </a:cubicBezTo>
                  <a:lnTo>
                    <a:pt x="840200" y="1159477"/>
                  </a:lnTo>
                  <a:lnTo>
                    <a:pt x="1176281" y="1495557"/>
                  </a:lnTo>
                  <a:cubicBezTo>
                    <a:pt x="1192696" y="1511972"/>
                    <a:pt x="1219309" y="1511972"/>
                    <a:pt x="1235725" y="1495557"/>
                  </a:cubicBezTo>
                  <a:cubicBezTo>
                    <a:pt x="1252140" y="1479141"/>
                    <a:pt x="1252140" y="1452528"/>
                    <a:pt x="1235725" y="1436113"/>
                  </a:cubicBezTo>
                  <a:lnTo>
                    <a:pt x="912878" y="1113266"/>
                  </a:lnTo>
                  <a:lnTo>
                    <a:pt x="1554371" y="1113266"/>
                  </a:lnTo>
                  <a:cubicBezTo>
                    <a:pt x="1577573" y="1113266"/>
                    <a:pt x="1596381" y="1094458"/>
                    <a:pt x="1596381" y="1071256"/>
                  </a:cubicBezTo>
                  <a:cubicBezTo>
                    <a:pt x="1596381" y="1048053"/>
                    <a:pt x="1577573" y="1029246"/>
                    <a:pt x="1554371" y="1029246"/>
                  </a:cubicBezTo>
                  <a:close/>
                </a:path>
              </a:pathLst>
            </a:custGeom>
            <a:solidFill>
              <a:srgbClr val="282829">
                <a:alpha val="5000"/>
              </a:srgbClr>
            </a:solidFill>
            <a:ln w="20935" cap="flat">
              <a:noFill/>
              <a:prstDash val="solid"/>
              <a:miter/>
            </a:ln>
          </p:spPr>
          <p:txBody>
            <a:bodyPr rtlCol="0" anchor="ctr"/>
            <a:lstStyle/>
            <a:p>
              <a:endParaRPr lang="en-IN"/>
            </a:p>
          </p:txBody>
        </p:sp>
        <p:grpSp>
          <p:nvGrpSpPr>
            <p:cNvPr id="48" name="Graphic 30" descr="Gears">
              <a:extLst>
                <a:ext uri="{FF2B5EF4-FFF2-40B4-BE49-F238E27FC236}">
                  <a16:creationId xmlns:a16="http://schemas.microsoft.com/office/drawing/2014/main" id="{E563FBDC-DD61-82A9-ABE4-A4F9362AC17F}"/>
                </a:ext>
              </a:extLst>
            </p:cNvPr>
            <p:cNvGrpSpPr/>
            <p:nvPr/>
          </p:nvGrpSpPr>
          <p:grpSpPr>
            <a:xfrm>
              <a:off x="9026885" y="2443983"/>
              <a:ext cx="86622" cy="104823"/>
              <a:chOff x="9026885" y="2443983"/>
              <a:chExt cx="86622" cy="104823"/>
            </a:xfrm>
            <a:solidFill>
              <a:srgbClr val="282829">
                <a:alpha val="50000"/>
              </a:srgbClr>
            </a:solidFill>
          </p:grpSpPr>
          <p:sp>
            <p:nvSpPr>
              <p:cNvPr id="164" name="Freeform: Shape 163">
                <a:extLst>
                  <a:ext uri="{FF2B5EF4-FFF2-40B4-BE49-F238E27FC236}">
                    <a16:creationId xmlns:a16="http://schemas.microsoft.com/office/drawing/2014/main" id="{49381353-F072-1C89-DE07-6FD143B1219F}"/>
                  </a:ext>
                </a:extLst>
              </p:cNvPr>
              <p:cNvSpPr/>
              <p:nvPr/>
            </p:nvSpPr>
            <p:spPr>
              <a:xfrm>
                <a:off x="9056911" y="2443983"/>
                <a:ext cx="56596" cy="56463"/>
              </a:xfrm>
              <a:custGeom>
                <a:avLst/>
                <a:gdLst>
                  <a:gd name="connsiteX0" fmla="*/ 28298 w 56596"/>
                  <a:gd name="connsiteY0" fmla="*/ 38263 h 56463"/>
                  <a:gd name="connsiteX1" fmla="*/ 18334 w 56596"/>
                  <a:gd name="connsiteY1" fmla="*/ 28298 h 56463"/>
                  <a:gd name="connsiteX2" fmla="*/ 28298 w 56596"/>
                  <a:gd name="connsiteY2" fmla="*/ 18334 h 56463"/>
                  <a:gd name="connsiteX3" fmla="*/ 38263 w 56596"/>
                  <a:gd name="connsiteY3" fmla="*/ 28298 h 56463"/>
                  <a:gd name="connsiteX4" fmla="*/ 28298 w 56596"/>
                  <a:gd name="connsiteY4" fmla="*/ 38263 h 56463"/>
                  <a:gd name="connsiteX5" fmla="*/ 50751 w 56596"/>
                  <a:gd name="connsiteY5" fmla="*/ 22054 h 56463"/>
                  <a:gd name="connsiteX6" fmla="*/ 48625 w 56596"/>
                  <a:gd name="connsiteY6" fmla="*/ 16873 h 56463"/>
                  <a:gd name="connsiteX7" fmla="*/ 50751 w 56596"/>
                  <a:gd name="connsiteY7" fmla="*/ 10629 h 56463"/>
                  <a:gd name="connsiteX8" fmla="*/ 45968 w 56596"/>
                  <a:gd name="connsiteY8" fmla="*/ 5846 h 56463"/>
                  <a:gd name="connsiteX9" fmla="*/ 39724 w 56596"/>
                  <a:gd name="connsiteY9" fmla="*/ 7971 h 56463"/>
                  <a:gd name="connsiteX10" fmla="*/ 34543 w 56596"/>
                  <a:gd name="connsiteY10" fmla="*/ 5846 h 56463"/>
                  <a:gd name="connsiteX11" fmla="*/ 31620 w 56596"/>
                  <a:gd name="connsiteY11" fmla="*/ 0 h 56463"/>
                  <a:gd name="connsiteX12" fmla="*/ 24977 w 56596"/>
                  <a:gd name="connsiteY12" fmla="*/ 0 h 56463"/>
                  <a:gd name="connsiteX13" fmla="*/ 22054 w 56596"/>
                  <a:gd name="connsiteY13" fmla="*/ 5846 h 56463"/>
                  <a:gd name="connsiteX14" fmla="*/ 16873 w 56596"/>
                  <a:gd name="connsiteY14" fmla="*/ 7971 h 56463"/>
                  <a:gd name="connsiteX15" fmla="*/ 10629 w 56596"/>
                  <a:gd name="connsiteY15" fmla="*/ 5846 h 56463"/>
                  <a:gd name="connsiteX16" fmla="*/ 5846 w 56596"/>
                  <a:gd name="connsiteY16" fmla="*/ 10629 h 56463"/>
                  <a:gd name="connsiteX17" fmla="*/ 7971 w 56596"/>
                  <a:gd name="connsiteY17" fmla="*/ 16873 h 56463"/>
                  <a:gd name="connsiteX18" fmla="*/ 5846 w 56596"/>
                  <a:gd name="connsiteY18" fmla="*/ 22054 h 56463"/>
                  <a:gd name="connsiteX19" fmla="*/ 0 w 56596"/>
                  <a:gd name="connsiteY19" fmla="*/ 24977 h 56463"/>
                  <a:gd name="connsiteX20" fmla="*/ 0 w 56596"/>
                  <a:gd name="connsiteY20" fmla="*/ 31620 h 56463"/>
                  <a:gd name="connsiteX21" fmla="*/ 5846 w 56596"/>
                  <a:gd name="connsiteY21" fmla="*/ 34543 h 56463"/>
                  <a:gd name="connsiteX22" fmla="*/ 7971 w 56596"/>
                  <a:gd name="connsiteY22" fmla="*/ 39724 h 56463"/>
                  <a:gd name="connsiteX23" fmla="*/ 5846 w 56596"/>
                  <a:gd name="connsiteY23" fmla="*/ 45968 h 56463"/>
                  <a:gd name="connsiteX24" fmla="*/ 10496 w 56596"/>
                  <a:gd name="connsiteY24" fmla="*/ 50618 h 56463"/>
                  <a:gd name="connsiteX25" fmla="*/ 16740 w 56596"/>
                  <a:gd name="connsiteY25" fmla="*/ 48493 h 56463"/>
                  <a:gd name="connsiteX26" fmla="*/ 21921 w 56596"/>
                  <a:gd name="connsiteY26" fmla="*/ 50618 h 56463"/>
                  <a:gd name="connsiteX27" fmla="*/ 24844 w 56596"/>
                  <a:gd name="connsiteY27" fmla="*/ 56464 h 56463"/>
                  <a:gd name="connsiteX28" fmla="*/ 31487 w 56596"/>
                  <a:gd name="connsiteY28" fmla="*/ 56464 h 56463"/>
                  <a:gd name="connsiteX29" fmla="*/ 34410 w 56596"/>
                  <a:gd name="connsiteY29" fmla="*/ 50618 h 56463"/>
                  <a:gd name="connsiteX30" fmla="*/ 39591 w 56596"/>
                  <a:gd name="connsiteY30" fmla="*/ 48493 h 56463"/>
                  <a:gd name="connsiteX31" fmla="*/ 45835 w 56596"/>
                  <a:gd name="connsiteY31" fmla="*/ 50618 h 56463"/>
                  <a:gd name="connsiteX32" fmla="*/ 50618 w 56596"/>
                  <a:gd name="connsiteY32" fmla="*/ 45968 h 56463"/>
                  <a:gd name="connsiteX33" fmla="*/ 48493 w 56596"/>
                  <a:gd name="connsiteY33" fmla="*/ 39724 h 56463"/>
                  <a:gd name="connsiteX34" fmla="*/ 50751 w 56596"/>
                  <a:gd name="connsiteY34" fmla="*/ 34543 h 56463"/>
                  <a:gd name="connsiteX35" fmla="*/ 56597 w 56596"/>
                  <a:gd name="connsiteY35" fmla="*/ 31620 h 56463"/>
                  <a:gd name="connsiteX36" fmla="*/ 56597 w 56596"/>
                  <a:gd name="connsiteY36" fmla="*/ 24977 h 56463"/>
                  <a:gd name="connsiteX37" fmla="*/ 50751 w 56596"/>
                  <a:gd name="connsiteY37" fmla="*/ 22054 h 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6596" h="56463">
                    <a:moveTo>
                      <a:pt x="28298" y="38263"/>
                    </a:moveTo>
                    <a:cubicBezTo>
                      <a:pt x="22718" y="38263"/>
                      <a:pt x="18334" y="33745"/>
                      <a:pt x="18334" y="28298"/>
                    </a:cubicBezTo>
                    <a:cubicBezTo>
                      <a:pt x="18334" y="22851"/>
                      <a:pt x="22851" y="18334"/>
                      <a:pt x="28298" y="18334"/>
                    </a:cubicBezTo>
                    <a:cubicBezTo>
                      <a:pt x="33878" y="18334"/>
                      <a:pt x="38263" y="22851"/>
                      <a:pt x="38263" y="28298"/>
                    </a:cubicBezTo>
                    <a:cubicBezTo>
                      <a:pt x="38263" y="33745"/>
                      <a:pt x="33745" y="38263"/>
                      <a:pt x="28298" y="38263"/>
                    </a:cubicBezTo>
                    <a:close/>
                    <a:moveTo>
                      <a:pt x="50751" y="22054"/>
                    </a:moveTo>
                    <a:cubicBezTo>
                      <a:pt x="50220" y="20194"/>
                      <a:pt x="49555" y="18467"/>
                      <a:pt x="48625" y="16873"/>
                    </a:cubicBezTo>
                    <a:lnTo>
                      <a:pt x="50751" y="10629"/>
                    </a:lnTo>
                    <a:lnTo>
                      <a:pt x="45968" y="5846"/>
                    </a:lnTo>
                    <a:lnTo>
                      <a:pt x="39724" y="7971"/>
                    </a:lnTo>
                    <a:cubicBezTo>
                      <a:pt x="38130" y="7041"/>
                      <a:pt x="36403" y="6377"/>
                      <a:pt x="34543" y="5846"/>
                    </a:cubicBezTo>
                    <a:lnTo>
                      <a:pt x="31620" y="0"/>
                    </a:lnTo>
                    <a:lnTo>
                      <a:pt x="24977" y="0"/>
                    </a:lnTo>
                    <a:lnTo>
                      <a:pt x="22054" y="5846"/>
                    </a:lnTo>
                    <a:cubicBezTo>
                      <a:pt x="20194" y="6377"/>
                      <a:pt x="18467" y="7041"/>
                      <a:pt x="16873" y="7971"/>
                    </a:cubicBezTo>
                    <a:lnTo>
                      <a:pt x="10629" y="5846"/>
                    </a:lnTo>
                    <a:lnTo>
                      <a:pt x="5846" y="10629"/>
                    </a:lnTo>
                    <a:lnTo>
                      <a:pt x="7971" y="16873"/>
                    </a:lnTo>
                    <a:cubicBezTo>
                      <a:pt x="7041" y="18467"/>
                      <a:pt x="6377" y="20194"/>
                      <a:pt x="5846" y="22054"/>
                    </a:cubicBezTo>
                    <a:lnTo>
                      <a:pt x="0" y="24977"/>
                    </a:lnTo>
                    <a:lnTo>
                      <a:pt x="0" y="31620"/>
                    </a:lnTo>
                    <a:lnTo>
                      <a:pt x="5846" y="34543"/>
                    </a:lnTo>
                    <a:cubicBezTo>
                      <a:pt x="6377" y="36403"/>
                      <a:pt x="7041" y="38130"/>
                      <a:pt x="7971" y="39724"/>
                    </a:cubicBezTo>
                    <a:lnTo>
                      <a:pt x="5846" y="45968"/>
                    </a:lnTo>
                    <a:lnTo>
                      <a:pt x="10496" y="50618"/>
                    </a:lnTo>
                    <a:lnTo>
                      <a:pt x="16740" y="48493"/>
                    </a:lnTo>
                    <a:cubicBezTo>
                      <a:pt x="18334" y="49423"/>
                      <a:pt x="20061" y="50087"/>
                      <a:pt x="21921" y="50618"/>
                    </a:cubicBezTo>
                    <a:lnTo>
                      <a:pt x="24844" y="56464"/>
                    </a:lnTo>
                    <a:lnTo>
                      <a:pt x="31487" y="56464"/>
                    </a:lnTo>
                    <a:lnTo>
                      <a:pt x="34410" y="50618"/>
                    </a:lnTo>
                    <a:cubicBezTo>
                      <a:pt x="36270" y="50087"/>
                      <a:pt x="37997" y="49423"/>
                      <a:pt x="39591" y="48493"/>
                    </a:cubicBezTo>
                    <a:lnTo>
                      <a:pt x="45835" y="50618"/>
                    </a:lnTo>
                    <a:lnTo>
                      <a:pt x="50618" y="45968"/>
                    </a:lnTo>
                    <a:lnTo>
                      <a:pt x="48493" y="39724"/>
                    </a:lnTo>
                    <a:cubicBezTo>
                      <a:pt x="49423" y="38130"/>
                      <a:pt x="50220" y="36270"/>
                      <a:pt x="50751" y="34543"/>
                    </a:cubicBezTo>
                    <a:lnTo>
                      <a:pt x="56597" y="31620"/>
                    </a:lnTo>
                    <a:lnTo>
                      <a:pt x="56597" y="24977"/>
                    </a:lnTo>
                    <a:lnTo>
                      <a:pt x="50751" y="22054"/>
                    </a:lnTo>
                    <a:close/>
                  </a:path>
                </a:pathLst>
              </a:custGeom>
              <a:solidFill>
                <a:srgbClr val="282829">
                  <a:alpha val="50000"/>
                </a:srgbClr>
              </a:solidFill>
              <a:ln w="1290" cap="flat">
                <a:noFill/>
                <a:prstDash val="solid"/>
                <a:miter/>
              </a:ln>
            </p:spPr>
            <p:txBody>
              <a:bodyPr rtlCol="0" anchor="ctr"/>
              <a:lstStyle/>
              <a:p>
                <a:endParaRPr lang="en-IN"/>
              </a:p>
            </p:txBody>
          </p:sp>
          <p:sp>
            <p:nvSpPr>
              <p:cNvPr id="165" name="Freeform: Shape 164">
                <a:extLst>
                  <a:ext uri="{FF2B5EF4-FFF2-40B4-BE49-F238E27FC236}">
                    <a16:creationId xmlns:a16="http://schemas.microsoft.com/office/drawing/2014/main" id="{EBF73371-9091-6928-A177-B74AA350CEB1}"/>
                  </a:ext>
                </a:extLst>
              </p:cNvPr>
              <p:cNvSpPr/>
              <p:nvPr/>
            </p:nvSpPr>
            <p:spPr>
              <a:xfrm>
                <a:off x="9026885" y="2492343"/>
                <a:ext cx="56596" cy="56463"/>
              </a:xfrm>
              <a:custGeom>
                <a:avLst/>
                <a:gdLst>
                  <a:gd name="connsiteX0" fmla="*/ 28298 w 56596"/>
                  <a:gd name="connsiteY0" fmla="*/ 38263 h 56463"/>
                  <a:gd name="connsiteX1" fmla="*/ 18334 w 56596"/>
                  <a:gd name="connsiteY1" fmla="*/ 28298 h 56463"/>
                  <a:gd name="connsiteX2" fmla="*/ 28298 w 56596"/>
                  <a:gd name="connsiteY2" fmla="*/ 18334 h 56463"/>
                  <a:gd name="connsiteX3" fmla="*/ 38263 w 56596"/>
                  <a:gd name="connsiteY3" fmla="*/ 28298 h 56463"/>
                  <a:gd name="connsiteX4" fmla="*/ 28298 w 56596"/>
                  <a:gd name="connsiteY4" fmla="*/ 38263 h 56463"/>
                  <a:gd name="connsiteX5" fmla="*/ 28298 w 56596"/>
                  <a:gd name="connsiteY5" fmla="*/ 38263 h 56463"/>
                  <a:gd name="connsiteX6" fmla="*/ 48625 w 56596"/>
                  <a:gd name="connsiteY6" fmla="*/ 16873 h 56463"/>
                  <a:gd name="connsiteX7" fmla="*/ 50751 w 56596"/>
                  <a:gd name="connsiteY7" fmla="*/ 10629 h 56463"/>
                  <a:gd name="connsiteX8" fmla="*/ 45968 w 56596"/>
                  <a:gd name="connsiteY8" fmla="*/ 5846 h 56463"/>
                  <a:gd name="connsiteX9" fmla="*/ 39724 w 56596"/>
                  <a:gd name="connsiteY9" fmla="*/ 7971 h 56463"/>
                  <a:gd name="connsiteX10" fmla="*/ 34543 w 56596"/>
                  <a:gd name="connsiteY10" fmla="*/ 5846 h 56463"/>
                  <a:gd name="connsiteX11" fmla="*/ 31620 w 56596"/>
                  <a:gd name="connsiteY11" fmla="*/ 0 h 56463"/>
                  <a:gd name="connsiteX12" fmla="*/ 24977 w 56596"/>
                  <a:gd name="connsiteY12" fmla="*/ 0 h 56463"/>
                  <a:gd name="connsiteX13" fmla="*/ 22054 w 56596"/>
                  <a:gd name="connsiteY13" fmla="*/ 5846 h 56463"/>
                  <a:gd name="connsiteX14" fmla="*/ 16873 w 56596"/>
                  <a:gd name="connsiteY14" fmla="*/ 7971 h 56463"/>
                  <a:gd name="connsiteX15" fmla="*/ 10629 w 56596"/>
                  <a:gd name="connsiteY15" fmla="*/ 5846 h 56463"/>
                  <a:gd name="connsiteX16" fmla="*/ 5979 w 56596"/>
                  <a:gd name="connsiteY16" fmla="*/ 10496 h 56463"/>
                  <a:gd name="connsiteX17" fmla="*/ 7971 w 56596"/>
                  <a:gd name="connsiteY17" fmla="*/ 16740 h 56463"/>
                  <a:gd name="connsiteX18" fmla="*/ 5846 w 56596"/>
                  <a:gd name="connsiteY18" fmla="*/ 21921 h 56463"/>
                  <a:gd name="connsiteX19" fmla="*/ 0 w 56596"/>
                  <a:gd name="connsiteY19" fmla="*/ 24844 h 56463"/>
                  <a:gd name="connsiteX20" fmla="*/ 0 w 56596"/>
                  <a:gd name="connsiteY20" fmla="*/ 31487 h 56463"/>
                  <a:gd name="connsiteX21" fmla="*/ 5846 w 56596"/>
                  <a:gd name="connsiteY21" fmla="*/ 34410 h 56463"/>
                  <a:gd name="connsiteX22" fmla="*/ 7971 w 56596"/>
                  <a:gd name="connsiteY22" fmla="*/ 39591 h 56463"/>
                  <a:gd name="connsiteX23" fmla="*/ 5979 w 56596"/>
                  <a:gd name="connsiteY23" fmla="*/ 45835 h 56463"/>
                  <a:gd name="connsiteX24" fmla="*/ 10629 w 56596"/>
                  <a:gd name="connsiteY24" fmla="*/ 50485 h 56463"/>
                  <a:gd name="connsiteX25" fmla="*/ 16873 w 56596"/>
                  <a:gd name="connsiteY25" fmla="*/ 48493 h 56463"/>
                  <a:gd name="connsiteX26" fmla="*/ 22054 w 56596"/>
                  <a:gd name="connsiteY26" fmla="*/ 50618 h 56463"/>
                  <a:gd name="connsiteX27" fmla="*/ 24977 w 56596"/>
                  <a:gd name="connsiteY27" fmla="*/ 56464 h 56463"/>
                  <a:gd name="connsiteX28" fmla="*/ 31620 w 56596"/>
                  <a:gd name="connsiteY28" fmla="*/ 56464 h 56463"/>
                  <a:gd name="connsiteX29" fmla="*/ 34543 w 56596"/>
                  <a:gd name="connsiteY29" fmla="*/ 50618 h 56463"/>
                  <a:gd name="connsiteX30" fmla="*/ 39724 w 56596"/>
                  <a:gd name="connsiteY30" fmla="*/ 48493 h 56463"/>
                  <a:gd name="connsiteX31" fmla="*/ 45968 w 56596"/>
                  <a:gd name="connsiteY31" fmla="*/ 50618 h 56463"/>
                  <a:gd name="connsiteX32" fmla="*/ 50618 w 56596"/>
                  <a:gd name="connsiteY32" fmla="*/ 45835 h 56463"/>
                  <a:gd name="connsiteX33" fmla="*/ 48625 w 56596"/>
                  <a:gd name="connsiteY33" fmla="*/ 39724 h 56463"/>
                  <a:gd name="connsiteX34" fmla="*/ 50751 w 56596"/>
                  <a:gd name="connsiteY34" fmla="*/ 34543 h 56463"/>
                  <a:gd name="connsiteX35" fmla="*/ 56597 w 56596"/>
                  <a:gd name="connsiteY35" fmla="*/ 31620 h 56463"/>
                  <a:gd name="connsiteX36" fmla="*/ 56597 w 56596"/>
                  <a:gd name="connsiteY36" fmla="*/ 24977 h 56463"/>
                  <a:gd name="connsiteX37" fmla="*/ 50751 w 56596"/>
                  <a:gd name="connsiteY37" fmla="*/ 22054 h 56463"/>
                  <a:gd name="connsiteX38" fmla="*/ 48625 w 56596"/>
                  <a:gd name="connsiteY38" fmla="*/ 16873 h 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6596" h="56463">
                    <a:moveTo>
                      <a:pt x="28298" y="38263"/>
                    </a:moveTo>
                    <a:cubicBezTo>
                      <a:pt x="22718" y="38263"/>
                      <a:pt x="18334" y="33745"/>
                      <a:pt x="18334" y="28298"/>
                    </a:cubicBezTo>
                    <a:cubicBezTo>
                      <a:pt x="18334" y="22718"/>
                      <a:pt x="22851" y="18334"/>
                      <a:pt x="28298" y="18334"/>
                    </a:cubicBezTo>
                    <a:cubicBezTo>
                      <a:pt x="33878" y="18334"/>
                      <a:pt x="38263" y="22851"/>
                      <a:pt x="38263" y="28298"/>
                    </a:cubicBezTo>
                    <a:cubicBezTo>
                      <a:pt x="38263" y="33745"/>
                      <a:pt x="33878" y="38263"/>
                      <a:pt x="28298" y="38263"/>
                    </a:cubicBezTo>
                    <a:lnTo>
                      <a:pt x="28298" y="38263"/>
                    </a:lnTo>
                    <a:close/>
                    <a:moveTo>
                      <a:pt x="48625" y="16873"/>
                    </a:moveTo>
                    <a:lnTo>
                      <a:pt x="50751" y="10629"/>
                    </a:lnTo>
                    <a:lnTo>
                      <a:pt x="45968" y="5846"/>
                    </a:lnTo>
                    <a:lnTo>
                      <a:pt x="39724" y="7971"/>
                    </a:lnTo>
                    <a:cubicBezTo>
                      <a:pt x="38130" y="7041"/>
                      <a:pt x="36270" y="6377"/>
                      <a:pt x="34543" y="5846"/>
                    </a:cubicBezTo>
                    <a:lnTo>
                      <a:pt x="31620" y="0"/>
                    </a:lnTo>
                    <a:lnTo>
                      <a:pt x="24977" y="0"/>
                    </a:lnTo>
                    <a:lnTo>
                      <a:pt x="22054" y="5846"/>
                    </a:lnTo>
                    <a:cubicBezTo>
                      <a:pt x="20194" y="6377"/>
                      <a:pt x="18467" y="7041"/>
                      <a:pt x="16873" y="7971"/>
                    </a:cubicBezTo>
                    <a:lnTo>
                      <a:pt x="10629" y="5846"/>
                    </a:lnTo>
                    <a:lnTo>
                      <a:pt x="5979" y="10496"/>
                    </a:lnTo>
                    <a:lnTo>
                      <a:pt x="7971" y="16740"/>
                    </a:lnTo>
                    <a:cubicBezTo>
                      <a:pt x="7041" y="18334"/>
                      <a:pt x="6377" y="20194"/>
                      <a:pt x="5846" y="21921"/>
                    </a:cubicBezTo>
                    <a:lnTo>
                      <a:pt x="0" y="24844"/>
                    </a:lnTo>
                    <a:lnTo>
                      <a:pt x="0" y="31487"/>
                    </a:lnTo>
                    <a:lnTo>
                      <a:pt x="5846" y="34410"/>
                    </a:lnTo>
                    <a:cubicBezTo>
                      <a:pt x="6377" y="36270"/>
                      <a:pt x="7041" y="37997"/>
                      <a:pt x="7971" y="39591"/>
                    </a:cubicBezTo>
                    <a:lnTo>
                      <a:pt x="5979" y="45835"/>
                    </a:lnTo>
                    <a:lnTo>
                      <a:pt x="10629" y="50485"/>
                    </a:lnTo>
                    <a:lnTo>
                      <a:pt x="16873" y="48493"/>
                    </a:lnTo>
                    <a:cubicBezTo>
                      <a:pt x="18467" y="49423"/>
                      <a:pt x="20194" y="50087"/>
                      <a:pt x="22054" y="50618"/>
                    </a:cubicBezTo>
                    <a:lnTo>
                      <a:pt x="24977" y="56464"/>
                    </a:lnTo>
                    <a:lnTo>
                      <a:pt x="31620" y="56464"/>
                    </a:lnTo>
                    <a:lnTo>
                      <a:pt x="34543" y="50618"/>
                    </a:lnTo>
                    <a:cubicBezTo>
                      <a:pt x="36403" y="50087"/>
                      <a:pt x="38130" y="49423"/>
                      <a:pt x="39724" y="48493"/>
                    </a:cubicBezTo>
                    <a:lnTo>
                      <a:pt x="45968" y="50618"/>
                    </a:lnTo>
                    <a:lnTo>
                      <a:pt x="50618" y="45835"/>
                    </a:lnTo>
                    <a:lnTo>
                      <a:pt x="48625" y="39724"/>
                    </a:lnTo>
                    <a:cubicBezTo>
                      <a:pt x="49555" y="38130"/>
                      <a:pt x="50220" y="36403"/>
                      <a:pt x="50751" y="34543"/>
                    </a:cubicBezTo>
                    <a:lnTo>
                      <a:pt x="56597" y="31620"/>
                    </a:lnTo>
                    <a:lnTo>
                      <a:pt x="56597" y="24977"/>
                    </a:lnTo>
                    <a:lnTo>
                      <a:pt x="50751" y="22054"/>
                    </a:lnTo>
                    <a:cubicBezTo>
                      <a:pt x="50220" y="20194"/>
                      <a:pt x="49555" y="18467"/>
                      <a:pt x="48625" y="16873"/>
                    </a:cubicBezTo>
                    <a:close/>
                  </a:path>
                </a:pathLst>
              </a:custGeom>
              <a:solidFill>
                <a:srgbClr val="282829">
                  <a:alpha val="50000"/>
                </a:srgbClr>
              </a:solidFill>
              <a:ln w="1290" cap="flat">
                <a:noFill/>
                <a:prstDash val="solid"/>
                <a:miter/>
              </a:ln>
            </p:spPr>
            <p:txBody>
              <a:bodyPr rtlCol="0" anchor="ctr"/>
              <a:lstStyle/>
              <a:p>
                <a:endParaRPr lang="en-IN"/>
              </a:p>
            </p:txBody>
          </p:sp>
        </p:grpSp>
        <p:sp>
          <p:nvSpPr>
            <p:cNvPr id="49" name="Graphic 32" descr="Satellite">
              <a:extLst>
                <a:ext uri="{FF2B5EF4-FFF2-40B4-BE49-F238E27FC236}">
                  <a16:creationId xmlns:a16="http://schemas.microsoft.com/office/drawing/2014/main" id="{A410DD20-4B48-25D5-2029-490C5BA7D718}"/>
                </a:ext>
              </a:extLst>
            </p:cNvPr>
            <p:cNvSpPr/>
            <p:nvPr/>
          </p:nvSpPr>
          <p:spPr>
            <a:xfrm>
              <a:off x="5050396" y="663508"/>
              <a:ext cx="380184" cy="379721"/>
            </a:xfrm>
            <a:custGeom>
              <a:avLst/>
              <a:gdLst>
                <a:gd name="connsiteX0" fmla="*/ 260394 w 380184"/>
                <a:gd name="connsiteY0" fmla="*/ 348734 h 379721"/>
                <a:gd name="connsiteX1" fmla="*/ 299707 w 380184"/>
                <a:gd name="connsiteY1" fmla="*/ 309420 h 379721"/>
                <a:gd name="connsiteX2" fmla="*/ 312658 w 380184"/>
                <a:gd name="connsiteY2" fmla="*/ 322370 h 379721"/>
                <a:gd name="connsiteX3" fmla="*/ 273344 w 380184"/>
                <a:gd name="connsiteY3" fmla="*/ 361684 h 379721"/>
                <a:gd name="connsiteX4" fmla="*/ 260394 w 380184"/>
                <a:gd name="connsiteY4" fmla="*/ 348734 h 379721"/>
                <a:gd name="connsiteX5" fmla="*/ 246981 w 380184"/>
                <a:gd name="connsiteY5" fmla="*/ 257156 h 379721"/>
                <a:gd name="connsiteX6" fmla="*/ 259931 w 380184"/>
                <a:gd name="connsiteY6" fmla="*/ 270107 h 379721"/>
                <a:gd name="connsiteX7" fmla="*/ 220618 w 380184"/>
                <a:gd name="connsiteY7" fmla="*/ 309420 h 379721"/>
                <a:gd name="connsiteX8" fmla="*/ 207668 w 380184"/>
                <a:gd name="connsiteY8" fmla="*/ 296470 h 379721"/>
                <a:gd name="connsiteX9" fmla="*/ 246981 w 380184"/>
                <a:gd name="connsiteY9" fmla="*/ 257156 h 379721"/>
                <a:gd name="connsiteX10" fmla="*/ 296470 w 380184"/>
                <a:gd name="connsiteY10" fmla="*/ 208130 h 379721"/>
                <a:gd name="connsiteX11" fmla="*/ 309420 w 380184"/>
                <a:gd name="connsiteY11" fmla="*/ 221080 h 379721"/>
                <a:gd name="connsiteX12" fmla="*/ 273344 w 380184"/>
                <a:gd name="connsiteY12" fmla="*/ 257156 h 379721"/>
                <a:gd name="connsiteX13" fmla="*/ 260394 w 380184"/>
                <a:gd name="connsiteY13" fmla="*/ 244206 h 379721"/>
                <a:gd name="connsiteX14" fmla="*/ 296470 w 380184"/>
                <a:gd name="connsiteY14" fmla="*/ 208130 h 379721"/>
                <a:gd name="connsiteX15" fmla="*/ 286295 w 380184"/>
                <a:gd name="connsiteY15" fmla="*/ 296470 h 379721"/>
                <a:gd name="connsiteX16" fmla="*/ 246981 w 380184"/>
                <a:gd name="connsiteY16" fmla="*/ 335783 h 379721"/>
                <a:gd name="connsiteX17" fmla="*/ 234031 w 380184"/>
                <a:gd name="connsiteY17" fmla="*/ 322833 h 379721"/>
                <a:gd name="connsiteX18" fmla="*/ 273344 w 380184"/>
                <a:gd name="connsiteY18" fmla="*/ 283520 h 379721"/>
                <a:gd name="connsiteX19" fmla="*/ 286295 w 380184"/>
                <a:gd name="connsiteY19" fmla="*/ 296470 h 379721"/>
                <a:gd name="connsiteX20" fmla="*/ 286295 w 380184"/>
                <a:gd name="connsiteY20" fmla="*/ 270107 h 379721"/>
                <a:gd name="connsiteX21" fmla="*/ 322371 w 380184"/>
                <a:gd name="connsiteY21" fmla="*/ 234031 h 379721"/>
                <a:gd name="connsiteX22" fmla="*/ 335321 w 380184"/>
                <a:gd name="connsiteY22" fmla="*/ 246981 h 379721"/>
                <a:gd name="connsiteX23" fmla="*/ 299245 w 380184"/>
                <a:gd name="connsiteY23" fmla="*/ 283057 h 379721"/>
                <a:gd name="connsiteX24" fmla="*/ 286295 w 380184"/>
                <a:gd name="connsiteY24" fmla="*/ 270107 h 379721"/>
                <a:gd name="connsiteX25" fmla="*/ 325608 w 380184"/>
                <a:gd name="connsiteY25" fmla="*/ 309420 h 379721"/>
                <a:gd name="connsiteX26" fmla="*/ 312658 w 380184"/>
                <a:gd name="connsiteY26" fmla="*/ 296470 h 379721"/>
                <a:gd name="connsiteX27" fmla="*/ 348734 w 380184"/>
                <a:gd name="connsiteY27" fmla="*/ 260394 h 379721"/>
                <a:gd name="connsiteX28" fmla="*/ 361684 w 380184"/>
                <a:gd name="connsiteY28" fmla="*/ 273344 h 379721"/>
                <a:gd name="connsiteX29" fmla="*/ 325608 w 380184"/>
                <a:gd name="connsiteY29" fmla="*/ 309420 h 379721"/>
                <a:gd name="connsiteX30" fmla="*/ 60589 w 380184"/>
                <a:gd name="connsiteY30" fmla="*/ 332546 h 379721"/>
                <a:gd name="connsiteX31" fmla="*/ 80477 w 380184"/>
                <a:gd name="connsiteY31" fmla="*/ 312658 h 379721"/>
                <a:gd name="connsiteX32" fmla="*/ 100365 w 380184"/>
                <a:gd name="connsiteY32" fmla="*/ 332546 h 379721"/>
                <a:gd name="connsiteX33" fmla="*/ 60589 w 380184"/>
                <a:gd name="connsiteY33" fmla="*/ 332546 h 379721"/>
                <a:gd name="connsiteX34" fmla="*/ 67527 w 380184"/>
                <a:gd name="connsiteY34" fmla="*/ 299707 h 379721"/>
                <a:gd name="connsiteX35" fmla="*/ 47176 w 380184"/>
                <a:gd name="connsiteY35" fmla="*/ 320058 h 379721"/>
                <a:gd name="connsiteX36" fmla="*/ 47176 w 380184"/>
                <a:gd name="connsiteY36" fmla="*/ 279357 h 379721"/>
                <a:gd name="connsiteX37" fmla="*/ 67527 w 380184"/>
                <a:gd name="connsiteY37" fmla="*/ 299707 h 379721"/>
                <a:gd name="connsiteX38" fmla="*/ 83715 w 380184"/>
                <a:gd name="connsiteY38" fmla="*/ 172054 h 379721"/>
                <a:gd name="connsiteX39" fmla="*/ 70764 w 380184"/>
                <a:gd name="connsiteY39" fmla="*/ 159104 h 379721"/>
                <a:gd name="connsiteX40" fmla="*/ 110078 w 380184"/>
                <a:gd name="connsiteY40" fmla="*/ 119790 h 379721"/>
                <a:gd name="connsiteX41" fmla="*/ 123028 w 380184"/>
                <a:gd name="connsiteY41" fmla="*/ 132741 h 379721"/>
                <a:gd name="connsiteX42" fmla="*/ 83715 w 380184"/>
                <a:gd name="connsiteY42" fmla="*/ 172054 h 379721"/>
                <a:gd name="connsiteX43" fmla="*/ 57351 w 380184"/>
                <a:gd name="connsiteY43" fmla="*/ 67527 h 379721"/>
                <a:gd name="connsiteX44" fmla="*/ 70302 w 380184"/>
                <a:gd name="connsiteY44" fmla="*/ 80477 h 379721"/>
                <a:gd name="connsiteX45" fmla="*/ 30988 w 380184"/>
                <a:gd name="connsiteY45" fmla="*/ 119790 h 379721"/>
                <a:gd name="connsiteX46" fmla="*/ 18038 w 380184"/>
                <a:gd name="connsiteY46" fmla="*/ 106840 h 379721"/>
                <a:gd name="connsiteX47" fmla="*/ 57351 w 380184"/>
                <a:gd name="connsiteY47" fmla="*/ 67527 h 379721"/>
                <a:gd name="connsiteX48" fmla="*/ 119790 w 380184"/>
                <a:gd name="connsiteY48" fmla="*/ 31451 h 379721"/>
                <a:gd name="connsiteX49" fmla="*/ 83715 w 380184"/>
                <a:gd name="connsiteY49" fmla="*/ 67527 h 379721"/>
                <a:gd name="connsiteX50" fmla="*/ 70764 w 380184"/>
                <a:gd name="connsiteY50" fmla="*/ 54576 h 379721"/>
                <a:gd name="connsiteX51" fmla="*/ 106378 w 380184"/>
                <a:gd name="connsiteY51" fmla="*/ 18500 h 379721"/>
                <a:gd name="connsiteX52" fmla="*/ 119790 w 380184"/>
                <a:gd name="connsiteY52" fmla="*/ 31451 h 379721"/>
                <a:gd name="connsiteX53" fmla="*/ 96665 w 380184"/>
                <a:gd name="connsiteY53" fmla="*/ 106840 h 379721"/>
                <a:gd name="connsiteX54" fmla="*/ 57351 w 380184"/>
                <a:gd name="connsiteY54" fmla="*/ 146154 h 379721"/>
                <a:gd name="connsiteX55" fmla="*/ 44401 w 380184"/>
                <a:gd name="connsiteY55" fmla="*/ 133203 h 379721"/>
                <a:gd name="connsiteX56" fmla="*/ 83715 w 380184"/>
                <a:gd name="connsiteY56" fmla="*/ 93890 h 379721"/>
                <a:gd name="connsiteX57" fmla="*/ 96665 w 380184"/>
                <a:gd name="connsiteY57" fmla="*/ 106840 h 379721"/>
                <a:gd name="connsiteX58" fmla="*/ 96665 w 380184"/>
                <a:gd name="connsiteY58" fmla="*/ 80477 h 379721"/>
                <a:gd name="connsiteX59" fmla="*/ 132741 w 380184"/>
                <a:gd name="connsiteY59" fmla="*/ 44401 h 379721"/>
                <a:gd name="connsiteX60" fmla="*/ 145691 w 380184"/>
                <a:gd name="connsiteY60" fmla="*/ 57351 h 379721"/>
                <a:gd name="connsiteX61" fmla="*/ 109615 w 380184"/>
                <a:gd name="connsiteY61" fmla="*/ 93427 h 379721"/>
                <a:gd name="connsiteX62" fmla="*/ 96665 w 380184"/>
                <a:gd name="connsiteY62" fmla="*/ 80477 h 379721"/>
                <a:gd name="connsiteX63" fmla="*/ 135978 w 380184"/>
                <a:gd name="connsiteY63" fmla="*/ 119790 h 379721"/>
                <a:gd name="connsiteX64" fmla="*/ 123028 w 380184"/>
                <a:gd name="connsiteY64" fmla="*/ 106840 h 379721"/>
                <a:gd name="connsiteX65" fmla="*/ 159104 w 380184"/>
                <a:gd name="connsiteY65" fmla="*/ 70764 h 379721"/>
                <a:gd name="connsiteX66" fmla="*/ 172054 w 380184"/>
                <a:gd name="connsiteY66" fmla="*/ 83715 h 379721"/>
                <a:gd name="connsiteX67" fmla="*/ 135978 w 380184"/>
                <a:gd name="connsiteY67" fmla="*/ 119790 h 379721"/>
                <a:gd name="connsiteX68" fmla="*/ 374634 w 380184"/>
                <a:gd name="connsiteY68" fmla="*/ 260394 h 379721"/>
                <a:gd name="connsiteX69" fmla="*/ 309420 w 380184"/>
                <a:gd name="connsiteY69" fmla="*/ 195180 h 379721"/>
                <a:gd name="connsiteX70" fmla="*/ 296470 w 380184"/>
                <a:gd name="connsiteY70" fmla="*/ 189630 h 379721"/>
                <a:gd name="connsiteX71" fmla="*/ 283520 w 380184"/>
                <a:gd name="connsiteY71" fmla="*/ 195180 h 379721"/>
                <a:gd name="connsiteX72" fmla="*/ 246981 w 380184"/>
                <a:gd name="connsiteY72" fmla="*/ 231256 h 379721"/>
                <a:gd name="connsiteX73" fmla="*/ 234031 w 380184"/>
                <a:gd name="connsiteY73" fmla="*/ 218305 h 379721"/>
                <a:gd name="connsiteX74" fmla="*/ 279819 w 380184"/>
                <a:gd name="connsiteY74" fmla="*/ 172517 h 379721"/>
                <a:gd name="connsiteX75" fmla="*/ 285370 w 380184"/>
                <a:gd name="connsiteY75" fmla="*/ 159566 h 379721"/>
                <a:gd name="connsiteX76" fmla="*/ 279819 w 380184"/>
                <a:gd name="connsiteY76" fmla="*/ 146616 h 379721"/>
                <a:gd name="connsiteX77" fmla="*/ 272419 w 380184"/>
                <a:gd name="connsiteY77" fmla="*/ 138753 h 379721"/>
                <a:gd name="connsiteX78" fmla="*/ 289532 w 380184"/>
                <a:gd name="connsiteY78" fmla="*/ 129503 h 379721"/>
                <a:gd name="connsiteX79" fmla="*/ 250681 w 380184"/>
                <a:gd name="connsiteY79" fmla="*/ 90652 h 379721"/>
                <a:gd name="connsiteX80" fmla="*/ 241431 w 380184"/>
                <a:gd name="connsiteY80" fmla="*/ 107765 h 379721"/>
                <a:gd name="connsiteX81" fmla="*/ 234031 w 380184"/>
                <a:gd name="connsiteY81" fmla="*/ 100365 h 379721"/>
                <a:gd name="connsiteX82" fmla="*/ 221080 w 380184"/>
                <a:gd name="connsiteY82" fmla="*/ 94815 h 379721"/>
                <a:gd name="connsiteX83" fmla="*/ 208130 w 380184"/>
                <a:gd name="connsiteY83" fmla="*/ 100365 h 379721"/>
                <a:gd name="connsiteX84" fmla="*/ 162342 w 380184"/>
                <a:gd name="connsiteY84" fmla="*/ 146154 h 379721"/>
                <a:gd name="connsiteX85" fmla="*/ 148929 w 380184"/>
                <a:gd name="connsiteY85" fmla="*/ 133203 h 379721"/>
                <a:gd name="connsiteX86" fmla="*/ 185005 w 380184"/>
                <a:gd name="connsiteY86" fmla="*/ 97127 h 379721"/>
                <a:gd name="connsiteX87" fmla="*/ 190555 w 380184"/>
                <a:gd name="connsiteY87" fmla="*/ 84177 h 379721"/>
                <a:gd name="connsiteX88" fmla="*/ 185005 w 380184"/>
                <a:gd name="connsiteY88" fmla="*/ 71227 h 379721"/>
                <a:gd name="connsiteX89" fmla="*/ 119790 w 380184"/>
                <a:gd name="connsiteY89" fmla="*/ 5550 h 379721"/>
                <a:gd name="connsiteX90" fmla="*/ 106378 w 380184"/>
                <a:gd name="connsiteY90" fmla="*/ 0 h 379721"/>
                <a:gd name="connsiteX91" fmla="*/ 93427 w 380184"/>
                <a:gd name="connsiteY91" fmla="*/ 5550 h 379721"/>
                <a:gd name="connsiteX92" fmla="*/ 5088 w 380184"/>
                <a:gd name="connsiteY92" fmla="*/ 93890 h 379721"/>
                <a:gd name="connsiteX93" fmla="*/ 0 w 380184"/>
                <a:gd name="connsiteY93" fmla="*/ 106840 h 379721"/>
                <a:gd name="connsiteX94" fmla="*/ 5550 w 380184"/>
                <a:gd name="connsiteY94" fmla="*/ 119790 h 379721"/>
                <a:gd name="connsiteX95" fmla="*/ 70764 w 380184"/>
                <a:gd name="connsiteY95" fmla="*/ 185005 h 379721"/>
                <a:gd name="connsiteX96" fmla="*/ 83715 w 380184"/>
                <a:gd name="connsiteY96" fmla="*/ 190555 h 379721"/>
                <a:gd name="connsiteX97" fmla="*/ 96665 w 380184"/>
                <a:gd name="connsiteY97" fmla="*/ 185005 h 379721"/>
                <a:gd name="connsiteX98" fmla="*/ 135978 w 380184"/>
                <a:gd name="connsiteY98" fmla="*/ 145691 h 379721"/>
                <a:gd name="connsiteX99" fmla="*/ 148929 w 380184"/>
                <a:gd name="connsiteY99" fmla="*/ 158641 h 379721"/>
                <a:gd name="connsiteX100" fmla="*/ 103140 w 380184"/>
                <a:gd name="connsiteY100" fmla="*/ 204430 h 379721"/>
                <a:gd name="connsiteX101" fmla="*/ 97590 w 380184"/>
                <a:gd name="connsiteY101" fmla="*/ 217380 h 379721"/>
                <a:gd name="connsiteX102" fmla="*/ 103140 w 380184"/>
                <a:gd name="connsiteY102" fmla="*/ 230331 h 379721"/>
                <a:gd name="connsiteX103" fmla="*/ 116553 w 380184"/>
                <a:gd name="connsiteY103" fmla="*/ 243281 h 379721"/>
                <a:gd name="connsiteX104" fmla="*/ 102678 w 380184"/>
                <a:gd name="connsiteY104" fmla="*/ 257156 h 379721"/>
                <a:gd name="connsiteX105" fmla="*/ 14800 w 380184"/>
                <a:gd name="connsiteY105" fmla="*/ 246981 h 379721"/>
                <a:gd name="connsiteX106" fmla="*/ 28676 w 380184"/>
                <a:gd name="connsiteY106" fmla="*/ 260394 h 379721"/>
                <a:gd name="connsiteX107" fmla="*/ 28213 w 380184"/>
                <a:gd name="connsiteY107" fmla="*/ 329771 h 379721"/>
                <a:gd name="connsiteX108" fmla="*/ 12488 w 380184"/>
                <a:gd name="connsiteY108" fmla="*/ 349196 h 379721"/>
                <a:gd name="connsiteX109" fmla="*/ 30526 w 380184"/>
                <a:gd name="connsiteY109" fmla="*/ 366309 h 379721"/>
                <a:gd name="connsiteX110" fmla="*/ 49489 w 380184"/>
                <a:gd name="connsiteY110" fmla="*/ 350121 h 379721"/>
                <a:gd name="connsiteX111" fmla="*/ 118865 w 380184"/>
                <a:gd name="connsiteY111" fmla="*/ 350584 h 379721"/>
                <a:gd name="connsiteX112" fmla="*/ 132741 w 380184"/>
                <a:gd name="connsiteY112" fmla="*/ 364459 h 379721"/>
                <a:gd name="connsiteX113" fmla="*/ 122566 w 380184"/>
                <a:gd name="connsiteY113" fmla="*/ 276582 h 379721"/>
                <a:gd name="connsiteX114" fmla="*/ 136441 w 380184"/>
                <a:gd name="connsiteY114" fmla="*/ 262707 h 379721"/>
                <a:gd name="connsiteX115" fmla="*/ 148929 w 380184"/>
                <a:gd name="connsiteY115" fmla="*/ 276582 h 379721"/>
                <a:gd name="connsiteX116" fmla="*/ 161879 w 380184"/>
                <a:gd name="connsiteY116" fmla="*/ 282132 h 379721"/>
                <a:gd name="connsiteX117" fmla="*/ 174829 w 380184"/>
                <a:gd name="connsiteY117" fmla="*/ 276582 h 379721"/>
                <a:gd name="connsiteX118" fmla="*/ 220618 w 380184"/>
                <a:gd name="connsiteY118" fmla="*/ 230793 h 379721"/>
                <a:gd name="connsiteX119" fmla="*/ 233568 w 380184"/>
                <a:gd name="connsiteY119" fmla="*/ 243744 h 379721"/>
                <a:gd name="connsiteX120" fmla="*/ 194255 w 380184"/>
                <a:gd name="connsiteY120" fmla="*/ 283057 h 379721"/>
                <a:gd name="connsiteX121" fmla="*/ 188705 w 380184"/>
                <a:gd name="connsiteY121" fmla="*/ 296007 h 379721"/>
                <a:gd name="connsiteX122" fmla="*/ 194255 w 380184"/>
                <a:gd name="connsiteY122" fmla="*/ 308958 h 379721"/>
                <a:gd name="connsiteX123" fmla="*/ 259931 w 380184"/>
                <a:gd name="connsiteY123" fmla="*/ 374172 h 379721"/>
                <a:gd name="connsiteX124" fmla="*/ 272882 w 380184"/>
                <a:gd name="connsiteY124" fmla="*/ 379722 h 379721"/>
                <a:gd name="connsiteX125" fmla="*/ 285832 w 380184"/>
                <a:gd name="connsiteY125" fmla="*/ 374172 h 379721"/>
                <a:gd name="connsiteX126" fmla="*/ 374634 w 380184"/>
                <a:gd name="connsiteY126" fmla="*/ 286757 h 379721"/>
                <a:gd name="connsiteX127" fmla="*/ 380184 w 380184"/>
                <a:gd name="connsiteY127" fmla="*/ 273807 h 379721"/>
                <a:gd name="connsiteX128" fmla="*/ 374634 w 380184"/>
                <a:gd name="connsiteY128" fmla="*/ 260394 h 379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380184" h="379721">
                  <a:moveTo>
                    <a:pt x="260394" y="348734"/>
                  </a:moveTo>
                  <a:lnTo>
                    <a:pt x="299707" y="309420"/>
                  </a:lnTo>
                  <a:lnTo>
                    <a:pt x="312658" y="322370"/>
                  </a:lnTo>
                  <a:lnTo>
                    <a:pt x="273344" y="361684"/>
                  </a:lnTo>
                  <a:lnTo>
                    <a:pt x="260394" y="348734"/>
                  </a:lnTo>
                  <a:close/>
                  <a:moveTo>
                    <a:pt x="246981" y="257156"/>
                  </a:moveTo>
                  <a:lnTo>
                    <a:pt x="259931" y="270107"/>
                  </a:lnTo>
                  <a:lnTo>
                    <a:pt x="220618" y="309420"/>
                  </a:lnTo>
                  <a:lnTo>
                    <a:pt x="207668" y="296470"/>
                  </a:lnTo>
                  <a:lnTo>
                    <a:pt x="246981" y="257156"/>
                  </a:lnTo>
                  <a:close/>
                  <a:moveTo>
                    <a:pt x="296470" y="208130"/>
                  </a:moveTo>
                  <a:lnTo>
                    <a:pt x="309420" y="221080"/>
                  </a:lnTo>
                  <a:lnTo>
                    <a:pt x="273344" y="257156"/>
                  </a:lnTo>
                  <a:lnTo>
                    <a:pt x="260394" y="244206"/>
                  </a:lnTo>
                  <a:lnTo>
                    <a:pt x="296470" y="208130"/>
                  </a:lnTo>
                  <a:close/>
                  <a:moveTo>
                    <a:pt x="286295" y="296470"/>
                  </a:moveTo>
                  <a:lnTo>
                    <a:pt x="246981" y="335783"/>
                  </a:lnTo>
                  <a:lnTo>
                    <a:pt x="234031" y="322833"/>
                  </a:lnTo>
                  <a:lnTo>
                    <a:pt x="273344" y="283520"/>
                  </a:lnTo>
                  <a:lnTo>
                    <a:pt x="286295" y="296470"/>
                  </a:lnTo>
                  <a:close/>
                  <a:moveTo>
                    <a:pt x="286295" y="270107"/>
                  </a:moveTo>
                  <a:lnTo>
                    <a:pt x="322371" y="234031"/>
                  </a:lnTo>
                  <a:lnTo>
                    <a:pt x="335321" y="246981"/>
                  </a:lnTo>
                  <a:lnTo>
                    <a:pt x="299245" y="283057"/>
                  </a:lnTo>
                  <a:lnTo>
                    <a:pt x="286295" y="270107"/>
                  </a:lnTo>
                  <a:close/>
                  <a:moveTo>
                    <a:pt x="325608" y="309420"/>
                  </a:moveTo>
                  <a:lnTo>
                    <a:pt x="312658" y="296470"/>
                  </a:lnTo>
                  <a:lnTo>
                    <a:pt x="348734" y="260394"/>
                  </a:lnTo>
                  <a:lnTo>
                    <a:pt x="361684" y="273344"/>
                  </a:lnTo>
                  <a:lnTo>
                    <a:pt x="325608" y="309420"/>
                  </a:lnTo>
                  <a:close/>
                  <a:moveTo>
                    <a:pt x="60589" y="332546"/>
                  </a:moveTo>
                  <a:lnTo>
                    <a:pt x="80477" y="312658"/>
                  </a:lnTo>
                  <a:lnTo>
                    <a:pt x="100365" y="332546"/>
                  </a:lnTo>
                  <a:lnTo>
                    <a:pt x="60589" y="332546"/>
                  </a:lnTo>
                  <a:close/>
                  <a:moveTo>
                    <a:pt x="67527" y="299707"/>
                  </a:moveTo>
                  <a:lnTo>
                    <a:pt x="47176" y="320058"/>
                  </a:lnTo>
                  <a:lnTo>
                    <a:pt x="47176" y="279357"/>
                  </a:lnTo>
                  <a:lnTo>
                    <a:pt x="67527" y="299707"/>
                  </a:lnTo>
                  <a:close/>
                  <a:moveTo>
                    <a:pt x="83715" y="172054"/>
                  </a:moveTo>
                  <a:lnTo>
                    <a:pt x="70764" y="159104"/>
                  </a:lnTo>
                  <a:lnTo>
                    <a:pt x="110078" y="119790"/>
                  </a:lnTo>
                  <a:lnTo>
                    <a:pt x="123028" y="132741"/>
                  </a:lnTo>
                  <a:lnTo>
                    <a:pt x="83715" y="172054"/>
                  </a:lnTo>
                  <a:close/>
                  <a:moveTo>
                    <a:pt x="57351" y="67527"/>
                  </a:moveTo>
                  <a:lnTo>
                    <a:pt x="70302" y="80477"/>
                  </a:lnTo>
                  <a:lnTo>
                    <a:pt x="30988" y="119790"/>
                  </a:lnTo>
                  <a:lnTo>
                    <a:pt x="18038" y="106840"/>
                  </a:lnTo>
                  <a:lnTo>
                    <a:pt x="57351" y="67527"/>
                  </a:lnTo>
                  <a:close/>
                  <a:moveTo>
                    <a:pt x="119790" y="31451"/>
                  </a:moveTo>
                  <a:lnTo>
                    <a:pt x="83715" y="67527"/>
                  </a:lnTo>
                  <a:lnTo>
                    <a:pt x="70764" y="54576"/>
                  </a:lnTo>
                  <a:lnTo>
                    <a:pt x="106378" y="18500"/>
                  </a:lnTo>
                  <a:lnTo>
                    <a:pt x="119790" y="31451"/>
                  </a:lnTo>
                  <a:close/>
                  <a:moveTo>
                    <a:pt x="96665" y="106840"/>
                  </a:moveTo>
                  <a:lnTo>
                    <a:pt x="57351" y="146154"/>
                  </a:lnTo>
                  <a:lnTo>
                    <a:pt x="44401" y="133203"/>
                  </a:lnTo>
                  <a:lnTo>
                    <a:pt x="83715" y="93890"/>
                  </a:lnTo>
                  <a:lnTo>
                    <a:pt x="96665" y="106840"/>
                  </a:lnTo>
                  <a:close/>
                  <a:moveTo>
                    <a:pt x="96665" y="80477"/>
                  </a:moveTo>
                  <a:lnTo>
                    <a:pt x="132741" y="44401"/>
                  </a:lnTo>
                  <a:lnTo>
                    <a:pt x="145691" y="57351"/>
                  </a:lnTo>
                  <a:lnTo>
                    <a:pt x="109615" y="93427"/>
                  </a:lnTo>
                  <a:lnTo>
                    <a:pt x="96665" y="80477"/>
                  </a:lnTo>
                  <a:close/>
                  <a:moveTo>
                    <a:pt x="135978" y="119790"/>
                  </a:moveTo>
                  <a:lnTo>
                    <a:pt x="123028" y="106840"/>
                  </a:lnTo>
                  <a:lnTo>
                    <a:pt x="159104" y="70764"/>
                  </a:lnTo>
                  <a:lnTo>
                    <a:pt x="172054" y="83715"/>
                  </a:lnTo>
                  <a:lnTo>
                    <a:pt x="135978" y="119790"/>
                  </a:lnTo>
                  <a:close/>
                  <a:moveTo>
                    <a:pt x="374634" y="260394"/>
                  </a:moveTo>
                  <a:lnTo>
                    <a:pt x="309420" y="195180"/>
                  </a:lnTo>
                  <a:cubicBezTo>
                    <a:pt x="305720" y="191480"/>
                    <a:pt x="301095" y="189630"/>
                    <a:pt x="296470" y="189630"/>
                  </a:cubicBezTo>
                  <a:cubicBezTo>
                    <a:pt x="291845" y="189630"/>
                    <a:pt x="286757" y="191480"/>
                    <a:pt x="283520" y="195180"/>
                  </a:cubicBezTo>
                  <a:lnTo>
                    <a:pt x="246981" y="231256"/>
                  </a:lnTo>
                  <a:lnTo>
                    <a:pt x="234031" y="218305"/>
                  </a:lnTo>
                  <a:lnTo>
                    <a:pt x="279819" y="172517"/>
                  </a:lnTo>
                  <a:cubicBezTo>
                    <a:pt x="283520" y="168817"/>
                    <a:pt x="285370" y="164192"/>
                    <a:pt x="285370" y="159566"/>
                  </a:cubicBezTo>
                  <a:cubicBezTo>
                    <a:pt x="285370" y="154479"/>
                    <a:pt x="283520" y="149854"/>
                    <a:pt x="279819" y="146616"/>
                  </a:cubicBezTo>
                  <a:lnTo>
                    <a:pt x="272419" y="138753"/>
                  </a:lnTo>
                  <a:lnTo>
                    <a:pt x="289532" y="129503"/>
                  </a:lnTo>
                  <a:lnTo>
                    <a:pt x="250681" y="90652"/>
                  </a:lnTo>
                  <a:lnTo>
                    <a:pt x="241431" y="107765"/>
                  </a:lnTo>
                  <a:lnTo>
                    <a:pt x="234031" y="100365"/>
                  </a:lnTo>
                  <a:cubicBezTo>
                    <a:pt x="230331" y="96665"/>
                    <a:pt x="225706" y="94815"/>
                    <a:pt x="221080" y="94815"/>
                  </a:cubicBezTo>
                  <a:cubicBezTo>
                    <a:pt x="215993" y="94815"/>
                    <a:pt x="211368" y="96665"/>
                    <a:pt x="208130" y="100365"/>
                  </a:cubicBezTo>
                  <a:lnTo>
                    <a:pt x="162342" y="146154"/>
                  </a:lnTo>
                  <a:lnTo>
                    <a:pt x="148929" y="133203"/>
                  </a:lnTo>
                  <a:lnTo>
                    <a:pt x="185005" y="97127"/>
                  </a:lnTo>
                  <a:cubicBezTo>
                    <a:pt x="188705" y="93427"/>
                    <a:pt x="190555" y="88802"/>
                    <a:pt x="190555" y="84177"/>
                  </a:cubicBezTo>
                  <a:cubicBezTo>
                    <a:pt x="190555" y="79089"/>
                    <a:pt x="188705" y="74464"/>
                    <a:pt x="185005" y="71227"/>
                  </a:cubicBezTo>
                  <a:lnTo>
                    <a:pt x="119790" y="5550"/>
                  </a:lnTo>
                  <a:cubicBezTo>
                    <a:pt x="116090" y="1850"/>
                    <a:pt x="111465" y="0"/>
                    <a:pt x="106378" y="0"/>
                  </a:cubicBezTo>
                  <a:cubicBezTo>
                    <a:pt x="101290" y="0"/>
                    <a:pt x="96665" y="1850"/>
                    <a:pt x="93427" y="5550"/>
                  </a:cubicBezTo>
                  <a:lnTo>
                    <a:pt x="5088" y="93890"/>
                  </a:lnTo>
                  <a:cubicBezTo>
                    <a:pt x="1850" y="97127"/>
                    <a:pt x="0" y="101753"/>
                    <a:pt x="0" y="106840"/>
                  </a:cubicBezTo>
                  <a:cubicBezTo>
                    <a:pt x="0" y="111928"/>
                    <a:pt x="1850" y="116553"/>
                    <a:pt x="5550" y="119790"/>
                  </a:cubicBezTo>
                  <a:lnTo>
                    <a:pt x="70764" y="185005"/>
                  </a:lnTo>
                  <a:cubicBezTo>
                    <a:pt x="74464" y="188705"/>
                    <a:pt x="79089" y="190555"/>
                    <a:pt x="83715" y="190555"/>
                  </a:cubicBezTo>
                  <a:cubicBezTo>
                    <a:pt x="88340" y="190555"/>
                    <a:pt x="93427" y="188705"/>
                    <a:pt x="96665" y="185005"/>
                  </a:cubicBezTo>
                  <a:lnTo>
                    <a:pt x="135978" y="145691"/>
                  </a:lnTo>
                  <a:lnTo>
                    <a:pt x="148929" y="158641"/>
                  </a:lnTo>
                  <a:lnTo>
                    <a:pt x="103140" y="204430"/>
                  </a:lnTo>
                  <a:cubicBezTo>
                    <a:pt x="99440" y="208130"/>
                    <a:pt x="97590" y="212755"/>
                    <a:pt x="97590" y="217380"/>
                  </a:cubicBezTo>
                  <a:cubicBezTo>
                    <a:pt x="97590" y="222468"/>
                    <a:pt x="99440" y="227093"/>
                    <a:pt x="103140" y="230331"/>
                  </a:cubicBezTo>
                  <a:lnTo>
                    <a:pt x="116553" y="243281"/>
                  </a:lnTo>
                  <a:lnTo>
                    <a:pt x="102678" y="257156"/>
                  </a:lnTo>
                  <a:cubicBezTo>
                    <a:pt x="71689" y="232643"/>
                    <a:pt x="34226" y="227093"/>
                    <a:pt x="14800" y="246981"/>
                  </a:cubicBezTo>
                  <a:lnTo>
                    <a:pt x="28676" y="260394"/>
                  </a:lnTo>
                  <a:lnTo>
                    <a:pt x="28213" y="329771"/>
                  </a:lnTo>
                  <a:cubicBezTo>
                    <a:pt x="18963" y="331158"/>
                    <a:pt x="12025" y="339483"/>
                    <a:pt x="12488" y="349196"/>
                  </a:cubicBezTo>
                  <a:cubicBezTo>
                    <a:pt x="12950" y="358909"/>
                    <a:pt x="20813" y="366309"/>
                    <a:pt x="30526" y="366309"/>
                  </a:cubicBezTo>
                  <a:cubicBezTo>
                    <a:pt x="40238" y="366772"/>
                    <a:pt x="48101" y="359371"/>
                    <a:pt x="49489" y="350121"/>
                  </a:cubicBezTo>
                  <a:lnTo>
                    <a:pt x="118865" y="350584"/>
                  </a:lnTo>
                  <a:lnTo>
                    <a:pt x="132741" y="364459"/>
                  </a:lnTo>
                  <a:cubicBezTo>
                    <a:pt x="152166" y="345034"/>
                    <a:pt x="147079" y="307570"/>
                    <a:pt x="122566" y="276582"/>
                  </a:cubicBezTo>
                  <a:lnTo>
                    <a:pt x="136441" y="262707"/>
                  </a:lnTo>
                  <a:lnTo>
                    <a:pt x="148929" y="276582"/>
                  </a:lnTo>
                  <a:cubicBezTo>
                    <a:pt x="152629" y="280282"/>
                    <a:pt x="157254" y="282132"/>
                    <a:pt x="161879" y="282132"/>
                  </a:cubicBezTo>
                  <a:cubicBezTo>
                    <a:pt x="166967" y="282132"/>
                    <a:pt x="171592" y="280282"/>
                    <a:pt x="174829" y="276582"/>
                  </a:cubicBezTo>
                  <a:lnTo>
                    <a:pt x="220618" y="230793"/>
                  </a:lnTo>
                  <a:lnTo>
                    <a:pt x="233568" y="243744"/>
                  </a:lnTo>
                  <a:lnTo>
                    <a:pt x="194255" y="283057"/>
                  </a:lnTo>
                  <a:cubicBezTo>
                    <a:pt x="190555" y="286757"/>
                    <a:pt x="188705" y="291382"/>
                    <a:pt x="188705" y="296007"/>
                  </a:cubicBezTo>
                  <a:cubicBezTo>
                    <a:pt x="188705" y="300632"/>
                    <a:pt x="190555" y="305720"/>
                    <a:pt x="194255" y="308958"/>
                  </a:cubicBezTo>
                  <a:lnTo>
                    <a:pt x="259931" y="374172"/>
                  </a:lnTo>
                  <a:cubicBezTo>
                    <a:pt x="263632" y="377872"/>
                    <a:pt x="268257" y="379722"/>
                    <a:pt x="272882" y="379722"/>
                  </a:cubicBezTo>
                  <a:cubicBezTo>
                    <a:pt x="277969" y="379722"/>
                    <a:pt x="282595" y="377872"/>
                    <a:pt x="285832" y="374172"/>
                  </a:cubicBezTo>
                  <a:lnTo>
                    <a:pt x="374634" y="286757"/>
                  </a:lnTo>
                  <a:cubicBezTo>
                    <a:pt x="378334" y="283057"/>
                    <a:pt x="380184" y="278432"/>
                    <a:pt x="380184" y="273807"/>
                  </a:cubicBezTo>
                  <a:cubicBezTo>
                    <a:pt x="380184" y="268719"/>
                    <a:pt x="378334" y="264094"/>
                    <a:pt x="374634" y="260394"/>
                  </a:cubicBezTo>
                  <a:close/>
                </a:path>
              </a:pathLst>
            </a:custGeom>
            <a:solidFill>
              <a:srgbClr val="282829">
                <a:alpha val="50000"/>
              </a:srgbClr>
            </a:solidFill>
            <a:ln w="4564"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3669D5D0-6723-8A95-ECEB-9E7C6EF63D37}"/>
                </a:ext>
              </a:extLst>
            </p:cNvPr>
            <p:cNvSpPr/>
            <p:nvPr/>
          </p:nvSpPr>
          <p:spPr>
            <a:xfrm flipH="1">
              <a:off x="185939" y="11606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F0FEC3C3-0676-59FB-3706-E4CE7DE845C7}"/>
                </a:ext>
              </a:extLst>
            </p:cNvPr>
            <p:cNvSpPr/>
            <p:nvPr/>
          </p:nvSpPr>
          <p:spPr>
            <a:xfrm flipH="1">
              <a:off x="185939" y="97237"/>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8D158A68-2D14-0468-0BB4-D397C28685D6}"/>
                </a:ext>
              </a:extLst>
            </p:cNvPr>
            <p:cNvSpPr/>
            <p:nvPr/>
          </p:nvSpPr>
          <p:spPr>
            <a:xfrm flipH="1">
              <a:off x="185939" y="13489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9661ED23-5D2E-6B7B-3382-867D9EE4945A}"/>
                </a:ext>
              </a:extLst>
            </p:cNvPr>
            <p:cNvSpPr/>
            <p:nvPr/>
          </p:nvSpPr>
          <p:spPr>
            <a:xfrm flipH="1">
              <a:off x="185939" y="191383"/>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4E047F16-32B9-91B1-D6DF-B1461139631E}"/>
                </a:ext>
              </a:extLst>
            </p:cNvPr>
            <p:cNvSpPr/>
            <p:nvPr/>
          </p:nvSpPr>
          <p:spPr>
            <a:xfrm flipH="1">
              <a:off x="185939" y="172554"/>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799AE744-095F-D252-89C0-CBD91AA98D12}"/>
                </a:ext>
              </a:extLst>
            </p:cNvPr>
            <p:cNvSpPr/>
            <p:nvPr/>
          </p:nvSpPr>
          <p:spPr>
            <a:xfrm flipH="1">
              <a:off x="185939" y="153725"/>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4AD81A37-736C-014F-F907-53A59D19F94E}"/>
                </a:ext>
              </a:extLst>
            </p:cNvPr>
            <p:cNvSpPr/>
            <p:nvPr/>
          </p:nvSpPr>
          <p:spPr>
            <a:xfrm flipH="1">
              <a:off x="23537" y="172554"/>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2A3C9B95-BF35-8A98-8C5E-9728C71CC756}"/>
                </a:ext>
              </a:extLst>
            </p:cNvPr>
            <p:cNvSpPr/>
            <p:nvPr/>
          </p:nvSpPr>
          <p:spPr>
            <a:xfrm flipH="1">
              <a:off x="23537" y="191383"/>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70F55462-F776-3F1C-93D0-98F0BE2C9362}"/>
                </a:ext>
              </a:extLst>
            </p:cNvPr>
            <p:cNvSpPr/>
            <p:nvPr/>
          </p:nvSpPr>
          <p:spPr>
            <a:xfrm flipH="1">
              <a:off x="23537" y="153725"/>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D9F0152D-9801-E20D-A4E4-CF3B588ACB99}"/>
                </a:ext>
              </a:extLst>
            </p:cNvPr>
            <p:cNvSpPr/>
            <p:nvPr/>
          </p:nvSpPr>
          <p:spPr>
            <a:xfrm flipH="1">
              <a:off x="23537" y="97237"/>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0276CD74-AD8E-907E-172D-DE2CD9E2AE1B}"/>
                </a:ext>
              </a:extLst>
            </p:cNvPr>
            <p:cNvSpPr/>
            <p:nvPr/>
          </p:nvSpPr>
          <p:spPr>
            <a:xfrm flipH="1">
              <a:off x="23537" y="13489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6187DED4-B37E-E41A-A1F4-E7504E99025D}"/>
                </a:ext>
              </a:extLst>
            </p:cNvPr>
            <p:cNvSpPr/>
            <p:nvPr/>
          </p:nvSpPr>
          <p:spPr>
            <a:xfrm flipH="1">
              <a:off x="23537" y="11606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3BE61520-9D32-7F4C-980B-C19296446CD1}"/>
                </a:ext>
              </a:extLst>
            </p:cNvPr>
            <p:cNvSpPr/>
            <p:nvPr/>
          </p:nvSpPr>
          <p:spPr>
            <a:xfrm flipH="1">
              <a:off x="98854"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45B54E0A-09A0-55C2-982D-A3A57BE9799A}"/>
                </a:ext>
              </a:extLst>
            </p:cNvPr>
            <p:cNvSpPr/>
            <p:nvPr/>
          </p:nvSpPr>
          <p:spPr>
            <a:xfrm flipH="1">
              <a:off x="61196"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6CBAE615-EC50-12E5-2941-E471D787B024}"/>
                </a:ext>
              </a:extLst>
            </p:cNvPr>
            <p:cNvSpPr/>
            <p:nvPr/>
          </p:nvSpPr>
          <p:spPr>
            <a:xfrm flipH="1">
              <a:off x="80025"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71995DB9-6ED9-EB15-D7FA-1CD15C0983CE}"/>
                </a:ext>
              </a:extLst>
            </p:cNvPr>
            <p:cNvSpPr/>
            <p:nvPr/>
          </p:nvSpPr>
          <p:spPr>
            <a:xfrm flipH="1">
              <a:off x="117683"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DBF43ABC-0730-7E7C-0F07-92D7CB1BED6A}"/>
                </a:ext>
              </a:extLst>
            </p:cNvPr>
            <p:cNvSpPr/>
            <p:nvPr/>
          </p:nvSpPr>
          <p:spPr>
            <a:xfrm flipH="1">
              <a:off x="155342"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AE8B3E8B-4106-E65D-1102-1F1E49A268AE}"/>
                </a:ext>
              </a:extLst>
            </p:cNvPr>
            <p:cNvSpPr/>
            <p:nvPr/>
          </p:nvSpPr>
          <p:spPr>
            <a:xfrm flipH="1">
              <a:off x="136513"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EEA77A02-9AF6-94DA-B6AC-6017E709E1FE}"/>
                </a:ext>
              </a:extLst>
            </p:cNvPr>
            <p:cNvSpPr/>
            <p:nvPr/>
          </p:nvSpPr>
          <p:spPr>
            <a:xfrm flipH="1">
              <a:off x="136513"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CB80C139-737F-F498-5324-4EAE58EB9AF3}"/>
                </a:ext>
              </a:extLst>
            </p:cNvPr>
            <p:cNvSpPr/>
            <p:nvPr/>
          </p:nvSpPr>
          <p:spPr>
            <a:xfrm flipH="1">
              <a:off x="155342"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0E789198-639B-DC59-9F0A-CDEE3A8C2B3A}"/>
                </a:ext>
              </a:extLst>
            </p:cNvPr>
            <p:cNvSpPr/>
            <p:nvPr/>
          </p:nvSpPr>
          <p:spPr>
            <a:xfrm flipH="1">
              <a:off x="117683"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FAE7224B-62E8-3EF5-0CDF-EDA3FC4932A6}"/>
                </a:ext>
              </a:extLst>
            </p:cNvPr>
            <p:cNvSpPr/>
            <p:nvPr/>
          </p:nvSpPr>
          <p:spPr>
            <a:xfrm flipH="1">
              <a:off x="98854"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2AECAA73-22E1-0238-134D-F9E3A80F9D42}"/>
                </a:ext>
              </a:extLst>
            </p:cNvPr>
            <p:cNvSpPr/>
            <p:nvPr/>
          </p:nvSpPr>
          <p:spPr>
            <a:xfrm flipH="1">
              <a:off x="80025"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84D226D5-EDF8-3F39-60A3-ED1DA883A0BA}"/>
                </a:ext>
              </a:extLst>
            </p:cNvPr>
            <p:cNvSpPr/>
            <p:nvPr/>
          </p:nvSpPr>
          <p:spPr>
            <a:xfrm flipH="1">
              <a:off x="61196"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113B5A2D-89C5-B4A1-DBD3-1DFC8E6151AC}"/>
                </a:ext>
              </a:extLst>
            </p:cNvPr>
            <p:cNvSpPr/>
            <p:nvPr/>
          </p:nvSpPr>
          <p:spPr>
            <a:xfrm flipH="1">
              <a:off x="82379" y="118420"/>
              <a:ext cx="61194" cy="61194"/>
            </a:xfrm>
            <a:custGeom>
              <a:avLst/>
              <a:gdLst>
                <a:gd name="connsiteX0" fmla="*/ 0 w 61194"/>
                <a:gd name="connsiteY0" fmla="*/ 0 h 61194"/>
                <a:gd name="connsiteX1" fmla="*/ 61195 w 61194"/>
                <a:gd name="connsiteY1" fmla="*/ 0 h 61194"/>
                <a:gd name="connsiteX2" fmla="*/ 61195 w 61194"/>
                <a:gd name="connsiteY2" fmla="*/ 61195 h 61194"/>
                <a:gd name="connsiteX3" fmla="*/ 0 w 61194"/>
                <a:gd name="connsiteY3" fmla="*/ 61195 h 61194"/>
              </a:gdLst>
              <a:ahLst/>
              <a:cxnLst>
                <a:cxn ang="0">
                  <a:pos x="connsiteX0" y="connsiteY0"/>
                </a:cxn>
                <a:cxn ang="0">
                  <a:pos x="connsiteX1" y="connsiteY1"/>
                </a:cxn>
                <a:cxn ang="0">
                  <a:pos x="connsiteX2" y="connsiteY2"/>
                </a:cxn>
                <a:cxn ang="0">
                  <a:pos x="connsiteX3" y="connsiteY3"/>
                </a:cxn>
              </a:cxnLst>
              <a:rect l="l" t="t" r="r" b="b"/>
              <a:pathLst>
                <a:path w="61194" h="61194">
                  <a:moveTo>
                    <a:pt x="0" y="0"/>
                  </a:moveTo>
                  <a:lnTo>
                    <a:pt x="61195" y="0"/>
                  </a:lnTo>
                  <a:lnTo>
                    <a:pt x="61195" y="61195"/>
                  </a:lnTo>
                  <a:lnTo>
                    <a:pt x="0" y="61195"/>
                  </a:lnTo>
                  <a:close/>
                </a:path>
              </a:pathLst>
            </a:custGeom>
            <a:solidFill>
              <a:srgbClr val="282829">
                <a:alpha val="50000"/>
              </a:srgbClr>
            </a:solidFill>
            <a:ln w="2282"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FF318E58-52AA-D62C-0EB4-5022B48F88C2}"/>
                </a:ext>
              </a:extLst>
            </p:cNvPr>
            <p:cNvSpPr/>
            <p:nvPr/>
          </p:nvSpPr>
          <p:spPr>
            <a:xfrm flipH="1">
              <a:off x="49428" y="85469"/>
              <a:ext cx="127096" cy="127096"/>
            </a:xfrm>
            <a:custGeom>
              <a:avLst/>
              <a:gdLst>
                <a:gd name="connsiteX0" fmla="*/ 117682 w 127096"/>
                <a:gd name="connsiteY0" fmla="*/ 0 h 127096"/>
                <a:gd name="connsiteX1" fmla="*/ 9415 w 127096"/>
                <a:gd name="connsiteY1" fmla="*/ 0 h 127096"/>
                <a:gd name="connsiteX2" fmla="*/ 0 w 127096"/>
                <a:gd name="connsiteY2" fmla="*/ 9415 h 127096"/>
                <a:gd name="connsiteX3" fmla="*/ 0 w 127096"/>
                <a:gd name="connsiteY3" fmla="*/ 117682 h 127096"/>
                <a:gd name="connsiteX4" fmla="*/ 9415 w 127096"/>
                <a:gd name="connsiteY4" fmla="*/ 127097 h 127096"/>
                <a:gd name="connsiteX5" fmla="*/ 117682 w 127096"/>
                <a:gd name="connsiteY5" fmla="*/ 127097 h 127096"/>
                <a:gd name="connsiteX6" fmla="*/ 127097 w 127096"/>
                <a:gd name="connsiteY6" fmla="*/ 117682 h 127096"/>
                <a:gd name="connsiteX7" fmla="*/ 127097 w 127096"/>
                <a:gd name="connsiteY7" fmla="*/ 9415 h 127096"/>
                <a:gd name="connsiteX8" fmla="*/ 117682 w 127096"/>
                <a:gd name="connsiteY8" fmla="*/ 0 h 127096"/>
                <a:gd name="connsiteX9" fmla="*/ 103560 w 127096"/>
                <a:gd name="connsiteY9" fmla="*/ 103560 h 127096"/>
                <a:gd name="connsiteX10" fmla="*/ 23536 w 127096"/>
                <a:gd name="connsiteY10" fmla="*/ 103560 h 127096"/>
                <a:gd name="connsiteX11" fmla="*/ 23536 w 127096"/>
                <a:gd name="connsiteY11" fmla="*/ 23536 h 127096"/>
                <a:gd name="connsiteX12" fmla="*/ 103560 w 127096"/>
                <a:gd name="connsiteY12" fmla="*/ 23536 h 127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096" h="127096">
                  <a:moveTo>
                    <a:pt x="117682" y="0"/>
                  </a:moveTo>
                  <a:lnTo>
                    <a:pt x="9415" y="0"/>
                  </a:lnTo>
                  <a:cubicBezTo>
                    <a:pt x="4215" y="0"/>
                    <a:pt x="0" y="4215"/>
                    <a:pt x="0" y="9415"/>
                  </a:cubicBezTo>
                  <a:lnTo>
                    <a:pt x="0" y="117682"/>
                  </a:lnTo>
                  <a:cubicBezTo>
                    <a:pt x="0" y="122882"/>
                    <a:pt x="4215" y="127097"/>
                    <a:pt x="9415" y="127097"/>
                  </a:cubicBezTo>
                  <a:lnTo>
                    <a:pt x="117682" y="127097"/>
                  </a:lnTo>
                  <a:cubicBezTo>
                    <a:pt x="122882" y="127097"/>
                    <a:pt x="127097" y="122882"/>
                    <a:pt x="127097" y="117682"/>
                  </a:cubicBezTo>
                  <a:lnTo>
                    <a:pt x="127097" y="9415"/>
                  </a:lnTo>
                  <a:cubicBezTo>
                    <a:pt x="127097" y="4215"/>
                    <a:pt x="122882" y="0"/>
                    <a:pt x="117682" y="0"/>
                  </a:cubicBezTo>
                  <a:close/>
                  <a:moveTo>
                    <a:pt x="103560" y="103560"/>
                  </a:moveTo>
                  <a:lnTo>
                    <a:pt x="23536" y="103560"/>
                  </a:lnTo>
                  <a:lnTo>
                    <a:pt x="23536" y="23536"/>
                  </a:lnTo>
                  <a:lnTo>
                    <a:pt x="103560" y="23536"/>
                  </a:lnTo>
                  <a:close/>
                </a:path>
              </a:pathLst>
            </a:custGeom>
            <a:solidFill>
              <a:srgbClr val="282829">
                <a:alpha val="50000"/>
              </a:srgbClr>
            </a:solidFill>
            <a:ln w="2282"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84086DC9-ACA6-91CF-2741-B901EFBD1190}"/>
                </a:ext>
              </a:extLst>
            </p:cNvPr>
            <p:cNvSpPr/>
            <p:nvPr/>
          </p:nvSpPr>
          <p:spPr>
            <a:xfrm flipH="1">
              <a:off x="520004" y="2685647"/>
              <a:ext cx="120245" cy="81342"/>
            </a:xfrm>
            <a:custGeom>
              <a:avLst/>
              <a:gdLst>
                <a:gd name="connsiteX0" fmla="*/ 109636 w 120245"/>
                <a:gd name="connsiteY0" fmla="*/ 70733 h 81342"/>
                <a:gd name="connsiteX1" fmla="*/ 10610 w 120245"/>
                <a:gd name="connsiteY1" fmla="*/ 70733 h 81342"/>
                <a:gd name="connsiteX2" fmla="*/ 10610 w 120245"/>
                <a:gd name="connsiteY2" fmla="*/ 10610 h 81342"/>
                <a:gd name="connsiteX3" fmla="*/ 109636 w 120245"/>
                <a:gd name="connsiteY3" fmla="*/ 10610 h 81342"/>
                <a:gd name="connsiteX4" fmla="*/ 120246 w 120245"/>
                <a:gd name="connsiteY4" fmla="*/ 7073 h 81342"/>
                <a:gd name="connsiteX5" fmla="*/ 113173 w 120245"/>
                <a:gd name="connsiteY5" fmla="*/ 0 h 81342"/>
                <a:gd name="connsiteX6" fmla="*/ 7073 w 120245"/>
                <a:gd name="connsiteY6" fmla="*/ 0 h 81342"/>
                <a:gd name="connsiteX7" fmla="*/ 0 w 120245"/>
                <a:gd name="connsiteY7" fmla="*/ 7073 h 81342"/>
                <a:gd name="connsiteX8" fmla="*/ 0 w 120245"/>
                <a:gd name="connsiteY8" fmla="*/ 81343 h 81342"/>
                <a:gd name="connsiteX9" fmla="*/ 120246 w 120245"/>
                <a:gd name="connsiteY9" fmla="*/ 81343 h 8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245" h="81342">
                  <a:moveTo>
                    <a:pt x="109636" y="70733"/>
                  </a:moveTo>
                  <a:lnTo>
                    <a:pt x="10610" y="70733"/>
                  </a:lnTo>
                  <a:lnTo>
                    <a:pt x="10610" y="10610"/>
                  </a:lnTo>
                  <a:lnTo>
                    <a:pt x="109636" y="10610"/>
                  </a:lnTo>
                  <a:close/>
                  <a:moveTo>
                    <a:pt x="120246" y="7073"/>
                  </a:moveTo>
                  <a:cubicBezTo>
                    <a:pt x="120246" y="3167"/>
                    <a:pt x="117079" y="0"/>
                    <a:pt x="113173" y="0"/>
                  </a:cubicBezTo>
                  <a:lnTo>
                    <a:pt x="7073" y="0"/>
                  </a:lnTo>
                  <a:cubicBezTo>
                    <a:pt x="3167" y="0"/>
                    <a:pt x="0" y="3167"/>
                    <a:pt x="0" y="7073"/>
                  </a:cubicBezTo>
                  <a:lnTo>
                    <a:pt x="0" y="81343"/>
                  </a:lnTo>
                  <a:lnTo>
                    <a:pt x="120246" y="81343"/>
                  </a:lnTo>
                  <a:close/>
                </a:path>
              </a:pathLst>
            </a:custGeom>
            <a:solidFill>
              <a:srgbClr val="282829">
                <a:alpha val="50000"/>
              </a:srgbClr>
            </a:solidFill>
            <a:ln w="1687"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09054939-3D61-8D06-7C62-3E1C0D11A21D}"/>
                </a:ext>
              </a:extLst>
            </p:cNvPr>
            <p:cNvSpPr/>
            <p:nvPr/>
          </p:nvSpPr>
          <p:spPr>
            <a:xfrm flipH="1">
              <a:off x="498784" y="2774063"/>
              <a:ext cx="162685" cy="10609"/>
            </a:xfrm>
            <a:custGeom>
              <a:avLst/>
              <a:gdLst>
                <a:gd name="connsiteX0" fmla="*/ 91953 w 162685"/>
                <a:gd name="connsiteY0" fmla="*/ 0 h 10609"/>
                <a:gd name="connsiteX1" fmla="*/ 91953 w 162685"/>
                <a:gd name="connsiteY1" fmla="*/ 1768 h 10609"/>
                <a:gd name="connsiteX2" fmla="*/ 90404 w 162685"/>
                <a:gd name="connsiteY2" fmla="*/ 3537 h 10609"/>
                <a:gd name="connsiteX3" fmla="*/ 90184 w 162685"/>
                <a:gd name="connsiteY3" fmla="*/ 3537 h 10609"/>
                <a:gd name="connsiteX4" fmla="*/ 72501 w 162685"/>
                <a:gd name="connsiteY4" fmla="*/ 3537 h 10609"/>
                <a:gd name="connsiteX5" fmla="*/ 70733 w 162685"/>
                <a:gd name="connsiteY5" fmla="*/ 1988 h 10609"/>
                <a:gd name="connsiteX6" fmla="*/ 70733 w 162685"/>
                <a:gd name="connsiteY6" fmla="*/ 1768 h 10609"/>
                <a:gd name="connsiteX7" fmla="*/ 70733 w 162685"/>
                <a:gd name="connsiteY7" fmla="*/ 0 h 10609"/>
                <a:gd name="connsiteX8" fmla="*/ 0 w 162685"/>
                <a:gd name="connsiteY8" fmla="*/ 0 h 10609"/>
                <a:gd name="connsiteX9" fmla="*/ 0 w 162685"/>
                <a:gd name="connsiteY9" fmla="*/ 3537 h 10609"/>
                <a:gd name="connsiteX10" fmla="*/ 7073 w 162685"/>
                <a:gd name="connsiteY10" fmla="*/ 10610 h 10609"/>
                <a:gd name="connsiteX11" fmla="*/ 155612 w 162685"/>
                <a:gd name="connsiteY11" fmla="*/ 10610 h 10609"/>
                <a:gd name="connsiteX12" fmla="*/ 162686 w 162685"/>
                <a:gd name="connsiteY12" fmla="*/ 3537 h 10609"/>
                <a:gd name="connsiteX13" fmla="*/ 162686 w 162685"/>
                <a:gd name="connsiteY13" fmla="*/ 0 h 10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685" h="10609">
                  <a:moveTo>
                    <a:pt x="91953" y="0"/>
                  </a:moveTo>
                  <a:lnTo>
                    <a:pt x="91953" y="1768"/>
                  </a:lnTo>
                  <a:cubicBezTo>
                    <a:pt x="92013" y="2684"/>
                    <a:pt x="91320" y="3476"/>
                    <a:pt x="90404" y="3537"/>
                  </a:cubicBezTo>
                  <a:cubicBezTo>
                    <a:pt x="90331" y="3541"/>
                    <a:pt x="90258" y="3541"/>
                    <a:pt x="90184" y="3537"/>
                  </a:cubicBezTo>
                  <a:lnTo>
                    <a:pt x="72501" y="3537"/>
                  </a:lnTo>
                  <a:cubicBezTo>
                    <a:pt x="71585" y="3597"/>
                    <a:pt x="70794" y="2904"/>
                    <a:pt x="70733" y="1988"/>
                  </a:cubicBezTo>
                  <a:cubicBezTo>
                    <a:pt x="70728" y="1915"/>
                    <a:pt x="70728" y="1841"/>
                    <a:pt x="70733" y="1768"/>
                  </a:cubicBezTo>
                  <a:lnTo>
                    <a:pt x="70733" y="0"/>
                  </a:lnTo>
                  <a:lnTo>
                    <a:pt x="0" y="0"/>
                  </a:lnTo>
                  <a:lnTo>
                    <a:pt x="0" y="3537"/>
                  </a:lnTo>
                  <a:cubicBezTo>
                    <a:pt x="0" y="7443"/>
                    <a:pt x="3167" y="10610"/>
                    <a:pt x="7073" y="10610"/>
                  </a:cubicBezTo>
                  <a:lnTo>
                    <a:pt x="155612" y="10610"/>
                  </a:lnTo>
                  <a:cubicBezTo>
                    <a:pt x="159519" y="10610"/>
                    <a:pt x="162686" y="7443"/>
                    <a:pt x="162686" y="3537"/>
                  </a:cubicBezTo>
                  <a:lnTo>
                    <a:pt x="162686" y="0"/>
                  </a:lnTo>
                  <a:close/>
                </a:path>
              </a:pathLst>
            </a:custGeom>
            <a:solidFill>
              <a:srgbClr val="282829">
                <a:alpha val="50000"/>
              </a:srgbClr>
            </a:solidFill>
            <a:ln w="1687"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20DC1F87-7473-A419-334E-FC3E41CE212D}"/>
                </a:ext>
              </a:extLst>
            </p:cNvPr>
            <p:cNvSpPr/>
            <p:nvPr/>
          </p:nvSpPr>
          <p:spPr>
            <a:xfrm flipH="1">
              <a:off x="555370" y="2701562"/>
              <a:ext cx="49513" cy="49513"/>
            </a:xfrm>
            <a:custGeom>
              <a:avLst/>
              <a:gdLst>
                <a:gd name="connsiteX0" fmla="*/ 24757 w 49513"/>
                <a:gd name="connsiteY0" fmla="*/ 0 h 49513"/>
                <a:gd name="connsiteX1" fmla="*/ 0 w 49513"/>
                <a:gd name="connsiteY1" fmla="*/ 24757 h 49513"/>
                <a:gd name="connsiteX2" fmla="*/ 24757 w 49513"/>
                <a:gd name="connsiteY2" fmla="*/ 49513 h 49513"/>
                <a:gd name="connsiteX3" fmla="*/ 49513 w 49513"/>
                <a:gd name="connsiteY3" fmla="*/ 24757 h 49513"/>
                <a:gd name="connsiteX4" fmla="*/ 24757 w 49513"/>
                <a:gd name="connsiteY4" fmla="*/ 0 h 49513"/>
                <a:gd name="connsiteX5" fmla="*/ 26525 w 49513"/>
                <a:gd name="connsiteY5" fmla="*/ 26525 h 49513"/>
                <a:gd name="connsiteX6" fmla="*/ 34641 w 49513"/>
                <a:gd name="connsiteY6" fmla="*/ 26525 h 49513"/>
                <a:gd name="connsiteX7" fmla="*/ 26525 w 49513"/>
                <a:gd name="connsiteY7" fmla="*/ 42634 h 49513"/>
                <a:gd name="connsiteX8" fmla="*/ 26525 w 49513"/>
                <a:gd name="connsiteY8" fmla="*/ 22988 h 49513"/>
                <a:gd name="connsiteX9" fmla="*/ 26525 w 49513"/>
                <a:gd name="connsiteY9" fmla="*/ 6861 h 49513"/>
                <a:gd name="connsiteX10" fmla="*/ 34641 w 49513"/>
                <a:gd name="connsiteY10" fmla="*/ 22988 h 49513"/>
                <a:gd name="connsiteX11" fmla="*/ 22988 w 49513"/>
                <a:gd name="connsiteY11" fmla="*/ 22988 h 49513"/>
                <a:gd name="connsiteX12" fmla="*/ 15137 w 49513"/>
                <a:gd name="connsiteY12" fmla="*/ 22988 h 49513"/>
                <a:gd name="connsiteX13" fmla="*/ 22988 w 49513"/>
                <a:gd name="connsiteY13" fmla="*/ 7073 h 49513"/>
                <a:gd name="connsiteX14" fmla="*/ 22988 w 49513"/>
                <a:gd name="connsiteY14" fmla="*/ 26525 h 49513"/>
                <a:gd name="connsiteX15" fmla="*/ 22988 w 49513"/>
                <a:gd name="connsiteY15" fmla="*/ 42440 h 49513"/>
                <a:gd name="connsiteX16" fmla="*/ 15137 w 49513"/>
                <a:gd name="connsiteY16" fmla="*/ 26525 h 49513"/>
                <a:gd name="connsiteX17" fmla="*/ 11583 w 49513"/>
                <a:gd name="connsiteY17" fmla="*/ 22988 h 49513"/>
                <a:gd name="connsiteX18" fmla="*/ 4014 w 49513"/>
                <a:gd name="connsiteY18" fmla="*/ 22988 h 49513"/>
                <a:gd name="connsiteX19" fmla="*/ 20760 w 49513"/>
                <a:gd name="connsiteY19" fmla="*/ 4332 h 49513"/>
                <a:gd name="connsiteX20" fmla="*/ 11583 w 49513"/>
                <a:gd name="connsiteY20" fmla="*/ 22988 h 49513"/>
                <a:gd name="connsiteX21" fmla="*/ 11583 w 49513"/>
                <a:gd name="connsiteY21" fmla="*/ 26525 h 49513"/>
                <a:gd name="connsiteX22" fmla="*/ 20795 w 49513"/>
                <a:gd name="connsiteY22" fmla="*/ 45198 h 49513"/>
                <a:gd name="connsiteX23" fmla="*/ 4014 w 49513"/>
                <a:gd name="connsiteY23" fmla="*/ 26525 h 49513"/>
                <a:gd name="connsiteX24" fmla="*/ 38196 w 49513"/>
                <a:gd name="connsiteY24" fmla="*/ 26525 h 49513"/>
                <a:gd name="connsiteX25" fmla="*/ 45499 w 49513"/>
                <a:gd name="connsiteY25" fmla="*/ 26525 h 49513"/>
                <a:gd name="connsiteX26" fmla="*/ 29036 w 49513"/>
                <a:gd name="connsiteY26" fmla="*/ 45128 h 49513"/>
                <a:gd name="connsiteX27" fmla="*/ 38196 w 49513"/>
                <a:gd name="connsiteY27" fmla="*/ 26525 h 49513"/>
                <a:gd name="connsiteX28" fmla="*/ 38196 w 49513"/>
                <a:gd name="connsiteY28" fmla="*/ 22988 h 49513"/>
                <a:gd name="connsiteX29" fmla="*/ 29089 w 49513"/>
                <a:gd name="connsiteY29" fmla="*/ 4403 h 49513"/>
                <a:gd name="connsiteX30" fmla="*/ 45499 w 49513"/>
                <a:gd name="connsiteY30" fmla="*/ 22988 h 4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9513" h="49513">
                  <a:moveTo>
                    <a:pt x="24757" y="0"/>
                  </a:moveTo>
                  <a:cubicBezTo>
                    <a:pt x="11084" y="0"/>
                    <a:pt x="0" y="11084"/>
                    <a:pt x="0" y="24757"/>
                  </a:cubicBezTo>
                  <a:cubicBezTo>
                    <a:pt x="0" y="38429"/>
                    <a:pt x="11084" y="49513"/>
                    <a:pt x="24757" y="49513"/>
                  </a:cubicBezTo>
                  <a:cubicBezTo>
                    <a:pt x="38429" y="49513"/>
                    <a:pt x="49513" y="38429"/>
                    <a:pt x="49513" y="24757"/>
                  </a:cubicBezTo>
                  <a:cubicBezTo>
                    <a:pt x="49513" y="11084"/>
                    <a:pt x="38429" y="0"/>
                    <a:pt x="24757" y="0"/>
                  </a:cubicBezTo>
                  <a:close/>
                  <a:moveTo>
                    <a:pt x="26525" y="26525"/>
                  </a:moveTo>
                  <a:lnTo>
                    <a:pt x="34641" y="26525"/>
                  </a:lnTo>
                  <a:cubicBezTo>
                    <a:pt x="33717" y="32621"/>
                    <a:pt x="30874" y="38264"/>
                    <a:pt x="26525" y="42634"/>
                  </a:cubicBezTo>
                  <a:close/>
                  <a:moveTo>
                    <a:pt x="26525" y="22988"/>
                  </a:moveTo>
                  <a:lnTo>
                    <a:pt x="26525" y="6861"/>
                  </a:lnTo>
                  <a:cubicBezTo>
                    <a:pt x="30878" y="11236"/>
                    <a:pt x="33722" y="16885"/>
                    <a:pt x="34641" y="22988"/>
                  </a:cubicBezTo>
                  <a:close/>
                  <a:moveTo>
                    <a:pt x="22988" y="22988"/>
                  </a:moveTo>
                  <a:lnTo>
                    <a:pt x="15137" y="22988"/>
                  </a:lnTo>
                  <a:cubicBezTo>
                    <a:pt x="16016" y="16990"/>
                    <a:pt x="18764" y="11421"/>
                    <a:pt x="22988" y="7073"/>
                  </a:cubicBezTo>
                  <a:close/>
                  <a:moveTo>
                    <a:pt x="22988" y="26525"/>
                  </a:moveTo>
                  <a:lnTo>
                    <a:pt x="22988" y="42440"/>
                  </a:lnTo>
                  <a:cubicBezTo>
                    <a:pt x="18771" y="38086"/>
                    <a:pt x="16025" y="32520"/>
                    <a:pt x="15137" y="26525"/>
                  </a:cubicBezTo>
                  <a:close/>
                  <a:moveTo>
                    <a:pt x="11583" y="22988"/>
                  </a:moveTo>
                  <a:lnTo>
                    <a:pt x="4014" y="22988"/>
                  </a:lnTo>
                  <a:cubicBezTo>
                    <a:pt x="4799" y="13726"/>
                    <a:pt x="11636" y="6109"/>
                    <a:pt x="20760" y="4332"/>
                  </a:cubicBezTo>
                  <a:cubicBezTo>
                    <a:pt x="15719" y="9363"/>
                    <a:pt x="12491" y="15925"/>
                    <a:pt x="11583" y="22988"/>
                  </a:cubicBezTo>
                  <a:close/>
                  <a:moveTo>
                    <a:pt x="11583" y="26525"/>
                  </a:moveTo>
                  <a:cubicBezTo>
                    <a:pt x="12492" y="33601"/>
                    <a:pt x="15733" y="40172"/>
                    <a:pt x="20795" y="45198"/>
                  </a:cubicBezTo>
                  <a:cubicBezTo>
                    <a:pt x="11658" y="43423"/>
                    <a:pt x="4807" y="35800"/>
                    <a:pt x="4014" y="26525"/>
                  </a:cubicBezTo>
                  <a:close/>
                  <a:moveTo>
                    <a:pt x="38196" y="26525"/>
                  </a:moveTo>
                  <a:lnTo>
                    <a:pt x="45499" y="26525"/>
                  </a:lnTo>
                  <a:cubicBezTo>
                    <a:pt x="44725" y="35682"/>
                    <a:pt x="38031" y="43246"/>
                    <a:pt x="29036" y="45128"/>
                  </a:cubicBezTo>
                  <a:cubicBezTo>
                    <a:pt x="34074" y="40119"/>
                    <a:pt x="37298" y="33572"/>
                    <a:pt x="38196" y="26525"/>
                  </a:cubicBezTo>
                  <a:close/>
                  <a:moveTo>
                    <a:pt x="38196" y="22988"/>
                  </a:moveTo>
                  <a:cubicBezTo>
                    <a:pt x="37291" y="15959"/>
                    <a:pt x="34089" y="9426"/>
                    <a:pt x="29089" y="4403"/>
                  </a:cubicBezTo>
                  <a:cubicBezTo>
                    <a:pt x="38058" y="6304"/>
                    <a:pt x="44724" y="13853"/>
                    <a:pt x="45499" y="22988"/>
                  </a:cubicBezTo>
                  <a:close/>
                </a:path>
              </a:pathLst>
            </a:custGeom>
            <a:solidFill>
              <a:srgbClr val="282829">
                <a:alpha val="50000"/>
              </a:srgbClr>
            </a:solidFill>
            <a:ln w="1687" cap="flat">
              <a:noFill/>
              <a:prstDash val="solid"/>
              <a:miter/>
            </a:ln>
          </p:spPr>
          <p:txBody>
            <a:bodyPr rtlCol="0" anchor="ctr"/>
            <a:lstStyle/>
            <a:p>
              <a:endParaRPr lang="en-IN"/>
            </a:p>
          </p:txBody>
        </p:sp>
        <p:sp>
          <p:nvSpPr>
            <p:cNvPr id="79" name="Graphic 40" descr="Plug">
              <a:extLst>
                <a:ext uri="{FF2B5EF4-FFF2-40B4-BE49-F238E27FC236}">
                  <a16:creationId xmlns:a16="http://schemas.microsoft.com/office/drawing/2014/main" id="{29B5AABB-EC6C-B7AB-502C-4545A95465EC}"/>
                </a:ext>
              </a:extLst>
            </p:cNvPr>
            <p:cNvSpPr/>
            <p:nvPr/>
          </p:nvSpPr>
          <p:spPr>
            <a:xfrm>
              <a:off x="8236032" y="2096545"/>
              <a:ext cx="83595" cy="136382"/>
            </a:xfrm>
            <a:custGeom>
              <a:avLst/>
              <a:gdLst>
                <a:gd name="connsiteX0" fmla="*/ 83596 w 83595"/>
                <a:gd name="connsiteY0" fmla="*/ 23840 h 136382"/>
                <a:gd name="connsiteX1" fmla="*/ 64305 w 83595"/>
                <a:gd name="connsiteY1" fmla="*/ 23840 h 136382"/>
                <a:gd name="connsiteX2" fmla="*/ 64305 w 83595"/>
                <a:gd name="connsiteY2" fmla="*/ 43131 h 136382"/>
                <a:gd name="connsiteX3" fmla="*/ 70735 w 83595"/>
                <a:gd name="connsiteY3" fmla="*/ 43131 h 136382"/>
                <a:gd name="connsiteX4" fmla="*/ 70735 w 83595"/>
                <a:gd name="connsiteY4" fmla="*/ 54657 h 136382"/>
                <a:gd name="connsiteX5" fmla="*/ 45014 w 83595"/>
                <a:gd name="connsiteY5" fmla="*/ 80378 h 136382"/>
                <a:gd name="connsiteX6" fmla="*/ 45014 w 83595"/>
                <a:gd name="connsiteY6" fmla="*/ 12314 h 136382"/>
                <a:gd name="connsiteX7" fmla="*/ 50786 w 83595"/>
                <a:gd name="connsiteY7" fmla="*/ 18069 h 136382"/>
                <a:gd name="connsiteX8" fmla="*/ 55319 w 83595"/>
                <a:gd name="connsiteY8" fmla="*/ 17718 h 136382"/>
                <a:gd name="connsiteX9" fmla="*/ 55319 w 83595"/>
                <a:gd name="connsiteY9" fmla="*/ 13536 h 136382"/>
                <a:gd name="connsiteX10" fmla="*/ 41799 w 83595"/>
                <a:gd name="connsiteY10" fmla="*/ 0 h 136382"/>
                <a:gd name="connsiteX11" fmla="*/ 28280 w 83595"/>
                <a:gd name="connsiteY11" fmla="*/ 13536 h 136382"/>
                <a:gd name="connsiteX12" fmla="*/ 28630 w 83595"/>
                <a:gd name="connsiteY12" fmla="*/ 18069 h 136382"/>
                <a:gd name="connsiteX13" fmla="*/ 32813 w 83595"/>
                <a:gd name="connsiteY13" fmla="*/ 18069 h 136382"/>
                <a:gd name="connsiteX14" fmla="*/ 38584 w 83595"/>
                <a:gd name="connsiteY14" fmla="*/ 12314 h 136382"/>
                <a:gd name="connsiteX15" fmla="*/ 38584 w 83595"/>
                <a:gd name="connsiteY15" fmla="*/ 93239 h 136382"/>
                <a:gd name="connsiteX16" fmla="*/ 12863 w 83595"/>
                <a:gd name="connsiteY16" fmla="*/ 67518 h 136382"/>
                <a:gd name="connsiteX17" fmla="*/ 12863 w 83595"/>
                <a:gd name="connsiteY17" fmla="*/ 53821 h 136382"/>
                <a:gd name="connsiteX18" fmla="*/ 18742 w 83595"/>
                <a:gd name="connsiteY18" fmla="*/ 41512 h 136382"/>
                <a:gd name="connsiteX19" fmla="*/ 6433 w 83595"/>
                <a:gd name="connsiteY19" fmla="*/ 35634 h 136382"/>
                <a:gd name="connsiteX20" fmla="*/ 554 w 83595"/>
                <a:gd name="connsiteY20" fmla="*/ 47942 h 136382"/>
                <a:gd name="connsiteX21" fmla="*/ 6433 w 83595"/>
                <a:gd name="connsiteY21" fmla="*/ 53821 h 136382"/>
                <a:gd name="connsiteX22" fmla="*/ 6433 w 83595"/>
                <a:gd name="connsiteY22" fmla="*/ 70186 h 136382"/>
                <a:gd name="connsiteX23" fmla="*/ 38584 w 83595"/>
                <a:gd name="connsiteY23" fmla="*/ 102337 h 136382"/>
                <a:gd name="connsiteX24" fmla="*/ 38584 w 83595"/>
                <a:gd name="connsiteY24" fmla="*/ 111067 h 136382"/>
                <a:gd name="connsiteX25" fmla="*/ 29347 w 83595"/>
                <a:gd name="connsiteY25" fmla="*/ 126734 h 136382"/>
                <a:gd name="connsiteX26" fmla="*/ 45014 w 83595"/>
                <a:gd name="connsiteY26" fmla="*/ 135971 h 136382"/>
                <a:gd name="connsiteX27" fmla="*/ 54251 w 83595"/>
                <a:gd name="connsiteY27" fmla="*/ 120304 h 136382"/>
                <a:gd name="connsiteX28" fmla="*/ 45014 w 83595"/>
                <a:gd name="connsiteY28" fmla="*/ 111067 h 136382"/>
                <a:gd name="connsiteX29" fmla="*/ 45014 w 83595"/>
                <a:gd name="connsiteY29" fmla="*/ 89477 h 136382"/>
                <a:gd name="connsiteX30" fmla="*/ 77166 w 83595"/>
                <a:gd name="connsiteY30" fmla="*/ 57326 h 136382"/>
                <a:gd name="connsiteX31" fmla="*/ 77166 w 83595"/>
                <a:gd name="connsiteY31" fmla="*/ 43131 h 136382"/>
                <a:gd name="connsiteX32" fmla="*/ 83596 w 83595"/>
                <a:gd name="connsiteY32" fmla="*/ 43131 h 136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3595" h="136382">
                  <a:moveTo>
                    <a:pt x="83596" y="23840"/>
                  </a:moveTo>
                  <a:lnTo>
                    <a:pt x="64305" y="23840"/>
                  </a:lnTo>
                  <a:lnTo>
                    <a:pt x="64305" y="43131"/>
                  </a:lnTo>
                  <a:lnTo>
                    <a:pt x="70735" y="43131"/>
                  </a:lnTo>
                  <a:lnTo>
                    <a:pt x="70735" y="54657"/>
                  </a:lnTo>
                  <a:lnTo>
                    <a:pt x="45014" y="80378"/>
                  </a:lnTo>
                  <a:lnTo>
                    <a:pt x="45014" y="12314"/>
                  </a:lnTo>
                  <a:lnTo>
                    <a:pt x="50786" y="18069"/>
                  </a:lnTo>
                  <a:cubicBezTo>
                    <a:pt x="52134" y="19224"/>
                    <a:pt x="54164" y="19067"/>
                    <a:pt x="55319" y="17718"/>
                  </a:cubicBezTo>
                  <a:cubicBezTo>
                    <a:pt x="56350" y="16515"/>
                    <a:pt x="56350" y="14739"/>
                    <a:pt x="55319" y="13536"/>
                  </a:cubicBezTo>
                  <a:lnTo>
                    <a:pt x="41799" y="0"/>
                  </a:lnTo>
                  <a:lnTo>
                    <a:pt x="28280" y="13536"/>
                  </a:lnTo>
                  <a:cubicBezTo>
                    <a:pt x="27125" y="14884"/>
                    <a:pt x="27282" y="16914"/>
                    <a:pt x="28630" y="18069"/>
                  </a:cubicBezTo>
                  <a:cubicBezTo>
                    <a:pt x="29834" y="19100"/>
                    <a:pt x="31609" y="19100"/>
                    <a:pt x="32813" y="18069"/>
                  </a:cubicBezTo>
                  <a:lnTo>
                    <a:pt x="38584" y="12314"/>
                  </a:lnTo>
                  <a:lnTo>
                    <a:pt x="38584" y="93239"/>
                  </a:lnTo>
                  <a:lnTo>
                    <a:pt x="12863" y="67518"/>
                  </a:lnTo>
                  <a:lnTo>
                    <a:pt x="12863" y="53821"/>
                  </a:lnTo>
                  <a:cubicBezTo>
                    <a:pt x="17885" y="52045"/>
                    <a:pt x="20517" y="46535"/>
                    <a:pt x="18742" y="41512"/>
                  </a:cubicBezTo>
                  <a:cubicBezTo>
                    <a:pt x="16966" y="36490"/>
                    <a:pt x="11455" y="33858"/>
                    <a:pt x="6433" y="35634"/>
                  </a:cubicBezTo>
                  <a:cubicBezTo>
                    <a:pt x="1411" y="37409"/>
                    <a:pt x="-1221" y="42920"/>
                    <a:pt x="554" y="47942"/>
                  </a:cubicBezTo>
                  <a:cubicBezTo>
                    <a:pt x="1525" y="50689"/>
                    <a:pt x="3686" y="52850"/>
                    <a:pt x="6433" y="53821"/>
                  </a:cubicBezTo>
                  <a:lnTo>
                    <a:pt x="6433" y="70186"/>
                  </a:lnTo>
                  <a:lnTo>
                    <a:pt x="38584" y="102337"/>
                  </a:lnTo>
                  <a:lnTo>
                    <a:pt x="38584" y="111067"/>
                  </a:lnTo>
                  <a:cubicBezTo>
                    <a:pt x="31707" y="112842"/>
                    <a:pt x="27572" y="119857"/>
                    <a:pt x="29347" y="126734"/>
                  </a:cubicBezTo>
                  <a:cubicBezTo>
                    <a:pt x="31123" y="133611"/>
                    <a:pt x="38137" y="137746"/>
                    <a:pt x="45014" y="135971"/>
                  </a:cubicBezTo>
                  <a:cubicBezTo>
                    <a:pt x="51892" y="134195"/>
                    <a:pt x="56027" y="127181"/>
                    <a:pt x="54251" y="120304"/>
                  </a:cubicBezTo>
                  <a:cubicBezTo>
                    <a:pt x="53082" y="115774"/>
                    <a:pt x="49544" y="112236"/>
                    <a:pt x="45014" y="111067"/>
                  </a:cubicBezTo>
                  <a:lnTo>
                    <a:pt x="45014" y="89477"/>
                  </a:lnTo>
                  <a:lnTo>
                    <a:pt x="77166" y="57326"/>
                  </a:lnTo>
                  <a:lnTo>
                    <a:pt x="77166" y="43131"/>
                  </a:lnTo>
                  <a:lnTo>
                    <a:pt x="83596" y="43131"/>
                  </a:lnTo>
                  <a:close/>
                </a:path>
              </a:pathLst>
            </a:custGeom>
            <a:solidFill>
              <a:srgbClr val="282829">
                <a:alpha val="50000"/>
              </a:srgbClr>
            </a:solidFill>
            <a:ln w="1588"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3CC1520C-B6E8-5AE6-9772-D7536A047FFD}"/>
                </a:ext>
              </a:extLst>
            </p:cNvPr>
            <p:cNvSpPr/>
            <p:nvPr/>
          </p:nvSpPr>
          <p:spPr>
            <a:xfrm flipH="1">
              <a:off x="6950406" y="3134413"/>
              <a:ext cx="112974" cy="35304"/>
            </a:xfrm>
            <a:custGeom>
              <a:avLst/>
              <a:gdLst>
                <a:gd name="connsiteX0" fmla="*/ 95323 w 112974"/>
                <a:gd name="connsiteY0" fmla="*/ 0 h 35304"/>
                <a:gd name="connsiteX1" fmla="*/ 17652 w 112974"/>
                <a:gd name="connsiteY1" fmla="*/ 0 h 35304"/>
                <a:gd name="connsiteX2" fmla="*/ 0 w 112974"/>
                <a:gd name="connsiteY2" fmla="*/ 17652 h 35304"/>
                <a:gd name="connsiteX3" fmla="*/ 17652 w 112974"/>
                <a:gd name="connsiteY3" fmla="*/ 35305 h 35304"/>
                <a:gd name="connsiteX4" fmla="*/ 95323 w 112974"/>
                <a:gd name="connsiteY4" fmla="*/ 35305 h 35304"/>
                <a:gd name="connsiteX5" fmla="*/ 112975 w 112974"/>
                <a:gd name="connsiteY5" fmla="*/ 17652 h 35304"/>
                <a:gd name="connsiteX6" fmla="*/ 95323 w 112974"/>
                <a:gd name="connsiteY6" fmla="*/ 0 h 35304"/>
                <a:gd name="connsiteX7" fmla="*/ 22360 w 112974"/>
                <a:gd name="connsiteY7" fmla="*/ 24713 h 35304"/>
                <a:gd name="connsiteX8" fmla="*/ 15299 w 112974"/>
                <a:gd name="connsiteY8" fmla="*/ 17652 h 35304"/>
                <a:gd name="connsiteX9" fmla="*/ 22360 w 112974"/>
                <a:gd name="connsiteY9" fmla="*/ 10591 h 35304"/>
                <a:gd name="connsiteX10" fmla="*/ 29421 w 112974"/>
                <a:gd name="connsiteY10" fmla="*/ 17652 h 35304"/>
                <a:gd name="connsiteX11" fmla="*/ 22360 w 112974"/>
                <a:gd name="connsiteY11" fmla="*/ 24713 h 35304"/>
                <a:gd name="connsiteX12" fmla="*/ 56487 w 112974"/>
                <a:gd name="connsiteY12" fmla="*/ 24713 h 35304"/>
                <a:gd name="connsiteX13" fmla="*/ 49427 w 112974"/>
                <a:gd name="connsiteY13" fmla="*/ 17652 h 35304"/>
                <a:gd name="connsiteX14" fmla="*/ 56487 w 112974"/>
                <a:gd name="connsiteY14" fmla="*/ 10591 h 35304"/>
                <a:gd name="connsiteX15" fmla="*/ 63548 w 112974"/>
                <a:gd name="connsiteY15" fmla="*/ 17652 h 35304"/>
                <a:gd name="connsiteX16" fmla="*/ 56487 w 112974"/>
                <a:gd name="connsiteY16" fmla="*/ 24713 h 35304"/>
                <a:gd name="connsiteX17" fmla="*/ 90615 w 112974"/>
                <a:gd name="connsiteY17" fmla="*/ 24713 h 35304"/>
                <a:gd name="connsiteX18" fmla="*/ 83554 w 112974"/>
                <a:gd name="connsiteY18" fmla="*/ 17652 h 35304"/>
                <a:gd name="connsiteX19" fmla="*/ 90615 w 112974"/>
                <a:gd name="connsiteY19" fmla="*/ 10591 h 35304"/>
                <a:gd name="connsiteX20" fmla="*/ 97676 w 112974"/>
                <a:gd name="connsiteY20" fmla="*/ 17652 h 35304"/>
                <a:gd name="connsiteX21" fmla="*/ 90615 w 112974"/>
                <a:gd name="connsiteY21" fmla="*/ 24713 h 3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2974" h="35304">
                  <a:moveTo>
                    <a:pt x="95323" y="0"/>
                  </a:moveTo>
                  <a:lnTo>
                    <a:pt x="17652" y="0"/>
                  </a:lnTo>
                  <a:cubicBezTo>
                    <a:pt x="7903" y="0"/>
                    <a:pt x="0" y="7903"/>
                    <a:pt x="0" y="17652"/>
                  </a:cubicBezTo>
                  <a:cubicBezTo>
                    <a:pt x="0" y="27401"/>
                    <a:pt x="7903" y="35305"/>
                    <a:pt x="17652" y="35305"/>
                  </a:cubicBezTo>
                  <a:lnTo>
                    <a:pt x="95323" y="35305"/>
                  </a:lnTo>
                  <a:cubicBezTo>
                    <a:pt x="105072" y="35305"/>
                    <a:pt x="112975" y="27401"/>
                    <a:pt x="112975" y="17652"/>
                  </a:cubicBezTo>
                  <a:cubicBezTo>
                    <a:pt x="112975" y="7903"/>
                    <a:pt x="105072" y="0"/>
                    <a:pt x="95323" y="0"/>
                  </a:cubicBezTo>
                  <a:close/>
                  <a:moveTo>
                    <a:pt x="22360" y="24713"/>
                  </a:moveTo>
                  <a:cubicBezTo>
                    <a:pt x="18460" y="24713"/>
                    <a:pt x="15299" y="21552"/>
                    <a:pt x="15299" y="17652"/>
                  </a:cubicBezTo>
                  <a:cubicBezTo>
                    <a:pt x="15299" y="13753"/>
                    <a:pt x="18460" y="10591"/>
                    <a:pt x="22360" y="10591"/>
                  </a:cubicBezTo>
                  <a:cubicBezTo>
                    <a:pt x="26259" y="10591"/>
                    <a:pt x="29421" y="13753"/>
                    <a:pt x="29421" y="17652"/>
                  </a:cubicBezTo>
                  <a:cubicBezTo>
                    <a:pt x="29421" y="21552"/>
                    <a:pt x="26259" y="24713"/>
                    <a:pt x="22360" y="24713"/>
                  </a:cubicBezTo>
                  <a:close/>
                  <a:moveTo>
                    <a:pt x="56487" y="24713"/>
                  </a:moveTo>
                  <a:cubicBezTo>
                    <a:pt x="52588" y="24713"/>
                    <a:pt x="49427" y="21552"/>
                    <a:pt x="49427" y="17652"/>
                  </a:cubicBezTo>
                  <a:cubicBezTo>
                    <a:pt x="49427" y="13753"/>
                    <a:pt x="52588" y="10591"/>
                    <a:pt x="56487" y="10591"/>
                  </a:cubicBezTo>
                  <a:cubicBezTo>
                    <a:pt x="60387" y="10591"/>
                    <a:pt x="63548" y="13753"/>
                    <a:pt x="63548" y="17652"/>
                  </a:cubicBezTo>
                  <a:cubicBezTo>
                    <a:pt x="63548" y="21552"/>
                    <a:pt x="60387" y="24713"/>
                    <a:pt x="56487" y="24713"/>
                  </a:cubicBezTo>
                  <a:close/>
                  <a:moveTo>
                    <a:pt x="90615" y="24713"/>
                  </a:moveTo>
                  <a:cubicBezTo>
                    <a:pt x="86716" y="24713"/>
                    <a:pt x="83554" y="21552"/>
                    <a:pt x="83554" y="17652"/>
                  </a:cubicBezTo>
                  <a:cubicBezTo>
                    <a:pt x="83554" y="13753"/>
                    <a:pt x="86716" y="10591"/>
                    <a:pt x="90615" y="10591"/>
                  </a:cubicBezTo>
                  <a:cubicBezTo>
                    <a:pt x="94515" y="10591"/>
                    <a:pt x="97676" y="13753"/>
                    <a:pt x="97676" y="17652"/>
                  </a:cubicBezTo>
                  <a:cubicBezTo>
                    <a:pt x="97676" y="21552"/>
                    <a:pt x="94515" y="24713"/>
                    <a:pt x="90615" y="24713"/>
                  </a:cubicBezTo>
                  <a:close/>
                </a:path>
              </a:pathLst>
            </a:custGeom>
            <a:solidFill>
              <a:srgbClr val="282829">
                <a:alpha val="50000"/>
              </a:srgbClr>
            </a:solidFill>
            <a:ln w="2282"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85D969A2-13F0-0291-DDB1-CAAD82D3B411}"/>
                </a:ext>
              </a:extLst>
            </p:cNvPr>
            <p:cNvSpPr/>
            <p:nvPr/>
          </p:nvSpPr>
          <p:spPr>
            <a:xfrm flipH="1">
              <a:off x="6990630" y="2928262"/>
              <a:ext cx="7060" cy="7060"/>
            </a:xfrm>
            <a:custGeom>
              <a:avLst/>
              <a:gdLst>
                <a:gd name="connsiteX0" fmla="*/ 7061 w 7060"/>
                <a:gd name="connsiteY0" fmla="*/ 3530 h 7060"/>
                <a:gd name="connsiteX1" fmla="*/ 3530 w 7060"/>
                <a:gd name="connsiteY1" fmla="*/ 7061 h 7060"/>
                <a:gd name="connsiteX2" fmla="*/ 0 w 7060"/>
                <a:gd name="connsiteY2" fmla="*/ 3530 h 7060"/>
                <a:gd name="connsiteX3" fmla="*/ 3530 w 7060"/>
                <a:gd name="connsiteY3" fmla="*/ 0 h 7060"/>
                <a:gd name="connsiteX4" fmla="*/ 7061 w 7060"/>
                <a:gd name="connsiteY4" fmla="*/ 3530 h 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0" h="7060">
                  <a:moveTo>
                    <a:pt x="7061" y="3530"/>
                  </a:moveTo>
                  <a:cubicBezTo>
                    <a:pt x="7061" y="5480"/>
                    <a:pt x="5480" y="7061"/>
                    <a:pt x="3530" y="7061"/>
                  </a:cubicBezTo>
                  <a:cubicBezTo>
                    <a:pt x="1581" y="7061"/>
                    <a:pt x="0" y="5480"/>
                    <a:pt x="0" y="3530"/>
                  </a:cubicBezTo>
                  <a:cubicBezTo>
                    <a:pt x="0" y="1581"/>
                    <a:pt x="1581" y="0"/>
                    <a:pt x="3530" y="0"/>
                  </a:cubicBezTo>
                  <a:cubicBezTo>
                    <a:pt x="5480" y="0"/>
                    <a:pt x="7061" y="1581"/>
                    <a:pt x="7061" y="3530"/>
                  </a:cubicBezTo>
                  <a:close/>
                </a:path>
              </a:pathLst>
            </a:custGeom>
            <a:solidFill>
              <a:srgbClr val="282829">
                <a:alpha val="50000"/>
              </a:srgbClr>
            </a:solidFill>
            <a:ln w="2282"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8EAF5AE0-19AD-F8C2-3976-FE5047FAA16D}"/>
                </a:ext>
              </a:extLst>
            </p:cNvPr>
            <p:cNvSpPr/>
            <p:nvPr/>
          </p:nvSpPr>
          <p:spPr>
            <a:xfrm flipH="1">
              <a:off x="6976108" y="2979038"/>
              <a:ext cx="61194" cy="75351"/>
            </a:xfrm>
            <a:custGeom>
              <a:avLst/>
              <a:gdLst>
                <a:gd name="connsiteX0" fmla="*/ 50862 w 61194"/>
                <a:gd name="connsiteY0" fmla="*/ 28279 h 75351"/>
                <a:gd name="connsiteX1" fmla="*/ 35305 w 61194"/>
                <a:gd name="connsiteY1" fmla="*/ 28279 h 75351"/>
                <a:gd name="connsiteX2" fmla="*/ 35305 w 61194"/>
                <a:gd name="connsiteY2" fmla="*/ 17569 h 75351"/>
                <a:gd name="connsiteX3" fmla="*/ 38751 w 61194"/>
                <a:gd name="connsiteY3" fmla="*/ 4709 h 75351"/>
                <a:gd name="connsiteX4" fmla="*/ 25890 w 61194"/>
                <a:gd name="connsiteY4" fmla="*/ 1263 h 75351"/>
                <a:gd name="connsiteX5" fmla="*/ 22444 w 61194"/>
                <a:gd name="connsiteY5" fmla="*/ 14123 h 75351"/>
                <a:gd name="connsiteX6" fmla="*/ 25890 w 61194"/>
                <a:gd name="connsiteY6" fmla="*/ 17569 h 75351"/>
                <a:gd name="connsiteX7" fmla="*/ 25890 w 61194"/>
                <a:gd name="connsiteY7" fmla="*/ 28279 h 75351"/>
                <a:gd name="connsiteX8" fmla="*/ 10333 w 61194"/>
                <a:gd name="connsiteY8" fmla="*/ 28279 h 75351"/>
                <a:gd name="connsiteX9" fmla="*/ 0 w 61194"/>
                <a:gd name="connsiteY9" fmla="*/ 38611 h 75351"/>
                <a:gd name="connsiteX10" fmla="*/ 0 w 61194"/>
                <a:gd name="connsiteY10" fmla="*/ 65019 h 75351"/>
                <a:gd name="connsiteX11" fmla="*/ 10333 w 61194"/>
                <a:gd name="connsiteY11" fmla="*/ 75351 h 75351"/>
                <a:gd name="connsiteX12" fmla="*/ 50862 w 61194"/>
                <a:gd name="connsiteY12" fmla="*/ 75351 h 75351"/>
                <a:gd name="connsiteX13" fmla="*/ 61195 w 61194"/>
                <a:gd name="connsiteY13" fmla="*/ 65019 h 75351"/>
                <a:gd name="connsiteX14" fmla="*/ 61195 w 61194"/>
                <a:gd name="connsiteY14" fmla="*/ 38611 h 75351"/>
                <a:gd name="connsiteX15" fmla="*/ 50862 w 61194"/>
                <a:gd name="connsiteY15" fmla="*/ 28279 h 75351"/>
                <a:gd name="connsiteX16" fmla="*/ 18829 w 61194"/>
                <a:gd name="connsiteY16" fmla="*/ 58876 h 75351"/>
                <a:gd name="connsiteX17" fmla="*/ 11768 w 61194"/>
                <a:gd name="connsiteY17" fmla="*/ 51815 h 75351"/>
                <a:gd name="connsiteX18" fmla="*/ 18829 w 61194"/>
                <a:gd name="connsiteY18" fmla="*/ 44754 h 75351"/>
                <a:gd name="connsiteX19" fmla="*/ 25890 w 61194"/>
                <a:gd name="connsiteY19" fmla="*/ 51815 h 75351"/>
                <a:gd name="connsiteX20" fmla="*/ 18829 w 61194"/>
                <a:gd name="connsiteY20" fmla="*/ 58876 h 75351"/>
                <a:gd name="connsiteX21" fmla="*/ 42366 w 61194"/>
                <a:gd name="connsiteY21" fmla="*/ 58876 h 75351"/>
                <a:gd name="connsiteX22" fmla="*/ 35305 w 61194"/>
                <a:gd name="connsiteY22" fmla="*/ 51815 h 75351"/>
                <a:gd name="connsiteX23" fmla="*/ 42366 w 61194"/>
                <a:gd name="connsiteY23" fmla="*/ 44754 h 75351"/>
                <a:gd name="connsiteX24" fmla="*/ 49427 w 61194"/>
                <a:gd name="connsiteY24" fmla="*/ 51815 h 75351"/>
                <a:gd name="connsiteX25" fmla="*/ 42366 w 61194"/>
                <a:gd name="connsiteY25" fmla="*/ 58876 h 7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1194" h="75351">
                  <a:moveTo>
                    <a:pt x="50862" y="28279"/>
                  </a:moveTo>
                  <a:lnTo>
                    <a:pt x="35305" y="28279"/>
                  </a:lnTo>
                  <a:lnTo>
                    <a:pt x="35305" y="17569"/>
                  </a:lnTo>
                  <a:cubicBezTo>
                    <a:pt x="39808" y="14970"/>
                    <a:pt x="41350" y="9212"/>
                    <a:pt x="38751" y="4709"/>
                  </a:cubicBezTo>
                  <a:cubicBezTo>
                    <a:pt x="36151" y="206"/>
                    <a:pt x="30393" y="-1337"/>
                    <a:pt x="25890" y="1263"/>
                  </a:cubicBezTo>
                  <a:cubicBezTo>
                    <a:pt x="21387" y="3863"/>
                    <a:pt x="19844" y="9620"/>
                    <a:pt x="22444" y="14123"/>
                  </a:cubicBezTo>
                  <a:cubicBezTo>
                    <a:pt x="23270" y="15555"/>
                    <a:pt x="24459" y="16743"/>
                    <a:pt x="25890" y="17569"/>
                  </a:cubicBezTo>
                  <a:lnTo>
                    <a:pt x="25890" y="28279"/>
                  </a:lnTo>
                  <a:lnTo>
                    <a:pt x="10333" y="28279"/>
                  </a:lnTo>
                  <a:cubicBezTo>
                    <a:pt x="4632" y="28291"/>
                    <a:pt x="13" y="32910"/>
                    <a:pt x="0" y="38611"/>
                  </a:cubicBezTo>
                  <a:lnTo>
                    <a:pt x="0" y="65019"/>
                  </a:lnTo>
                  <a:cubicBezTo>
                    <a:pt x="13" y="70720"/>
                    <a:pt x="4632" y="75338"/>
                    <a:pt x="10333" y="75351"/>
                  </a:cubicBezTo>
                  <a:lnTo>
                    <a:pt x="50862" y="75351"/>
                  </a:lnTo>
                  <a:cubicBezTo>
                    <a:pt x="56563" y="75338"/>
                    <a:pt x="61182" y="70720"/>
                    <a:pt x="61195" y="65019"/>
                  </a:cubicBezTo>
                  <a:lnTo>
                    <a:pt x="61195" y="38611"/>
                  </a:lnTo>
                  <a:cubicBezTo>
                    <a:pt x="61182" y="32910"/>
                    <a:pt x="56563" y="28291"/>
                    <a:pt x="50862" y="28279"/>
                  </a:cubicBezTo>
                  <a:close/>
                  <a:moveTo>
                    <a:pt x="18829" y="58876"/>
                  </a:moveTo>
                  <a:cubicBezTo>
                    <a:pt x="14929" y="58876"/>
                    <a:pt x="11768" y="55715"/>
                    <a:pt x="11768" y="51815"/>
                  </a:cubicBezTo>
                  <a:cubicBezTo>
                    <a:pt x="11768" y="47915"/>
                    <a:pt x="14929" y="44754"/>
                    <a:pt x="18829" y="44754"/>
                  </a:cubicBezTo>
                  <a:cubicBezTo>
                    <a:pt x="22729" y="44754"/>
                    <a:pt x="25890" y="47915"/>
                    <a:pt x="25890" y="51815"/>
                  </a:cubicBezTo>
                  <a:cubicBezTo>
                    <a:pt x="25890" y="55715"/>
                    <a:pt x="22729" y="58876"/>
                    <a:pt x="18829" y="58876"/>
                  </a:cubicBezTo>
                  <a:close/>
                  <a:moveTo>
                    <a:pt x="42366" y="58876"/>
                  </a:moveTo>
                  <a:cubicBezTo>
                    <a:pt x="38466" y="58876"/>
                    <a:pt x="35305" y="55715"/>
                    <a:pt x="35305" y="51815"/>
                  </a:cubicBezTo>
                  <a:cubicBezTo>
                    <a:pt x="35305" y="47915"/>
                    <a:pt x="38466" y="44754"/>
                    <a:pt x="42366" y="44754"/>
                  </a:cubicBezTo>
                  <a:cubicBezTo>
                    <a:pt x="46265" y="44754"/>
                    <a:pt x="49427" y="47915"/>
                    <a:pt x="49427" y="51815"/>
                  </a:cubicBezTo>
                  <a:cubicBezTo>
                    <a:pt x="49427" y="55715"/>
                    <a:pt x="46265" y="58876"/>
                    <a:pt x="42366" y="58876"/>
                  </a:cubicBezTo>
                  <a:close/>
                </a:path>
              </a:pathLst>
            </a:custGeom>
            <a:solidFill>
              <a:srgbClr val="282829">
                <a:alpha val="50000"/>
              </a:srgbClr>
            </a:solidFill>
            <a:ln w="2282"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3CF8D83E-3CC8-40F8-25F5-EEFB54DC01F1}"/>
                </a:ext>
              </a:extLst>
            </p:cNvPr>
            <p:cNvSpPr/>
            <p:nvPr/>
          </p:nvSpPr>
          <p:spPr>
            <a:xfrm flipH="1">
              <a:off x="7014166" y="2928262"/>
              <a:ext cx="7060" cy="7060"/>
            </a:xfrm>
            <a:custGeom>
              <a:avLst/>
              <a:gdLst>
                <a:gd name="connsiteX0" fmla="*/ 7061 w 7060"/>
                <a:gd name="connsiteY0" fmla="*/ 3530 h 7060"/>
                <a:gd name="connsiteX1" fmla="*/ 3530 w 7060"/>
                <a:gd name="connsiteY1" fmla="*/ 7061 h 7060"/>
                <a:gd name="connsiteX2" fmla="*/ 0 w 7060"/>
                <a:gd name="connsiteY2" fmla="*/ 3530 h 7060"/>
                <a:gd name="connsiteX3" fmla="*/ 3530 w 7060"/>
                <a:gd name="connsiteY3" fmla="*/ 0 h 7060"/>
                <a:gd name="connsiteX4" fmla="*/ 7061 w 7060"/>
                <a:gd name="connsiteY4" fmla="*/ 3530 h 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0" h="7060">
                  <a:moveTo>
                    <a:pt x="7061" y="3530"/>
                  </a:moveTo>
                  <a:cubicBezTo>
                    <a:pt x="7061" y="5480"/>
                    <a:pt x="5480" y="7061"/>
                    <a:pt x="3530" y="7061"/>
                  </a:cubicBezTo>
                  <a:cubicBezTo>
                    <a:pt x="1581" y="7061"/>
                    <a:pt x="0" y="5480"/>
                    <a:pt x="0" y="3530"/>
                  </a:cubicBezTo>
                  <a:cubicBezTo>
                    <a:pt x="0" y="1581"/>
                    <a:pt x="1581" y="0"/>
                    <a:pt x="3530" y="0"/>
                  </a:cubicBezTo>
                  <a:cubicBezTo>
                    <a:pt x="5480" y="0"/>
                    <a:pt x="7061" y="1581"/>
                    <a:pt x="7061" y="3530"/>
                  </a:cubicBezTo>
                  <a:close/>
                </a:path>
              </a:pathLst>
            </a:custGeom>
            <a:solidFill>
              <a:srgbClr val="282829">
                <a:alpha val="50000"/>
              </a:srgbClr>
            </a:solidFill>
            <a:ln w="2282"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338853AF-27BC-85FB-4B9A-A293BA953B0E}"/>
                </a:ext>
              </a:extLst>
            </p:cNvPr>
            <p:cNvSpPr/>
            <p:nvPr/>
          </p:nvSpPr>
          <p:spPr>
            <a:xfrm flipH="1">
              <a:off x="6934931" y="3030076"/>
              <a:ext cx="147837" cy="98029"/>
            </a:xfrm>
            <a:custGeom>
              <a:avLst/>
              <a:gdLst>
                <a:gd name="connsiteX0" fmla="*/ 137258 w 147837"/>
                <a:gd name="connsiteY0" fmla="*/ 73316 h 98029"/>
                <a:gd name="connsiteX1" fmla="*/ 137258 w 147837"/>
                <a:gd name="connsiteY1" fmla="*/ 53710 h 98029"/>
                <a:gd name="connsiteX2" fmla="*/ 126690 w 147837"/>
                <a:gd name="connsiteY2" fmla="*/ 43142 h 98029"/>
                <a:gd name="connsiteX3" fmla="*/ 113722 w 147837"/>
                <a:gd name="connsiteY3" fmla="*/ 43142 h 98029"/>
                <a:gd name="connsiteX4" fmla="*/ 113722 w 147837"/>
                <a:gd name="connsiteY4" fmla="*/ 31374 h 98029"/>
                <a:gd name="connsiteX5" fmla="*/ 38405 w 147837"/>
                <a:gd name="connsiteY5" fmla="*/ 31374 h 98029"/>
                <a:gd name="connsiteX6" fmla="*/ 38405 w 147837"/>
                <a:gd name="connsiteY6" fmla="*/ 45496 h 98029"/>
                <a:gd name="connsiteX7" fmla="*/ 20729 w 147837"/>
                <a:gd name="connsiteY7" fmla="*/ 45496 h 98029"/>
                <a:gd name="connsiteX8" fmla="*/ 19576 w 147837"/>
                <a:gd name="connsiteY8" fmla="*/ 44343 h 98029"/>
                <a:gd name="connsiteX9" fmla="*/ 19576 w 147837"/>
                <a:gd name="connsiteY9" fmla="*/ 24831 h 98029"/>
                <a:gd name="connsiteX10" fmla="*/ 29899 w 147837"/>
                <a:gd name="connsiteY10" fmla="*/ 5855 h 98029"/>
                <a:gd name="connsiteX11" fmla="*/ 26637 w 147837"/>
                <a:gd name="connsiteY11" fmla="*/ 0 h 98029"/>
                <a:gd name="connsiteX12" fmla="*/ 19576 w 147837"/>
                <a:gd name="connsiteY12" fmla="*/ 6261 h 98029"/>
                <a:gd name="connsiteX13" fmla="*/ 21153 w 147837"/>
                <a:gd name="connsiteY13" fmla="*/ 10191 h 98029"/>
                <a:gd name="connsiteX14" fmla="*/ 15237 w 147837"/>
                <a:gd name="connsiteY14" fmla="*/ 16043 h 98029"/>
                <a:gd name="connsiteX15" fmla="*/ 9385 w 147837"/>
                <a:gd name="connsiteY15" fmla="*/ 10127 h 98029"/>
                <a:gd name="connsiteX16" fmla="*/ 10820 w 147837"/>
                <a:gd name="connsiteY16" fmla="*/ 6308 h 98029"/>
                <a:gd name="connsiteX17" fmla="*/ 3759 w 147837"/>
                <a:gd name="connsiteY17" fmla="*/ 118 h 98029"/>
                <a:gd name="connsiteX18" fmla="*/ 5255 w 147837"/>
                <a:gd name="connsiteY18" fmla="*/ 21702 h 98029"/>
                <a:gd name="connsiteX19" fmla="*/ 10161 w 147837"/>
                <a:gd name="connsiteY19" fmla="*/ 24572 h 98029"/>
                <a:gd name="connsiteX20" fmla="*/ 10161 w 147837"/>
                <a:gd name="connsiteY20" fmla="*/ 44343 h 98029"/>
                <a:gd name="connsiteX21" fmla="*/ 20729 w 147837"/>
                <a:gd name="connsiteY21" fmla="*/ 54911 h 98029"/>
                <a:gd name="connsiteX22" fmla="*/ 38405 w 147837"/>
                <a:gd name="connsiteY22" fmla="*/ 54911 h 98029"/>
                <a:gd name="connsiteX23" fmla="*/ 38405 w 147837"/>
                <a:gd name="connsiteY23" fmla="*/ 97276 h 98029"/>
                <a:gd name="connsiteX24" fmla="*/ 113722 w 147837"/>
                <a:gd name="connsiteY24" fmla="*/ 97276 h 98029"/>
                <a:gd name="connsiteX25" fmla="*/ 113722 w 147837"/>
                <a:gd name="connsiteY25" fmla="*/ 52557 h 98029"/>
                <a:gd name="connsiteX26" fmla="*/ 126690 w 147837"/>
                <a:gd name="connsiteY26" fmla="*/ 52557 h 98029"/>
                <a:gd name="connsiteX27" fmla="*/ 127843 w 147837"/>
                <a:gd name="connsiteY27" fmla="*/ 53710 h 98029"/>
                <a:gd name="connsiteX28" fmla="*/ 127843 w 147837"/>
                <a:gd name="connsiteY28" fmla="*/ 73316 h 98029"/>
                <a:gd name="connsiteX29" fmla="*/ 117996 w 147837"/>
                <a:gd name="connsiteY29" fmla="*/ 92581 h 98029"/>
                <a:gd name="connsiteX30" fmla="*/ 121112 w 147837"/>
                <a:gd name="connsiteY30" fmla="*/ 98029 h 98029"/>
                <a:gd name="connsiteX31" fmla="*/ 128173 w 147837"/>
                <a:gd name="connsiteY31" fmla="*/ 91769 h 98029"/>
                <a:gd name="connsiteX32" fmla="*/ 126667 w 147837"/>
                <a:gd name="connsiteY32" fmla="*/ 87862 h 98029"/>
                <a:gd name="connsiteX33" fmla="*/ 132556 w 147837"/>
                <a:gd name="connsiteY33" fmla="*/ 81982 h 98029"/>
                <a:gd name="connsiteX34" fmla="*/ 138435 w 147837"/>
                <a:gd name="connsiteY34" fmla="*/ 87871 h 98029"/>
                <a:gd name="connsiteX35" fmla="*/ 136976 w 147837"/>
                <a:gd name="connsiteY35" fmla="*/ 91745 h 98029"/>
                <a:gd name="connsiteX36" fmla="*/ 144037 w 147837"/>
                <a:gd name="connsiteY36" fmla="*/ 97935 h 98029"/>
                <a:gd name="connsiteX37" fmla="*/ 142646 w 147837"/>
                <a:gd name="connsiteY37" fmla="*/ 76378 h 98029"/>
                <a:gd name="connsiteX38" fmla="*/ 137258 w 147837"/>
                <a:gd name="connsiteY38" fmla="*/ 73316 h 98029"/>
                <a:gd name="connsiteX39" fmla="*/ 104307 w 147837"/>
                <a:gd name="connsiteY39" fmla="*/ 64325 h 98029"/>
                <a:gd name="connsiteX40" fmla="*/ 97764 w 147837"/>
                <a:gd name="connsiteY40" fmla="*/ 64325 h 98029"/>
                <a:gd name="connsiteX41" fmla="*/ 97128 w 147837"/>
                <a:gd name="connsiteY41" fmla="*/ 64584 h 98029"/>
                <a:gd name="connsiteX42" fmla="*/ 89926 w 147837"/>
                <a:gd name="connsiteY42" fmla="*/ 71951 h 98029"/>
                <a:gd name="connsiteX43" fmla="*/ 84442 w 147837"/>
                <a:gd name="connsiteY43" fmla="*/ 58959 h 98029"/>
                <a:gd name="connsiteX44" fmla="*/ 74204 w 147837"/>
                <a:gd name="connsiteY44" fmla="*/ 80142 h 98029"/>
                <a:gd name="connsiteX45" fmla="*/ 67025 w 147837"/>
                <a:gd name="connsiteY45" fmla="*/ 52557 h 98029"/>
                <a:gd name="connsiteX46" fmla="*/ 61494 w 147837"/>
                <a:gd name="connsiteY46" fmla="*/ 64325 h 98029"/>
                <a:gd name="connsiteX47" fmla="*/ 50173 w 147837"/>
                <a:gd name="connsiteY47" fmla="*/ 64325 h 98029"/>
                <a:gd name="connsiteX48" fmla="*/ 50173 w 147837"/>
                <a:gd name="connsiteY48" fmla="*/ 59618 h 98029"/>
                <a:gd name="connsiteX49" fmla="*/ 58505 w 147837"/>
                <a:gd name="connsiteY49" fmla="*/ 59618 h 98029"/>
                <a:gd name="connsiteX50" fmla="*/ 68296 w 147837"/>
                <a:gd name="connsiteY50" fmla="*/ 38788 h 98029"/>
                <a:gd name="connsiteX51" fmla="*/ 75545 w 147837"/>
                <a:gd name="connsiteY51" fmla="*/ 66514 h 98029"/>
                <a:gd name="connsiteX52" fmla="*/ 84748 w 147837"/>
                <a:gd name="connsiteY52" fmla="*/ 47685 h 98029"/>
                <a:gd name="connsiteX53" fmla="*/ 91527 w 147837"/>
                <a:gd name="connsiteY53" fmla="*/ 63737 h 98029"/>
                <a:gd name="connsiteX54" fmla="*/ 93880 w 147837"/>
                <a:gd name="connsiteY54" fmla="*/ 61383 h 98029"/>
                <a:gd name="connsiteX55" fmla="*/ 97764 w 147837"/>
                <a:gd name="connsiteY55" fmla="*/ 59618 h 98029"/>
                <a:gd name="connsiteX56" fmla="*/ 104307 w 147837"/>
                <a:gd name="connsiteY56" fmla="*/ 59618 h 9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7837" h="98029">
                  <a:moveTo>
                    <a:pt x="137258" y="73316"/>
                  </a:moveTo>
                  <a:lnTo>
                    <a:pt x="137258" y="53710"/>
                  </a:lnTo>
                  <a:cubicBezTo>
                    <a:pt x="137258" y="47874"/>
                    <a:pt x="132527" y="43142"/>
                    <a:pt x="126690" y="43142"/>
                  </a:cubicBezTo>
                  <a:lnTo>
                    <a:pt x="113722" y="43142"/>
                  </a:lnTo>
                  <a:lnTo>
                    <a:pt x="113722" y="31374"/>
                  </a:lnTo>
                  <a:lnTo>
                    <a:pt x="38405" y="31374"/>
                  </a:lnTo>
                  <a:lnTo>
                    <a:pt x="38405" y="45496"/>
                  </a:lnTo>
                  <a:lnTo>
                    <a:pt x="20729" y="45496"/>
                  </a:lnTo>
                  <a:cubicBezTo>
                    <a:pt x="20092" y="45496"/>
                    <a:pt x="19576" y="44980"/>
                    <a:pt x="19576" y="44343"/>
                  </a:cubicBezTo>
                  <a:lnTo>
                    <a:pt x="19576" y="24831"/>
                  </a:lnTo>
                  <a:cubicBezTo>
                    <a:pt x="27667" y="22442"/>
                    <a:pt x="32289" y="13946"/>
                    <a:pt x="29899" y="5855"/>
                  </a:cubicBezTo>
                  <a:cubicBezTo>
                    <a:pt x="29258" y="3686"/>
                    <a:pt x="28144" y="1686"/>
                    <a:pt x="26637" y="0"/>
                  </a:cubicBezTo>
                  <a:lnTo>
                    <a:pt x="19576" y="6261"/>
                  </a:lnTo>
                  <a:cubicBezTo>
                    <a:pt x="20563" y="7335"/>
                    <a:pt x="21124" y="8732"/>
                    <a:pt x="21153" y="10191"/>
                  </a:cubicBezTo>
                  <a:cubicBezTo>
                    <a:pt x="21135" y="13441"/>
                    <a:pt x="18486" y="16061"/>
                    <a:pt x="15237" y="16043"/>
                  </a:cubicBezTo>
                  <a:cubicBezTo>
                    <a:pt x="11987" y="16026"/>
                    <a:pt x="9367" y="13377"/>
                    <a:pt x="9385" y="10127"/>
                  </a:cubicBezTo>
                  <a:cubicBezTo>
                    <a:pt x="9392" y="8724"/>
                    <a:pt x="9901" y="7369"/>
                    <a:pt x="10820" y="6308"/>
                  </a:cubicBezTo>
                  <a:lnTo>
                    <a:pt x="3759" y="118"/>
                  </a:lnTo>
                  <a:cubicBezTo>
                    <a:pt x="-1788" y="6491"/>
                    <a:pt x="-1118" y="16154"/>
                    <a:pt x="5255" y="21702"/>
                  </a:cubicBezTo>
                  <a:cubicBezTo>
                    <a:pt x="6697" y="22957"/>
                    <a:pt x="8361" y="23930"/>
                    <a:pt x="10161" y="24572"/>
                  </a:cubicBezTo>
                  <a:lnTo>
                    <a:pt x="10161" y="44343"/>
                  </a:lnTo>
                  <a:cubicBezTo>
                    <a:pt x="10161" y="50179"/>
                    <a:pt x="14892" y="54911"/>
                    <a:pt x="20729" y="54911"/>
                  </a:cubicBezTo>
                  <a:lnTo>
                    <a:pt x="38405" y="54911"/>
                  </a:lnTo>
                  <a:lnTo>
                    <a:pt x="38405" y="97276"/>
                  </a:lnTo>
                  <a:lnTo>
                    <a:pt x="113722" y="97276"/>
                  </a:lnTo>
                  <a:lnTo>
                    <a:pt x="113722" y="52557"/>
                  </a:lnTo>
                  <a:lnTo>
                    <a:pt x="126690" y="52557"/>
                  </a:lnTo>
                  <a:cubicBezTo>
                    <a:pt x="127327" y="52557"/>
                    <a:pt x="127843" y="53073"/>
                    <a:pt x="127843" y="53710"/>
                  </a:cubicBezTo>
                  <a:lnTo>
                    <a:pt x="127843" y="73316"/>
                  </a:lnTo>
                  <a:cubicBezTo>
                    <a:pt x="119804" y="75917"/>
                    <a:pt x="115396" y="84542"/>
                    <a:pt x="117996" y="92581"/>
                  </a:cubicBezTo>
                  <a:cubicBezTo>
                    <a:pt x="118647" y="94593"/>
                    <a:pt x="119708" y="96448"/>
                    <a:pt x="121112" y="98029"/>
                  </a:cubicBezTo>
                  <a:lnTo>
                    <a:pt x="128173" y="91769"/>
                  </a:lnTo>
                  <a:cubicBezTo>
                    <a:pt x="127199" y="90701"/>
                    <a:pt x="126661" y="89307"/>
                    <a:pt x="126667" y="87862"/>
                  </a:cubicBezTo>
                  <a:cubicBezTo>
                    <a:pt x="126669" y="84612"/>
                    <a:pt x="129306" y="81980"/>
                    <a:pt x="132556" y="81982"/>
                  </a:cubicBezTo>
                  <a:cubicBezTo>
                    <a:pt x="135805" y="81985"/>
                    <a:pt x="138438" y="84622"/>
                    <a:pt x="138435" y="87871"/>
                  </a:cubicBezTo>
                  <a:cubicBezTo>
                    <a:pt x="138434" y="89297"/>
                    <a:pt x="137915" y="90673"/>
                    <a:pt x="136976" y="91745"/>
                  </a:cubicBezTo>
                  <a:lnTo>
                    <a:pt x="144037" y="97935"/>
                  </a:lnTo>
                  <a:cubicBezTo>
                    <a:pt x="149606" y="91598"/>
                    <a:pt x="148983" y="81947"/>
                    <a:pt x="142646" y="76378"/>
                  </a:cubicBezTo>
                  <a:cubicBezTo>
                    <a:pt x="141078" y="75000"/>
                    <a:pt x="139244" y="73958"/>
                    <a:pt x="137258" y="73316"/>
                  </a:cubicBezTo>
                  <a:close/>
                  <a:moveTo>
                    <a:pt x="104307" y="64325"/>
                  </a:moveTo>
                  <a:lnTo>
                    <a:pt x="97764" y="64325"/>
                  </a:lnTo>
                  <a:cubicBezTo>
                    <a:pt x="97536" y="64366"/>
                    <a:pt x="97320" y="64454"/>
                    <a:pt x="97128" y="64584"/>
                  </a:cubicBezTo>
                  <a:lnTo>
                    <a:pt x="89926" y="71951"/>
                  </a:lnTo>
                  <a:lnTo>
                    <a:pt x="84442" y="58959"/>
                  </a:lnTo>
                  <a:lnTo>
                    <a:pt x="74204" y="80142"/>
                  </a:lnTo>
                  <a:lnTo>
                    <a:pt x="67025" y="52557"/>
                  </a:lnTo>
                  <a:lnTo>
                    <a:pt x="61494" y="64325"/>
                  </a:lnTo>
                  <a:lnTo>
                    <a:pt x="50173" y="64325"/>
                  </a:lnTo>
                  <a:lnTo>
                    <a:pt x="50173" y="59618"/>
                  </a:lnTo>
                  <a:lnTo>
                    <a:pt x="58505" y="59618"/>
                  </a:lnTo>
                  <a:lnTo>
                    <a:pt x="68296" y="38788"/>
                  </a:lnTo>
                  <a:lnTo>
                    <a:pt x="75545" y="66514"/>
                  </a:lnTo>
                  <a:lnTo>
                    <a:pt x="84748" y="47685"/>
                  </a:lnTo>
                  <a:lnTo>
                    <a:pt x="91527" y="63737"/>
                  </a:lnTo>
                  <a:lnTo>
                    <a:pt x="93880" y="61383"/>
                  </a:lnTo>
                  <a:cubicBezTo>
                    <a:pt x="94914" y="60337"/>
                    <a:pt x="96296" y="59709"/>
                    <a:pt x="97764" y="59618"/>
                  </a:cubicBezTo>
                  <a:lnTo>
                    <a:pt x="104307" y="59618"/>
                  </a:lnTo>
                  <a:close/>
                </a:path>
              </a:pathLst>
            </a:custGeom>
            <a:solidFill>
              <a:srgbClr val="282829">
                <a:alpha val="50000"/>
              </a:srgbClr>
            </a:solidFill>
            <a:ln w="2282"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D1180886-9018-16A4-6945-C687DCB016AA}"/>
                </a:ext>
              </a:extLst>
            </p:cNvPr>
            <p:cNvSpPr/>
            <p:nvPr/>
          </p:nvSpPr>
          <p:spPr>
            <a:xfrm flipH="1">
              <a:off x="3840352" y="2520148"/>
              <a:ext cx="92129" cy="59592"/>
            </a:xfrm>
            <a:custGeom>
              <a:avLst/>
              <a:gdLst>
                <a:gd name="connsiteX0" fmla="*/ 78514 w 92129"/>
                <a:gd name="connsiteY0" fmla="*/ 23165 h 59592"/>
                <a:gd name="connsiteX1" fmla="*/ 61007 w 92129"/>
                <a:gd name="connsiteY1" fmla="*/ 8488 h 59592"/>
                <a:gd name="connsiteX2" fmla="*/ 58178 w 92129"/>
                <a:gd name="connsiteY2" fmla="*/ 8665 h 59592"/>
                <a:gd name="connsiteX3" fmla="*/ 39964 w 92129"/>
                <a:gd name="connsiteY3" fmla="*/ 0 h 59592"/>
                <a:gd name="connsiteX4" fmla="*/ 17330 w 92129"/>
                <a:gd name="connsiteY4" fmla="*/ 17153 h 59592"/>
                <a:gd name="connsiteX5" fmla="*/ 0 w 92129"/>
                <a:gd name="connsiteY5" fmla="*/ 38196 h 59592"/>
                <a:gd name="connsiteX6" fmla="*/ 21220 w 92129"/>
                <a:gd name="connsiteY6" fmla="*/ 59592 h 59592"/>
                <a:gd name="connsiteX7" fmla="*/ 21220 w 92129"/>
                <a:gd name="connsiteY7" fmla="*/ 59592 h 59592"/>
                <a:gd name="connsiteX8" fmla="*/ 74270 w 92129"/>
                <a:gd name="connsiteY8" fmla="*/ 59592 h 59592"/>
                <a:gd name="connsiteX9" fmla="*/ 92130 w 92129"/>
                <a:gd name="connsiteY9" fmla="*/ 41025 h 59592"/>
                <a:gd name="connsiteX10" fmla="*/ 78514 w 92129"/>
                <a:gd name="connsiteY10" fmla="*/ 23165 h 59592"/>
                <a:gd name="connsiteX11" fmla="*/ 73209 w 92129"/>
                <a:gd name="connsiteY11" fmla="*/ 48983 h 59592"/>
                <a:gd name="connsiteX12" fmla="*/ 20866 w 92129"/>
                <a:gd name="connsiteY12" fmla="*/ 48983 h 59592"/>
                <a:gd name="connsiteX13" fmla="*/ 11494 w 92129"/>
                <a:gd name="connsiteY13" fmla="*/ 42793 h 59592"/>
                <a:gd name="connsiteX14" fmla="*/ 12732 w 92129"/>
                <a:gd name="connsiteY14" fmla="*/ 31476 h 59592"/>
                <a:gd name="connsiteX15" fmla="*/ 21397 w 92129"/>
                <a:gd name="connsiteY15" fmla="*/ 27055 h 59592"/>
                <a:gd name="connsiteX16" fmla="*/ 23165 w 92129"/>
                <a:gd name="connsiteY16" fmla="*/ 27232 h 59592"/>
                <a:gd name="connsiteX17" fmla="*/ 26348 w 92129"/>
                <a:gd name="connsiteY17" fmla="*/ 27763 h 59592"/>
                <a:gd name="connsiteX18" fmla="*/ 26348 w 92129"/>
                <a:gd name="connsiteY18" fmla="*/ 24226 h 59592"/>
                <a:gd name="connsiteX19" fmla="*/ 36781 w 92129"/>
                <a:gd name="connsiteY19" fmla="*/ 10964 h 59592"/>
                <a:gd name="connsiteX20" fmla="*/ 39964 w 92129"/>
                <a:gd name="connsiteY20" fmla="*/ 10610 h 59592"/>
                <a:gd name="connsiteX21" fmla="*/ 39964 w 92129"/>
                <a:gd name="connsiteY21" fmla="*/ 10610 h 59592"/>
                <a:gd name="connsiteX22" fmla="*/ 39964 w 92129"/>
                <a:gd name="connsiteY22" fmla="*/ 10610 h 59592"/>
                <a:gd name="connsiteX23" fmla="*/ 39964 w 92129"/>
                <a:gd name="connsiteY23" fmla="*/ 10610 h 59592"/>
                <a:gd name="connsiteX24" fmla="*/ 51989 w 92129"/>
                <a:gd name="connsiteY24" fmla="*/ 18037 h 59592"/>
                <a:gd name="connsiteX25" fmla="*/ 53050 w 92129"/>
                <a:gd name="connsiteY25" fmla="*/ 20159 h 59592"/>
                <a:gd name="connsiteX26" fmla="*/ 55349 w 92129"/>
                <a:gd name="connsiteY26" fmla="*/ 19275 h 59592"/>
                <a:gd name="connsiteX27" fmla="*/ 58885 w 92129"/>
                <a:gd name="connsiteY27" fmla="*/ 18744 h 59592"/>
                <a:gd name="connsiteX28" fmla="*/ 65251 w 92129"/>
                <a:gd name="connsiteY28" fmla="*/ 20689 h 59592"/>
                <a:gd name="connsiteX29" fmla="*/ 69849 w 92129"/>
                <a:gd name="connsiteY29" fmla="*/ 29708 h 59592"/>
                <a:gd name="connsiteX30" fmla="*/ 69849 w 92129"/>
                <a:gd name="connsiteY30" fmla="*/ 32537 h 59592"/>
                <a:gd name="connsiteX31" fmla="*/ 73385 w 92129"/>
                <a:gd name="connsiteY31" fmla="*/ 32537 h 59592"/>
                <a:gd name="connsiteX32" fmla="*/ 81697 w 92129"/>
                <a:gd name="connsiteY32" fmla="*/ 40848 h 59592"/>
                <a:gd name="connsiteX33" fmla="*/ 73209 w 92129"/>
                <a:gd name="connsiteY33" fmla="*/ 48983 h 59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2129" h="59592">
                  <a:moveTo>
                    <a:pt x="78514" y="23165"/>
                  </a:moveTo>
                  <a:cubicBezTo>
                    <a:pt x="77099" y="14854"/>
                    <a:pt x="69672" y="8488"/>
                    <a:pt x="61007" y="8488"/>
                  </a:cubicBezTo>
                  <a:cubicBezTo>
                    <a:pt x="60123" y="8488"/>
                    <a:pt x="59062" y="8665"/>
                    <a:pt x="58178" y="8665"/>
                  </a:cubicBezTo>
                  <a:cubicBezTo>
                    <a:pt x="53934" y="3360"/>
                    <a:pt x="47391" y="0"/>
                    <a:pt x="39964" y="0"/>
                  </a:cubicBezTo>
                  <a:cubicBezTo>
                    <a:pt x="29177" y="0"/>
                    <a:pt x="20159" y="7250"/>
                    <a:pt x="17330" y="17153"/>
                  </a:cubicBezTo>
                  <a:cubicBezTo>
                    <a:pt x="7427" y="19098"/>
                    <a:pt x="0" y="27763"/>
                    <a:pt x="0" y="38196"/>
                  </a:cubicBezTo>
                  <a:cubicBezTo>
                    <a:pt x="0" y="50044"/>
                    <a:pt x="9549" y="59592"/>
                    <a:pt x="21220" y="59592"/>
                  </a:cubicBezTo>
                  <a:lnTo>
                    <a:pt x="21220" y="59592"/>
                  </a:lnTo>
                  <a:cubicBezTo>
                    <a:pt x="21220" y="59592"/>
                    <a:pt x="73562" y="59592"/>
                    <a:pt x="74270" y="59592"/>
                  </a:cubicBezTo>
                  <a:cubicBezTo>
                    <a:pt x="84526" y="59592"/>
                    <a:pt x="92130" y="51281"/>
                    <a:pt x="92130" y="41025"/>
                  </a:cubicBezTo>
                  <a:cubicBezTo>
                    <a:pt x="92130" y="32537"/>
                    <a:pt x="86294" y="25464"/>
                    <a:pt x="78514" y="23165"/>
                  </a:cubicBezTo>
                  <a:close/>
                  <a:moveTo>
                    <a:pt x="73209" y="48983"/>
                  </a:moveTo>
                  <a:lnTo>
                    <a:pt x="20866" y="48983"/>
                  </a:lnTo>
                  <a:cubicBezTo>
                    <a:pt x="16799" y="48629"/>
                    <a:pt x="13262" y="46330"/>
                    <a:pt x="11494" y="42793"/>
                  </a:cubicBezTo>
                  <a:cubicBezTo>
                    <a:pt x="9903" y="39080"/>
                    <a:pt x="10256" y="34836"/>
                    <a:pt x="12732" y="31476"/>
                  </a:cubicBezTo>
                  <a:cubicBezTo>
                    <a:pt x="14854" y="28647"/>
                    <a:pt x="18037" y="27055"/>
                    <a:pt x="21397" y="27055"/>
                  </a:cubicBezTo>
                  <a:cubicBezTo>
                    <a:pt x="21927" y="27055"/>
                    <a:pt x="22635" y="27055"/>
                    <a:pt x="23165" y="27232"/>
                  </a:cubicBezTo>
                  <a:lnTo>
                    <a:pt x="26348" y="27763"/>
                  </a:lnTo>
                  <a:lnTo>
                    <a:pt x="26348" y="24226"/>
                  </a:lnTo>
                  <a:cubicBezTo>
                    <a:pt x="26348" y="17860"/>
                    <a:pt x="30592" y="12378"/>
                    <a:pt x="36781" y="10964"/>
                  </a:cubicBezTo>
                  <a:cubicBezTo>
                    <a:pt x="37842" y="10787"/>
                    <a:pt x="38903" y="10610"/>
                    <a:pt x="39964" y="10610"/>
                  </a:cubicBezTo>
                  <a:cubicBezTo>
                    <a:pt x="39964" y="10610"/>
                    <a:pt x="39964" y="10610"/>
                    <a:pt x="39964" y="10610"/>
                  </a:cubicBezTo>
                  <a:lnTo>
                    <a:pt x="39964" y="10610"/>
                  </a:lnTo>
                  <a:cubicBezTo>
                    <a:pt x="39964" y="10610"/>
                    <a:pt x="39964" y="10610"/>
                    <a:pt x="39964" y="10610"/>
                  </a:cubicBezTo>
                  <a:cubicBezTo>
                    <a:pt x="45092" y="10610"/>
                    <a:pt x="49690" y="13439"/>
                    <a:pt x="51989" y="18037"/>
                  </a:cubicBezTo>
                  <a:lnTo>
                    <a:pt x="53050" y="20159"/>
                  </a:lnTo>
                  <a:lnTo>
                    <a:pt x="55349" y="19275"/>
                  </a:lnTo>
                  <a:cubicBezTo>
                    <a:pt x="56410" y="18921"/>
                    <a:pt x="57647" y="18744"/>
                    <a:pt x="58885" y="18744"/>
                  </a:cubicBezTo>
                  <a:cubicBezTo>
                    <a:pt x="61184" y="18744"/>
                    <a:pt x="63306" y="19452"/>
                    <a:pt x="65251" y="20689"/>
                  </a:cubicBezTo>
                  <a:cubicBezTo>
                    <a:pt x="68080" y="22811"/>
                    <a:pt x="69849" y="26171"/>
                    <a:pt x="69849" y="29708"/>
                  </a:cubicBezTo>
                  <a:lnTo>
                    <a:pt x="69849" y="32537"/>
                  </a:lnTo>
                  <a:lnTo>
                    <a:pt x="73385" y="32537"/>
                  </a:lnTo>
                  <a:cubicBezTo>
                    <a:pt x="77983" y="32537"/>
                    <a:pt x="81697" y="36251"/>
                    <a:pt x="81697" y="40848"/>
                  </a:cubicBezTo>
                  <a:cubicBezTo>
                    <a:pt x="81520" y="45269"/>
                    <a:pt x="77806" y="48983"/>
                    <a:pt x="73209" y="48983"/>
                  </a:cubicBezTo>
                  <a:close/>
                </a:path>
              </a:pathLst>
            </a:custGeom>
            <a:solidFill>
              <a:srgbClr val="282829">
                <a:alpha val="50000"/>
              </a:srgbClr>
            </a:solidFill>
            <a:ln w="1687"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75382BFA-B7FB-3FD3-90AB-DF29DA279F35}"/>
                </a:ext>
              </a:extLst>
            </p:cNvPr>
            <p:cNvSpPr/>
            <p:nvPr/>
          </p:nvSpPr>
          <p:spPr>
            <a:xfrm flipH="1">
              <a:off x="3900651" y="2586814"/>
              <a:ext cx="84879" cy="79574"/>
            </a:xfrm>
            <a:custGeom>
              <a:avLst/>
              <a:gdLst>
                <a:gd name="connsiteX0" fmla="*/ 79221 w 84879"/>
                <a:gd name="connsiteY0" fmla="*/ 0 h 79574"/>
                <a:gd name="connsiteX1" fmla="*/ 5659 w 84879"/>
                <a:gd name="connsiteY1" fmla="*/ 0 h 79574"/>
                <a:gd name="connsiteX2" fmla="*/ 0 w 84879"/>
                <a:gd name="connsiteY2" fmla="*/ 5659 h 79574"/>
                <a:gd name="connsiteX3" fmla="*/ 0 w 84879"/>
                <a:gd name="connsiteY3" fmla="*/ 56233 h 79574"/>
                <a:gd name="connsiteX4" fmla="*/ 5659 w 84879"/>
                <a:gd name="connsiteY4" fmla="*/ 61891 h 79574"/>
                <a:gd name="connsiteX5" fmla="*/ 5659 w 84879"/>
                <a:gd name="connsiteY5" fmla="*/ 61891 h 79574"/>
                <a:gd name="connsiteX6" fmla="*/ 33598 w 84879"/>
                <a:gd name="connsiteY6" fmla="*/ 61891 h 79574"/>
                <a:gd name="connsiteX7" fmla="*/ 33598 w 84879"/>
                <a:gd name="connsiteY7" fmla="*/ 68965 h 79574"/>
                <a:gd name="connsiteX8" fmla="*/ 21220 w 84879"/>
                <a:gd name="connsiteY8" fmla="*/ 68965 h 79574"/>
                <a:gd name="connsiteX9" fmla="*/ 21220 w 84879"/>
                <a:gd name="connsiteY9" fmla="*/ 79575 h 79574"/>
                <a:gd name="connsiteX10" fmla="*/ 63660 w 84879"/>
                <a:gd name="connsiteY10" fmla="*/ 79575 h 79574"/>
                <a:gd name="connsiteX11" fmla="*/ 63660 w 84879"/>
                <a:gd name="connsiteY11" fmla="*/ 68965 h 79574"/>
                <a:gd name="connsiteX12" fmla="*/ 51281 w 84879"/>
                <a:gd name="connsiteY12" fmla="*/ 68965 h 79574"/>
                <a:gd name="connsiteX13" fmla="*/ 51281 w 84879"/>
                <a:gd name="connsiteY13" fmla="*/ 61891 h 79574"/>
                <a:gd name="connsiteX14" fmla="*/ 79221 w 84879"/>
                <a:gd name="connsiteY14" fmla="*/ 61891 h 79574"/>
                <a:gd name="connsiteX15" fmla="*/ 84880 w 84879"/>
                <a:gd name="connsiteY15" fmla="*/ 56233 h 79574"/>
                <a:gd name="connsiteX16" fmla="*/ 84880 w 84879"/>
                <a:gd name="connsiteY16" fmla="*/ 56233 h 79574"/>
                <a:gd name="connsiteX17" fmla="*/ 84880 w 84879"/>
                <a:gd name="connsiteY17" fmla="*/ 5659 h 79574"/>
                <a:gd name="connsiteX18" fmla="*/ 79221 w 84879"/>
                <a:gd name="connsiteY18" fmla="*/ 0 h 79574"/>
                <a:gd name="connsiteX19" fmla="*/ 74270 w 84879"/>
                <a:gd name="connsiteY19" fmla="*/ 51281 h 79574"/>
                <a:gd name="connsiteX20" fmla="*/ 10610 w 84879"/>
                <a:gd name="connsiteY20" fmla="*/ 51281 h 79574"/>
                <a:gd name="connsiteX21" fmla="*/ 10610 w 84879"/>
                <a:gd name="connsiteY21" fmla="*/ 10610 h 79574"/>
                <a:gd name="connsiteX22" fmla="*/ 74270 w 84879"/>
                <a:gd name="connsiteY22" fmla="*/ 10610 h 79574"/>
                <a:gd name="connsiteX23" fmla="*/ 74270 w 84879"/>
                <a:gd name="connsiteY23" fmla="*/ 51281 h 7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4879" h="79574">
                  <a:moveTo>
                    <a:pt x="79221" y="0"/>
                  </a:moveTo>
                  <a:lnTo>
                    <a:pt x="5659" y="0"/>
                  </a:lnTo>
                  <a:cubicBezTo>
                    <a:pt x="2476" y="0"/>
                    <a:pt x="0" y="2476"/>
                    <a:pt x="0" y="5659"/>
                  </a:cubicBezTo>
                  <a:lnTo>
                    <a:pt x="0" y="56233"/>
                  </a:lnTo>
                  <a:cubicBezTo>
                    <a:pt x="0" y="59416"/>
                    <a:pt x="2476" y="61891"/>
                    <a:pt x="5659" y="61891"/>
                  </a:cubicBezTo>
                  <a:cubicBezTo>
                    <a:pt x="5659" y="61891"/>
                    <a:pt x="5659" y="61891"/>
                    <a:pt x="5659" y="61891"/>
                  </a:cubicBezTo>
                  <a:lnTo>
                    <a:pt x="33598" y="61891"/>
                  </a:lnTo>
                  <a:lnTo>
                    <a:pt x="33598" y="68965"/>
                  </a:lnTo>
                  <a:lnTo>
                    <a:pt x="21220" y="68965"/>
                  </a:lnTo>
                  <a:lnTo>
                    <a:pt x="21220" y="79575"/>
                  </a:lnTo>
                  <a:lnTo>
                    <a:pt x="63660" y="79575"/>
                  </a:lnTo>
                  <a:lnTo>
                    <a:pt x="63660" y="68965"/>
                  </a:lnTo>
                  <a:lnTo>
                    <a:pt x="51281" y="68965"/>
                  </a:lnTo>
                  <a:lnTo>
                    <a:pt x="51281" y="61891"/>
                  </a:lnTo>
                  <a:lnTo>
                    <a:pt x="79221" y="61891"/>
                  </a:lnTo>
                  <a:cubicBezTo>
                    <a:pt x="82404" y="61891"/>
                    <a:pt x="84880" y="59416"/>
                    <a:pt x="84880" y="56233"/>
                  </a:cubicBezTo>
                  <a:lnTo>
                    <a:pt x="84880" y="56233"/>
                  </a:lnTo>
                  <a:lnTo>
                    <a:pt x="84880" y="5659"/>
                  </a:lnTo>
                  <a:cubicBezTo>
                    <a:pt x="84880" y="2476"/>
                    <a:pt x="82404" y="0"/>
                    <a:pt x="79221" y="0"/>
                  </a:cubicBezTo>
                  <a:close/>
                  <a:moveTo>
                    <a:pt x="74270" y="51281"/>
                  </a:moveTo>
                  <a:lnTo>
                    <a:pt x="10610" y="51281"/>
                  </a:lnTo>
                  <a:lnTo>
                    <a:pt x="10610" y="10610"/>
                  </a:lnTo>
                  <a:lnTo>
                    <a:pt x="74270" y="10610"/>
                  </a:lnTo>
                  <a:lnTo>
                    <a:pt x="74270" y="51281"/>
                  </a:lnTo>
                  <a:close/>
                </a:path>
              </a:pathLst>
            </a:custGeom>
            <a:solidFill>
              <a:srgbClr val="282829">
                <a:alpha val="50000"/>
              </a:srgbClr>
            </a:solidFill>
            <a:ln w="1687"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60A91462-DF50-DAE4-E48E-24EA7C0DA28E}"/>
                </a:ext>
              </a:extLst>
            </p:cNvPr>
            <p:cNvSpPr/>
            <p:nvPr/>
          </p:nvSpPr>
          <p:spPr>
            <a:xfrm flipH="1">
              <a:off x="3861175" y="2586814"/>
              <a:ext cx="31165" cy="39256"/>
            </a:xfrm>
            <a:custGeom>
              <a:avLst/>
              <a:gdLst>
                <a:gd name="connsiteX0" fmla="*/ 17860 w 31165"/>
                <a:gd name="connsiteY0" fmla="*/ 0 h 39256"/>
                <a:gd name="connsiteX1" fmla="*/ 20513 w 31165"/>
                <a:gd name="connsiteY1" fmla="*/ 8134 h 39256"/>
                <a:gd name="connsiteX2" fmla="*/ 12909 w 31165"/>
                <a:gd name="connsiteY2" fmla="*/ 20689 h 39256"/>
                <a:gd name="connsiteX3" fmla="*/ 12909 w 31165"/>
                <a:gd name="connsiteY3" fmla="*/ 13439 h 39256"/>
                <a:gd name="connsiteX4" fmla="*/ 0 w 31165"/>
                <a:gd name="connsiteY4" fmla="*/ 26525 h 39256"/>
                <a:gd name="connsiteX5" fmla="*/ 12909 w 31165"/>
                <a:gd name="connsiteY5" fmla="*/ 39257 h 39256"/>
                <a:gd name="connsiteX6" fmla="*/ 12909 w 31165"/>
                <a:gd name="connsiteY6" fmla="*/ 32007 h 39256"/>
                <a:gd name="connsiteX7" fmla="*/ 30238 w 31165"/>
                <a:gd name="connsiteY7" fmla="*/ 1591 h 39256"/>
                <a:gd name="connsiteX8" fmla="*/ 29708 w 31165"/>
                <a:gd name="connsiteY8" fmla="*/ 0 h 39256"/>
                <a:gd name="connsiteX9" fmla="*/ 17860 w 31165"/>
                <a:gd name="connsiteY9" fmla="*/ 0 h 3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65" h="39256">
                  <a:moveTo>
                    <a:pt x="17860" y="0"/>
                  </a:moveTo>
                  <a:cubicBezTo>
                    <a:pt x="19628" y="2299"/>
                    <a:pt x="20513" y="5305"/>
                    <a:pt x="20513" y="8134"/>
                  </a:cubicBezTo>
                  <a:cubicBezTo>
                    <a:pt x="20513" y="13439"/>
                    <a:pt x="17506" y="18214"/>
                    <a:pt x="12909" y="20689"/>
                  </a:cubicBezTo>
                  <a:lnTo>
                    <a:pt x="12909" y="13439"/>
                  </a:lnTo>
                  <a:lnTo>
                    <a:pt x="0" y="26525"/>
                  </a:lnTo>
                  <a:lnTo>
                    <a:pt x="12909" y="39257"/>
                  </a:lnTo>
                  <a:lnTo>
                    <a:pt x="12909" y="32007"/>
                  </a:lnTo>
                  <a:cubicBezTo>
                    <a:pt x="26171" y="28470"/>
                    <a:pt x="33952" y="14854"/>
                    <a:pt x="30238" y="1591"/>
                  </a:cubicBezTo>
                  <a:cubicBezTo>
                    <a:pt x="30061" y="1061"/>
                    <a:pt x="29885" y="530"/>
                    <a:pt x="29708" y="0"/>
                  </a:cubicBezTo>
                  <a:lnTo>
                    <a:pt x="17860" y="0"/>
                  </a:lnTo>
                  <a:close/>
                </a:path>
              </a:pathLst>
            </a:custGeom>
            <a:solidFill>
              <a:srgbClr val="282829">
                <a:alpha val="50000"/>
              </a:srgbClr>
            </a:solidFill>
            <a:ln w="1687"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47AFBC97-2D02-B2C4-26B1-E380AF23E556}"/>
                </a:ext>
              </a:extLst>
            </p:cNvPr>
            <p:cNvSpPr/>
            <p:nvPr/>
          </p:nvSpPr>
          <p:spPr>
            <a:xfrm flipH="1">
              <a:off x="3939554" y="2540484"/>
              <a:ext cx="31165" cy="39256"/>
            </a:xfrm>
            <a:custGeom>
              <a:avLst/>
              <a:gdLst>
                <a:gd name="connsiteX0" fmla="*/ 13305 w 31165"/>
                <a:gd name="connsiteY0" fmla="*/ 39257 h 39256"/>
                <a:gd name="connsiteX1" fmla="*/ 10653 w 31165"/>
                <a:gd name="connsiteY1" fmla="*/ 31122 h 39256"/>
                <a:gd name="connsiteX2" fmla="*/ 18256 w 31165"/>
                <a:gd name="connsiteY2" fmla="*/ 18567 h 39256"/>
                <a:gd name="connsiteX3" fmla="*/ 18256 w 31165"/>
                <a:gd name="connsiteY3" fmla="*/ 25818 h 39256"/>
                <a:gd name="connsiteX4" fmla="*/ 31165 w 31165"/>
                <a:gd name="connsiteY4" fmla="*/ 12732 h 39256"/>
                <a:gd name="connsiteX5" fmla="*/ 18256 w 31165"/>
                <a:gd name="connsiteY5" fmla="*/ 0 h 39256"/>
                <a:gd name="connsiteX6" fmla="*/ 18256 w 31165"/>
                <a:gd name="connsiteY6" fmla="*/ 7250 h 39256"/>
                <a:gd name="connsiteX7" fmla="*/ 927 w 31165"/>
                <a:gd name="connsiteY7" fmla="*/ 37665 h 39256"/>
                <a:gd name="connsiteX8" fmla="*/ 1457 w 31165"/>
                <a:gd name="connsiteY8" fmla="*/ 39257 h 39256"/>
                <a:gd name="connsiteX9" fmla="*/ 13305 w 31165"/>
                <a:gd name="connsiteY9" fmla="*/ 39257 h 3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65" h="39256">
                  <a:moveTo>
                    <a:pt x="13305" y="39257"/>
                  </a:moveTo>
                  <a:cubicBezTo>
                    <a:pt x="11891" y="37488"/>
                    <a:pt x="10653" y="33952"/>
                    <a:pt x="10653" y="31122"/>
                  </a:cubicBezTo>
                  <a:cubicBezTo>
                    <a:pt x="10653" y="25818"/>
                    <a:pt x="13659" y="21043"/>
                    <a:pt x="18256" y="18567"/>
                  </a:cubicBezTo>
                  <a:lnTo>
                    <a:pt x="18256" y="25818"/>
                  </a:lnTo>
                  <a:lnTo>
                    <a:pt x="31165" y="12732"/>
                  </a:lnTo>
                  <a:lnTo>
                    <a:pt x="18256" y="0"/>
                  </a:lnTo>
                  <a:lnTo>
                    <a:pt x="18256" y="7250"/>
                  </a:lnTo>
                  <a:cubicBezTo>
                    <a:pt x="4994" y="10787"/>
                    <a:pt x="-2787" y="24403"/>
                    <a:pt x="927" y="37665"/>
                  </a:cubicBezTo>
                  <a:cubicBezTo>
                    <a:pt x="1104" y="38196"/>
                    <a:pt x="1281" y="38726"/>
                    <a:pt x="1457" y="39257"/>
                  </a:cubicBezTo>
                  <a:lnTo>
                    <a:pt x="13305" y="39257"/>
                  </a:lnTo>
                  <a:close/>
                </a:path>
              </a:pathLst>
            </a:custGeom>
            <a:solidFill>
              <a:srgbClr val="282829">
                <a:alpha val="50000"/>
              </a:srgbClr>
            </a:solidFill>
            <a:ln w="1687"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1C28DCE3-3E3A-C4EC-EBBE-8B21DEBF39DF}"/>
                </a:ext>
              </a:extLst>
            </p:cNvPr>
            <p:cNvSpPr/>
            <p:nvPr/>
          </p:nvSpPr>
          <p:spPr>
            <a:xfrm>
              <a:off x="4330105" y="1734044"/>
              <a:ext cx="6299" cy="6299"/>
            </a:xfrm>
            <a:custGeom>
              <a:avLst/>
              <a:gdLst>
                <a:gd name="connsiteX0" fmla="*/ 3150 w 6299"/>
                <a:gd name="connsiteY0" fmla="*/ 0 h 6299"/>
                <a:gd name="connsiteX1" fmla="*/ 0 w 6299"/>
                <a:gd name="connsiteY1" fmla="*/ 3150 h 6299"/>
                <a:gd name="connsiteX2" fmla="*/ 3150 w 6299"/>
                <a:gd name="connsiteY2" fmla="*/ 6300 h 6299"/>
                <a:gd name="connsiteX3" fmla="*/ 6300 w 6299"/>
                <a:gd name="connsiteY3" fmla="*/ 3150 h 6299"/>
                <a:gd name="connsiteX4" fmla="*/ 3150 w 6299"/>
                <a:gd name="connsiteY4" fmla="*/ 0 h 6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9" h="6299">
                  <a:moveTo>
                    <a:pt x="3150" y="0"/>
                  </a:moveTo>
                  <a:cubicBezTo>
                    <a:pt x="1425" y="0"/>
                    <a:pt x="0" y="1425"/>
                    <a:pt x="0" y="3150"/>
                  </a:cubicBezTo>
                  <a:cubicBezTo>
                    <a:pt x="0" y="4875"/>
                    <a:pt x="1425" y="6300"/>
                    <a:pt x="3150" y="6300"/>
                  </a:cubicBezTo>
                  <a:cubicBezTo>
                    <a:pt x="4875" y="6300"/>
                    <a:pt x="6300" y="4875"/>
                    <a:pt x="6300" y="3150"/>
                  </a:cubicBezTo>
                  <a:cubicBezTo>
                    <a:pt x="6300" y="1425"/>
                    <a:pt x="4875" y="0"/>
                    <a:pt x="3150" y="0"/>
                  </a:cubicBezTo>
                  <a:close/>
                </a:path>
              </a:pathLst>
            </a:custGeom>
            <a:solidFill>
              <a:srgbClr val="000000">
                <a:alpha val="50000"/>
              </a:srgbClr>
            </a:solidFill>
            <a:ln w="695"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8FDA2724-DCEB-37F0-04E1-CC3520C02572}"/>
                </a:ext>
              </a:extLst>
            </p:cNvPr>
            <p:cNvSpPr/>
            <p:nvPr/>
          </p:nvSpPr>
          <p:spPr>
            <a:xfrm>
              <a:off x="4320656" y="1749268"/>
              <a:ext cx="6299" cy="6299"/>
            </a:xfrm>
            <a:custGeom>
              <a:avLst/>
              <a:gdLst>
                <a:gd name="connsiteX0" fmla="*/ 6300 w 6299"/>
                <a:gd name="connsiteY0" fmla="*/ 3150 h 6299"/>
                <a:gd name="connsiteX1" fmla="*/ 3150 w 6299"/>
                <a:gd name="connsiteY1" fmla="*/ 6300 h 6299"/>
                <a:gd name="connsiteX2" fmla="*/ 0 w 6299"/>
                <a:gd name="connsiteY2" fmla="*/ 3150 h 6299"/>
                <a:gd name="connsiteX3" fmla="*/ 3150 w 6299"/>
                <a:gd name="connsiteY3" fmla="*/ 0 h 6299"/>
                <a:gd name="connsiteX4" fmla="*/ 6300 w 6299"/>
                <a:gd name="connsiteY4" fmla="*/ 3150 h 6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9" h="6299">
                  <a:moveTo>
                    <a:pt x="6300" y="3150"/>
                  </a:moveTo>
                  <a:cubicBezTo>
                    <a:pt x="6300" y="4889"/>
                    <a:pt x="4889" y="6300"/>
                    <a:pt x="3150" y="6300"/>
                  </a:cubicBezTo>
                  <a:cubicBezTo>
                    <a:pt x="1410" y="6300"/>
                    <a:pt x="0" y="4889"/>
                    <a:pt x="0" y="3150"/>
                  </a:cubicBezTo>
                  <a:cubicBezTo>
                    <a:pt x="0" y="1410"/>
                    <a:pt x="1410" y="0"/>
                    <a:pt x="3150" y="0"/>
                  </a:cubicBezTo>
                  <a:cubicBezTo>
                    <a:pt x="4889" y="0"/>
                    <a:pt x="6300" y="1410"/>
                    <a:pt x="6300" y="3150"/>
                  </a:cubicBezTo>
                  <a:close/>
                </a:path>
              </a:pathLst>
            </a:custGeom>
            <a:solidFill>
              <a:srgbClr val="000000">
                <a:alpha val="50000"/>
              </a:srgbClr>
            </a:solidFill>
            <a:ln w="695"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574F1D28-2B10-212C-87B1-389562073479}"/>
                </a:ext>
              </a:extLst>
            </p:cNvPr>
            <p:cNvSpPr/>
            <p:nvPr/>
          </p:nvSpPr>
          <p:spPr>
            <a:xfrm>
              <a:off x="4308417" y="1723470"/>
              <a:ext cx="51018" cy="60520"/>
            </a:xfrm>
            <a:custGeom>
              <a:avLst/>
              <a:gdLst>
                <a:gd name="connsiteX0" fmla="*/ 33763 w 51018"/>
                <a:gd name="connsiteY0" fmla="*/ 14774 h 60520"/>
                <a:gd name="connsiteX1" fmla="*/ 31888 w 51018"/>
                <a:gd name="connsiteY1" fmla="*/ 15674 h 60520"/>
                <a:gd name="connsiteX2" fmla="*/ 31138 w 51018"/>
                <a:gd name="connsiteY2" fmla="*/ 17324 h 60520"/>
                <a:gd name="connsiteX3" fmla="*/ 31813 w 51018"/>
                <a:gd name="connsiteY3" fmla="*/ 19274 h 60520"/>
                <a:gd name="connsiteX4" fmla="*/ 30313 w 51018"/>
                <a:gd name="connsiteY4" fmla="*/ 20774 h 60520"/>
                <a:gd name="connsiteX5" fmla="*/ 28363 w 51018"/>
                <a:gd name="connsiteY5" fmla="*/ 20099 h 60520"/>
                <a:gd name="connsiteX6" fmla="*/ 26713 w 51018"/>
                <a:gd name="connsiteY6" fmla="*/ 20774 h 60520"/>
                <a:gd name="connsiteX7" fmla="*/ 25813 w 51018"/>
                <a:gd name="connsiteY7" fmla="*/ 22573 h 60520"/>
                <a:gd name="connsiteX8" fmla="*/ 23713 w 51018"/>
                <a:gd name="connsiteY8" fmla="*/ 22573 h 60520"/>
                <a:gd name="connsiteX9" fmla="*/ 22813 w 51018"/>
                <a:gd name="connsiteY9" fmla="*/ 20699 h 60520"/>
                <a:gd name="connsiteX10" fmla="*/ 21164 w 51018"/>
                <a:gd name="connsiteY10" fmla="*/ 20024 h 60520"/>
                <a:gd name="connsiteX11" fmla="*/ 19214 w 51018"/>
                <a:gd name="connsiteY11" fmla="*/ 20699 h 60520"/>
                <a:gd name="connsiteX12" fmla="*/ 17714 w 51018"/>
                <a:gd name="connsiteY12" fmla="*/ 19199 h 60520"/>
                <a:gd name="connsiteX13" fmla="*/ 18389 w 51018"/>
                <a:gd name="connsiteY13" fmla="*/ 17249 h 60520"/>
                <a:gd name="connsiteX14" fmla="*/ 17714 w 51018"/>
                <a:gd name="connsiteY14" fmla="*/ 15599 h 60520"/>
                <a:gd name="connsiteX15" fmla="*/ 15839 w 51018"/>
                <a:gd name="connsiteY15" fmla="*/ 14699 h 60520"/>
                <a:gd name="connsiteX16" fmla="*/ 15839 w 51018"/>
                <a:gd name="connsiteY16" fmla="*/ 12599 h 60520"/>
                <a:gd name="connsiteX17" fmla="*/ 17714 w 51018"/>
                <a:gd name="connsiteY17" fmla="*/ 11699 h 60520"/>
                <a:gd name="connsiteX18" fmla="*/ 18389 w 51018"/>
                <a:gd name="connsiteY18" fmla="*/ 10049 h 60520"/>
                <a:gd name="connsiteX19" fmla="*/ 17789 w 51018"/>
                <a:gd name="connsiteY19" fmla="*/ 8099 h 60520"/>
                <a:gd name="connsiteX20" fmla="*/ 19289 w 51018"/>
                <a:gd name="connsiteY20" fmla="*/ 6600 h 60520"/>
                <a:gd name="connsiteX21" fmla="*/ 21239 w 51018"/>
                <a:gd name="connsiteY21" fmla="*/ 7274 h 60520"/>
                <a:gd name="connsiteX22" fmla="*/ 22888 w 51018"/>
                <a:gd name="connsiteY22" fmla="*/ 6600 h 60520"/>
                <a:gd name="connsiteX23" fmla="*/ 23788 w 51018"/>
                <a:gd name="connsiteY23" fmla="*/ 4725 h 60520"/>
                <a:gd name="connsiteX24" fmla="*/ 25888 w 51018"/>
                <a:gd name="connsiteY24" fmla="*/ 4725 h 60520"/>
                <a:gd name="connsiteX25" fmla="*/ 26788 w 51018"/>
                <a:gd name="connsiteY25" fmla="*/ 6525 h 60520"/>
                <a:gd name="connsiteX26" fmla="*/ 28438 w 51018"/>
                <a:gd name="connsiteY26" fmla="*/ 7200 h 60520"/>
                <a:gd name="connsiteX27" fmla="*/ 30388 w 51018"/>
                <a:gd name="connsiteY27" fmla="*/ 6525 h 60520"/>
                <a:gd name="connsiteX28" fmla="*/ 31888 w 51018"/>
                <a:gd name="connsiteY28" fmla="*/ 8024 h 60520"/>
                <a:gd name="connsiteX29" fmla="*/ 31213 w 51018"/>
                <a:gd name="connsiteY29" fmla="*/ 9974 h 60520"/>
                <a:gd name="connsiteX30" fmla="*/ 31888 w 51018"/>
                <a:gd name="connsiteY30" fmla="*/ 11624 h 60520"/>
                <a:gd name="connsiteX31" fmla="*/ 33763 w 51018"/>
                <a:gd name="connsiteY31" fmla="*/ 12524 h 60520"/>
                <a:gd name="connsiteX32" fmla="*/ 33763 w 51018"/>
                <a:gd name="connsiteY32" fmla="*/ 14774 h 60520"/>
                <a:gd name="connsiteX33" fmla="*/ 24313 w 51018"/>
                <a:gd name="connsiteY33" fmla="*/ 29998 h 60520"/>
                <a:gd name="connsiteX34" fmla="*/ 22439 w 51018"/>
                <a:gd name="connsiteY34" fmla="*/ 30898 h 60520"/>
                <a:gd name="connsiteX35" fmla="*/ 21764 w 51018"/>
                <a:gd name="connsiteY35" fmla="*/ 32548 h 60520"/>
                <a:gd name="connsiteX36" fmla="*/ 22364 w 51018"/>
                <a:gd name="connsiteY36" fmla="*/ 34498 h 60520"/>
                <a:gd name="connsiteX37" fmla="*/ 20864 w 51018"/>
                <a:gd name="connsiteY37" fmla="*/ 35998 h 60520"/>
                <a:gd name="connsiteX38" fmla="*/ 18914 w 51018"/>
                <a:gd name="connsiteY38" fmla="*/ 35323 h 60520"/>
                <a:gd name="connsiteX39" fmla="*/ 17264 w 51018"/>
                <a:gd name="connsiteY39" fmla="*/ 35998 h 60520"/>
                <a:gd name="connsiteX40" fmla="*/ 16439 w 51018"/>
                <a:gd name="connsiteY40" fmla="*/ 37797 h 60520"/>
                <a:gd name="connsiteX41" fmla="*/ 14339 w 51018"/>
                <a:gd name="connsiteY41" fmla="*/ 37797 h 60520"/>
                <a:gd name="connsiteX42" fmla="*/ 13439 w 51018"/>
                <a:gd name="connsiteY42" fmla="*/ 35923 h 60520"/>
                <a:gd name="connsiteX43" fmla="*/ 11789 w 51018"/>
                <a:gd name="connsiteY43" fmla="*/ 35248 h 60520"/>
                <a:gd name="connsiteX44" fmla="*/ 9839 w 51018"/>
                <a:gd name="connsiteY44" fmla="*/ 35848 h 60520"/>
                <a:gd name="connsiteX45" fmla="*/ 8339 w 51018"/>
                <a:gd name="connsiteY45" fmla="*/ 34348 h 60520"/>
                <a:gd name="connsiteX46" fmla="*/ 9014 w 51018"/>
                <a:gd name="connsiteY46" fmla="*/ 32398 h 60520"/>
                <a:gd name="connsiteX47" fmla="*/ 8339 w 51018"/>
                <a:gd name="connsiteY47" fmla="*/ 30748 h 60520"/>
                <a:gd name="connsiteX48" fmla="*/ 6465 w 51018"/>
                <a:gd name="connsiteY48" fmla="*/ 29848 h 60520"/>
                <a:gd name="connsiteX49" fmla="*/ 6465 w 51018"/>
                <a:gd name="connsiteY49" fmla="*/ 27748 h 60520"/>
                <a:gd name="connsiteX50" fmla="*/ 8339 w 51018"/>
                <a:gd name="connsiteY50" fmla="*/ 26848 h 60520"/>
                <a:gd name="connsiteX51" fmla="*/ 9014 w 51018"/>
                <a:gd name="connsiteY51" fmla="*/ 25198 h 60520"/>
                <a:gd name="connsiteX52" fmla="*/ 8339 w 51018"/>
                <a:gd name="connsiteY52" fmla="*/ 23248 h 60520"/>
                <a:gd name="connsiteX53" fmla="*/ 9839 w 51018"/>
                <a:gd name="connsiteY53" fmla="*/ 21748 h 60520"/>
                <a:gd name="connsiteX54" fmla="*/ 11789 w 51018"/>
                <a:gd name="connsiteY54" fmla="*/ 22423 h 60520"/>
                <a:gd name="connsiteX55" fmla="*/ 13439 w 51018"/>
                <a:gd name="connsiteY55" fmla="*/ 21748 h 60520"/>
                <a:gd name="connsiteX56" fmla="*/ 14339 w 51018"/>
                <a:gd name="connsiteY56" fmla="*/ 19874 h 60520"/>
                <a:gd name="connsiteX57" fmla="*/ 16514 w 51018"/>
                <a:gd name="connsiteY57" fmla="*/ 19874 h 60520"/>
                <a:gd name="connsiteX58" fmla="*/ 17414 w 51018"/>
                <a:gd name="connsiteY58" fmla="*/ 21748 h 60520"/>
                <a:gd name="connsiteX59" fmla="*/ 19064 w 51018"/>
                <a:gd name="connsiteY59" fmla="*/ 22423 h 60520"/>
                <a:gd name="connsiteX60" fmla="*/ 21014 w 51018"/>
                <a:gd name="connsiteY60" fmla="*/ 21748 h 60520"/>
                <a:gd name="connsiteX61" fmla="*/ 22513 w 51018"/>
                <a:gd name="connsiteY61" fmla="*/ 23248 h 60520"/>
                <a:gd name="connsiteX62" fmla="*/ 21839 w 51018"/>
                <a:gd name="connsiteY62" fmla="*/ 25198 h 60520"/>
                <a:gd name="connsiteX63" fmla="*/ 22513 w 51018"/>
                <a:gd name="connsiteY63" fmla="*/ 26848 h 60520"/>
                <a:gd name="connsiteX64" fmla="*/ 24388 w 51018"/>
                <a:gd name="connsiteY64" fmla="*/ 27748 h 60520"/>
                <a:gd name="connsiteX65" fmla="*/ 24313 w 51018"/>
                <a:gd name="connsiteY65" fmla="*/ 29998 h 60520"/>
                <a:gd name="connsiteX66" fmla="*/ 24313 w 51018"/>
                <a:gd name="connsiteY66" fmla="*/ 29998 h 60520"/>
                <a:gd name="connsiteX67" fmla="*/ 50262 w 51018"/>
                <a:gd name="connsiteY67" fmla="*/ 32773 h 60520"/>
                <a:gd name="connsiteX68" fmla="*/ 45087 w 51018"/>
                <a:gd name="connsiteY68" fmla="*/ 23773 h 60520"/>
                <a:gd name="connsiteX69" fmla="*/ 45087 w 51018"/>
                <a:gd name="connsiteY69" fmla="*/ 23398 h 60520"/>
                <a:gd name="connsiteX70" fmla="*/ 34063 w 51018"/>
                <a:gd name="connsiteY70" fmla="*/ 3150 h 60520"/>
                <a:gd name="connsiteX71" fmla="*/ 11039 w 51018"/>
                <a:gd name="connsiteY71" fmla="*/ 3150 h 60520"/>
                <a:gd name="connsiteX72" fmla="*/ 15 w 51018"/>
                <a:gd name="connsiteY72" fmla="*/ 23398 h 60520"/>
                <a:gd name="connsiteX73" fmla="*/ 8864 w 51018"/>
                <a:gd name="connsiteY73" fmla="*/ 41547 h 60520"/>
                <a:gd name="connsiteX74" fmla="*/ 8864 w 51018"/>
                <a:gd name="connsiteY74" fmla="*/ 60521 h 60520"/>
                <a:gd name="connsiteX75" fmla="*/ 32563 w 51018"/>
                <a:gd name="connsiteY75" fmla="*/ 60521 h 60520"/>
                <a:gd name="connsiteX76" fmla="*/ 32563 w 51018"/>
                <a:gd name="connsiteY76" fmla="*/ 51521 h 60520"/>
                <a:gd name="connsiteX77" fmla="*/ 36238 w 51018"/>
                <a:gd name="connsiteY77" fmla="*/ 51521 h 60520"/>
                <a:gd name="connsiteX78" fmla="*/ 42537 w 51018"/>
                <a:gd name="connsiteY78" fmla="*/ 48897 h 60520"/>
                <a:gd name="connsiteX79" fmla="*/ 45087 w 51018"/>
                <a:gd name="connsiteY79" fmla="*/ 42522 h 60520"/>
                <a:gd name="connsiteX80" fmla="*/ 45087 w 51018"/>
                <a:gd name="connsiteY80" fmla="*/ 38022 h 60520"/>
                <a:gd name="connsiteX81" fmla="*/ 48387 w 51018"/>
                <a:gd name="connsiteY81" fmla="*/ 38022 h 60520"/>
                <a:gd name="connsiteX82" fmla="*/ 50262 w 51018"/>
                <a:gd name="connsiteY82" fmla="*/ 32773 h 6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018" h="60520">
                  <a:moveTo>
                    <a:pt x="33763" y="14774"/>
                  </a:moveTo>
                  <a:lnTo>
                    <a:pt x="31888" y="15674"/>
                  </a:lnTo>
                  <a:cubicBezTo>
                    <a:pt x="31738" y="16274"/>
                    <a:pt x="31438" y="16799"/>
                    <a:pt x="31138" y="17324"/>
                  </a:cubicBezTo>
                  <a:lnTo>
                    <a:pt x="31813" y="19274"/>
                  </a:lnTo>
                  <a:lnTo>
                    <a:pt x="30313" y="20774"/>
                  </a:lnTo>
                  <a:lnTo>
                    <a:pt x="28363" y="20099"/>
                  </a:lnTo>
                  <a:cubicBezTo>
                    <a:pt x="27838" y="20399"/>
                    <a:pt x="27313" y="20624"/>
                    <a:pt x="26713" y="20774"/>
                  </a:cubicBezTo>
                  <a:lnTo>
                    <a:pt x="25813" y="22573"/>
                  </a:lnTo>
                  <a:lnTo>
                    <a:pt x="23713" y="22573"/>
                  </a:lnTo>
                  <a:lnTo>
                    <a:pt x="22813" y="20699"/>
                  </a:lnTo>
                  <a:cubicBezTo>
                    <a:pt x="22214" y="20549"/>
                    <a:pt x="21689" y="20324"/>
                    <a:pt x="21164" y="20024"/>
                  </a:cubicBezTo>
                  <a:lnTo>
                    <a:pt x="19214" y="20699"/>
                  </a:lnTo>
                  <a:lnTo>
                    <a:pt x="17714" y="19199"/>
                  </a:lnTo>
                  <a:lnTo>
                    <a:pt x="18389" y="17249"/>
                  </a:lnTo>
                  <a:cubicBezTo>
                    <a:pt x="18089" y="16724"/>
                    <a:pt x="17864" y="16199"/>
                    <a:pt x="17714" y="15599"/>
                  </a:cubicBezTo>
                  <a:lnTo>
                    <a:pt x="15839" y="14699"/>
                  </a:lnTo>
                  <a:lnTo>
                    <a:pt x="15839" y="12599"/>
                  </a:lnTo>
                  <a:lnTo>
                    <a:pt x="17714" y="11699"/>
                  </a:lnTo>
                  <a:cubicBezTo>
                    <a:pt x="17864" y="11099"/>
                    <a:pt x="18089" y="10574"/>
                    <a:pt x="18389" y="10049"/>
                  </a:cubicBezTo>
                  <a:lnTo>
                    <a:pt x="17789" y="8099"/>
                  </a:lnTo>
                  <a:lnTo>
                    <a:pt x="19289" y="6600"/>
                  </a:lnTo>
                  <a:lnTo>
                    <a:pt x="21239" y="7274"/>
                  </a:lnTo>
                  <a:cubicBezTo>
                    <a:pt x="21764" y="6975"/>
                    <a:pt x="22289" y="6750"/>
                    <a:pt x="22888" y="6600"/>
                  </a:cubicBezTo>
                  <a:lnTo>
                    <a:pt x="23788" y="4725"/>
                  </a:lnTo>
                  <a:lnTo>
                    <a:pt x="25888" y="4725"/>
                  </a:lnTo>
                  <a:lnTo>
                    <a:pt x="26788" y="6525"/>
                  </a:lnTo>
                  <a:cubicBezTo>
                    <a:pt x="27388" y="6675"/>
                    <a:pt x="27913" y="6900"/>
                    <a:pt x="28438" y="7200"/>
                  </a:cubicBezTo>
                  <a:lnTo>
                    <a:pt x="30388" y="6525"/>
                  </a:lnTo>
                  <a:lnTo>
                    <a:pt x="31888" y="8024"/>
                  </a:lnTo>
                  <a:lnTo>
                    <a:pt x="31213" y="9974"/>
                  </a:lnTo>
                  <a:cubicBezTo>
                    <a:pt x="31513" y="10499"/>
                    <a:pt x="31738" y="11024"/>
                    <a:pt x="31888" y="11624"/>
                  </a:cubicBezTo>
                  <a:lnTo>
                    <a:pt x="33763" y="12524"/>
                  </a:lnTo>
                  <a:lnTo>
                    <a:pt x="33763" y="14774"/>
                  </a:lnTo>
                  <a:close/>
                  <a:moveTo>
                    <a:pt x="24313" y="29998"/>
                  </a:moveTo>
                  <a:lnTo>
                    <a:pt x="22439" y="30898"/>
                  </a:lnTo>
                  <a:cubicBezTo>
                    <a:pt x="22289" y="31498"/>
                    <a:pt x="22064" y="32023"/>
                    <a:pt x="21764" y="32548"/>
                  </a:cubicBezTo>
                  <a:lnTo>
                    <a:pt x="22364" y="34498"/>
                  </a:lnTo>
                  <a:lnTo>
                    <a:pt x="20864" y="35998"/>
                  </a:lnTo>
                  <a:lnTo>
                    <a:pt x="18914" y="35323"/>
                  </a:lnTo>
                  <a:cubicBezTo>
                    <a:pt x="18389" y="35623"/>
                    <a:pt x="17864" y="35848"/>
                    <a:pt x="17264" y="35998"/>
                  </a:cubicBezTo>
                  <a:lnTo>
                    <a:pt x="16439" y="37797"/>
                  </a:lnTo>
                  <a:lnTo>
                    <a:pt x="14339" y="37797"/>
                  </a:lnTo>
                  <a:lnTo>
                    <a:pt x="13439" y="35923"/>
                  </a:lnTo>
                  <a:cubicBezTo>
                    <a:pt x="12839" y="35773"/>
                    <a:pt x="12314" y="35548"/>
                    <a:pt x="11789" y="35248"/>
                  </a:cubicBezTo>
                  <a:lnTo>
                    <a:pt x="9839" y="35848"/>
                  </a:lnTo>
                  <a:lnTo>
                    <a:pt x="8339" y="34348"/>
                  </a:lnTo>
                  <a:lnTo>
                    <a:pt x="9014" y="32398"/>
                  </a:lnTo>
                  <a:cubicBezTo>
                    <a:pt x="8714" y="31873"/>
                    <a:pt x="8489" y="31348"/>
                    <a:pt x="8339" y="30748"/>
                  </a:cubicBezTo>
                  <a:lnTo>
                    <a:pt x="6465" y="29848"/>
                  </a:lnTo>
                  <a:lnTo>
                    <a:pt x="6465" y="27748"/>
                  </a:lnTo>
                  <a:lnTo>
                    <a:pt x="8339" y="26848"/>
                  </a:lnTo>
                  <a:cubicBezTo>
                    <a:pt x="8489" y="26248"/>
                    <a:pt x="8714" y="25723"/>
                    <a:pt x="9014" y="25198"/>
                  </a:cubicBezTo>
                  <a:lnTo>
                    <a:pt x="8339" y="23248"/>
                  </a:lnTo>
                  <a:lnTo>
                    <a:pt x="9839" y="21748"/>
                  </a:lnTo>
                  <a:lnTo>
                    <a:pt x="11789" y="22423"/>
                  </a:lnTo>
                  <a:cubicBezTo>
                    <a:pt x="12314" y="22123"/>
                    <a:pt x="12839" y="21898"/>
                    <a:pt x="13439" y="21748"/>
                  </a:cubicBezTo>
                  <a:lnTo>
                    <a:pt x="14339" y="19874"/>
                  </a:lnTo>
                  <a:lnTo>
                    <a:pt x="16514" y="19874"/>
                  </a:lnTo>
                  <a:lnTo>
                    <a:pt x="17414" y="21748"/>
                  </a:lnTo>
                  <a:cubicBezTo>
                    <a:pt x="18014" y="21898"/>
                    <a:pt x="18539" y="22123"/>
                    <a:pt x="19064" y="22423"/>
                  </a:cubicBezTo>
                  <a:lnTo>
                    <a:pt x="21014" y="21748"/>
                  </a:lnTo>
                  <a:lnTo>
                    <a:pt x="22513" y="23248"/>
                  </a:lnTo>
                  <a:lnTo>
                    <a:pt x="21839" y="25198"/>
                  </a:lnTo>
                  <a:cubicBezTo>
                    <a:pt x="22139" y="25723"/>
                    <a:pt x="22364" y="26248"/>
                    <a:pt x="22513" y="26848"/>
                  </a:cubicBezTo>
                  <a:lnTo>
                    <a:pt x="24388" y="27748"/>
                  </a:lnTo>
                  <a:lnTo>
                    <a:pt x="24313" y="29998"/>
                  </a:lnTo>
                  <a:lnTo>
                    <a:pt x="24313" y="29998"/>
                  </a:lnTo>
                  <a:close/>
                  <a:moveTo>
                    <a:pt x="50262" y="32773"/>
                  </a:moveTo>
                  <a:lnTo>
                    <a:pt x="45087" y="23773"/>
                  </a:lnTo>
                  <a:lnTo>
                    <a:pt x="45087" y="23398"/>
                  </a:lnTo>
                  <a:cubicBezTo>
                    <a:pt x="45387" y="15149"/>
                    <a:pt x="41187" y="7424"/>
                    <a:pt x="34063" y="3150"/>
                  </a:cubicBezTo>
                  <a:cubicBezTo>
                    <a:pt x="26938" y="-1050"/>
                    <a:pt x="18164" y="-1050"/>
                    <a:pt x="11039" y="3150"/>
                  </a:cubicBezTo>
                  <a:cubicBezTo>
                    <a:pt x="3915" y="7349"/>
                    <a:pt x="-285" y="15149"/>
                    <a:pt x="15" y="23398"/>
                  </a:cubicBezTo>
                  <a:cubicBezTo>
                    <a:pt x="15" y="30523"/>
                    <a:pt x="3240" y="37197"/>
                    <a:pt x="8864" y="41547"/>
                  </a:cubicBezTo>
                  <a:lnTo>
                    <a:pt x="8864" y="60521"/>
                  </a:lnTo>
                  <a:lnTo>
                    <a:pt x="32563" y="60521"/>
                  </a:lnTo>
                  <a:lnTo>
                    <a:pt x="32563" y="51521"/>
                  </a:lnTo>
                  <a:lnTo>
                    <a:pt x="36238" y="51521"/>
                  </a:lnTo>
                  <a:cubicBezTo>
                    <a:pt x="38637" y="51521"/>
                    <a:pt x="40887" y="50546"/>
                    <a:pt x="42537" y="48897"/>
                  </a:cubicBezTo>
                  <a:cubicBezTo>
                    <a:pt x="44187" y="47172"/>
                    <a:pt x="45087" y="44922"/>
                    <a:pt x="45087" y="42522"/>
                  </a:cubicBezTo>
                  <a:lnTo>
                    <a:pt x="45087" y="38022"/>
                  </a:lnTo>
                  <a:lnTo>
                    <a:pt x="48387" y="38022"/>
                  </a:lnTo>
                  <a:cubicBezTo>
                    <a:pt x="50337" y="37797"/>
                    <a:pt x="52061" y="35548"/>
                    <a:pt x="50262" y="32773"/>
                  </a:cubicBezTo>
                  <a:close/>
                </a:path>
              </a:pathLst>
            </a:custGeom>
            <a:solidFill>
              <a:srgbClr val="000000">
                <a:alpha val="50000"/>
              </a:srgbClr>
            </a:solidFill>
            <a:ln w="695" cap="flat">
              <a:noFill/>
              <a:prstDash val="solid"/>
              <a:miter/>
            </a:ln>
          </p:spPr>
          <p:txBody>
            <a:bodyPr rtlCol="0" anchor="ctr"/>
            <a:lstStyle/>
            <a:p>
              <a:endParaRPr lang="en-IN"/>
            </a:p>
          </p:txBody>
        </p:sp>
        <p:sp>
          <p:nvSpPr>
            <p:cNvPr id="92" name="Freeform: Shape 91">
              <a:extLst>
                <a:ext uri="{FF2B5EF4-FFF2-40B4-BE49-F238E27FC236}">
                  <a16:creationId xmlns:a16="http://schemas.microsoft.com/office/drawing/2014/main" id="{0A941C06-2D7A-C844-F8D8-17E12298572B}"/>
                </a:ext>
              </a:extLst>
            </p:cNvPr>
            <p:cNvSpPr/>
            <p:nvPr/>
          </p:nvSpPr>
          <p:spPr>
            <a:xfrm>
              <a:off x="6984224" y="2251414"/>
              <a:ext cx="26940" cy="15718"/>
            </a:xfrm>
            <a:custGeom>
              <a:avLst/>
              <a:gdLst>
                <a:gd name="connsiteX0" fmla="*/ 26941 w 26940"/>
                <a:gd name="connsiteY0" fmla="*/ 9250 h 15718"/>
                <a:gd name="connsiteX1" fmla="*/ 20472 w 26940"/>
                <a:gd name="connsiteY1" fmla="*/ 15719 h 15718"/>
                <a:gd name="connsiteX2" fmla="*/ 13994 w 26940"/>
                <a:gd name="connsiteY2" fmla="*/ 9250 h 15718"/>
                <a:gd name="connsiteX3" fmla="*/ 17608 w 26940"/>
                <a:gd name="connsiteY3" fmla="*/ 9250 h 15718"/>
                <a:gd name="connsiteX4" fmla="*/ 11259 w 26940"/>
                <a:gd name="connsiteY4" fmla="*/ 5368 h 15718"/>
                <a:gd name="connsiteX5" fmla="*/ 6578 w 26940"/>
                <a:gd name="connsiteY5" fmla="*/ 7154 h 15718"/>
                <a:gd name="connsiteX6" fmla="*/ 0 w 26940"/>
                <a:gd name="connsiteY6" fmla="*/ 7154 h 15718"/>
                <a:gd name="connsiteX7" fmla="*/ 16576 w 26940"/>
                <a:gd name="connsiteY7" fmla="*/ 1189 h 15718"/>
                <a:gd name="connsiteX8" fmla="*/ 23307 w 26940"/>
                <a:gd name="connsiteY8" fmla="*/ 9250 h 15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0" h="15718">
                  <a:moveTo>
                    <a:pt x="26941" y="9250"/>
                  </a:moveTo>
                  <a:lnTo>
                    <a:pt x="20472" y="15719"/>
                  </a:lnTo>
                  <a:lnTo>
                    <a:pt x="13994" y="9250"/>
                  </a:lnTo>
                  <a:lnTo>
                    <a:pt x="17608" y="9250"/>
                  </a:lnTo>
                  <a:cubicBezTo>
                    <a:pt x="16385" y="6870"/>
                    <a:pt x="13936" y="5371"/>
                    <a:pt x="11259" y="5368"/>
                  </a:cubicBezTo>
                  <a:cubicBezTo>
                    <a:pt x="9533" y="5369"/>
                    <a:pt x="7867" y="6005"/>
                    <a:pt x="6578" y="7154"/>
                  </a:cubicBezTo>
                  <a:lnTo>
                    <a:pt x="0" y="7154"/>
                  </a:lnTo>
                  <a:cubicBezTo>
                    <a:pt x="2930" y="930"/>
                    <a:pt x="10352" y="-1741"/>
                    <a:pt x="16576" y="1189"/>
                  </a:cubicBezTo>
                  <a:cubicBezTo>
                    <a:pt x="19898" y="2753"/>
                    <a:pt x="22361" y="5703"/>
                    <a:pt x="23307" y="9250"/>
                  </a:cubicBezTo>
                  <a:close/>
                </a:path>
              </a:pathLst>
            </a:custGeom>
            <a:solidFill>
              <a:srgbClr val="000000">
                <a:alpha val="50000"/>
              </a:srgbClr>
            </a:solidFill>
            <a:ln w="992"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C2CA4A26-42DE-05A2-707C-F7AAF66ED378}"/>
                </a:ext>
              </a:extLst>
            </p:cNvPr>
            <p:cNvSpPr/>
            <p:nvPr/>
          </p:nvSpPr>
          <p:spPr>
            <a:xfrm>
              <a:off x="6979842" y="2260664"/>
              <a:ext cx="26940" cy="15721"/>
            </a:xfrm>
            <a:custGeom>
              <a:avLst/>
              <a:gdLst>
                <a:gd name="connsiteX0" fmla="*/ 0 w 26940"/>
                <a:gd name="connsiteY0" fmla="*/ 6468 h 15721"/>
                <a:gd name="connsiteX1" fmla="*/ 6478 w 26940"/>
                <a:gd name="connsiteY1" fmla="*/ 0 h 15721"/>
                <a:gd name="connsiteX2" fmla="*/ 12946 w 26940"/>
                <a:gd name="connsiteY2" fmla="*/ 6468 h 15721"/>
                <a:gd name="connsiteX3" fmla="*/ 9303 w 26940"/>
                <a:gd name="connsiteY3" fmla="*/ 6468 h 15721"/>
                <a:gd name="connsiteX4" fmla="*/ 15641 w 26940"/>
                <a:gd name="connsiteY4" fmla="*/ 10351 h 15721"/>
                <a:gd name="connsiteX5" fmla="*/ 20333 w 26940"/>
                <a:gd name="connsiteY5" fmla="*/ 8564 h 15721"/>
                <a:gd name="connsiteX6" fmla="*/ 26941 w 26940"/>
                <a:gd name="connsiteY6" fmla="*/ 8564 h 15721"/>
                <a:gd name="connsiteX7" fmla="*/ 10333 w 26940"/>
                <a:gd name="connsiteY7" fmla="*/ 14526 h 15721"/>
                <a:gd name="connsiteX8" fmla="*/ 3603 w 26940"/>
                <a:gd name="connsiteY8" fmla="*/ 6468 h 15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0" h="15721">
                  <a:moveTo>
                    <a:pt x="0" y="6468"/>
                  </a:moveTo>
                  <a:lnTo>
                    <a:pt x="6478" y="0"/>
                  </a:lnTo>
                  <a:lnTo>
                    <a:pt x="12946" y="6468"/>
                  </a:lnTo>
                  <a:lnTo>
                    <a:pt x="9303" y="6468"/>
                  </a:lnTo>
                  <a:cubicBezTo>
                    <a:pt x="10522" y="8847"/>
                    <a:pt x="12968" y="10346"/>
                    <a:pt x="15641" y="10351"/>
                  </a:cubicBezTo>
                  <a:cubicBezTo>
                    <a:pt x="17371" y="10351"/>
                    <a:pt x="19041" y="9715"/>
                    <a:pt x="20333" y="8564"/>
                  </a:cubicBezTo>
                  <a:lnTo>
                    <a:pt x="26941" y="8564"/>
                  </a:lnTo>
                  <a:cubicBezTo>
                    <a:pt x="24001" y="14797"/>
                    <a:pt x="16565" y="17466"/>
                    <a:pt x="10333" y="14526"/>
                  </a:cubicBezTo>
                  <a:cubicBezTo>
                    <a:pt x="7014" y="12960"/>
                    <a:pt x="4552" y="10013"/>
                    <a:pt x="3603" y="6468"/>
                  </a:cubicBezTo>
                  <a:close/>
                </a:path>
              </a:pathLst>
            </a:custGeom>
            <a:solidFill>
              <a:srgbClr val="000000">
                <a:alpha val="50000"/>
              </a:srgbClr>
            </a:solidFill>
            <a:ln w="992" cap="flat">
              <a:noFill/>
              <a:prstDash val="solid"/>
              <a:miter/>
            </a:ln>
          </p:spPr>
          <p:txBody>
            <a:bodyPr rtlCol="0" anchor="ctr"/>
            <a:lstStyle/>
            <a:p>
              <a:endParaRPr lang="en-IN"/>
            </a:p>
          </p:txBody>
        </p:sp>
        <p:sp>
          <p:nvSpPr>
            <p:cNvPr id="94" name="Freeform: Shape 93">
              <a:extLst>
                <a:ext uri="{FF2B5EF4-FFF2-40B4-BE49-F238E27FC236}">
                  <a16:creationId xmlns:a16="http://schemas.microsoft.com/office/drawing/2014/main" id="{15FF43E8-ECBA-74D9-606E-A728AFCC12F5}"/>
                </a:ext>
              </a:extLst>
            </p:cNvPr>
            <p:cNvSpPr/>
            <p:nvPr/>
          </p:nvSpPr>
          <p:spPr>
            <a:xfrm>
              <a:off x="6949761" y="2231471"/>
              <a:ext cx="91816" cy="55883"/>
            </a:xfrm>
            <a:custGeom>
              <a:avLst/>
              <a:gdLst>
                <a:gd name="connsiteX0" fmla="*/ 76575 w 91816"/>
                <a:gd name="connsiteY0" fmla="*/ 55884 h 55883"/>
                <a:gd name="connsiteX1" fmla="*/ 91812 w 91816"/>
                <a:gd name="connsiteY1" fmla="*/ 39907 h 55883"/>
                <a:gd name="connsiteX2" fmla="*/ 78471 w 91816"/>
                <a:gd name="connsiteY2" fmla="*/ 24831 h 55883"/>
                <a:gd name="connsiteX3" fmla="*/ 71005 w 91816"/>
                <a:gd name="connsiteY3" fmla="*/ 12653 h 55883"/>
                <a:gd name="connsiteX4" fmla="*/ 56761 w 91816"/>
                <a:gd name="connsiteY4" fmla="*/ 9659 h 55883"/>
                <a:gd name="connsiteX5" fmla="*/ 34063 w 91816"/>
                <a:gd name="connsiteY5" fmla="*/ 585 h 55883"/>
                <a:gd name="connsiteX6" fmla="*/ 17952 w 91816"/>
                <a:gd name="connsiteY6" fmla="*/ 18552 h 55883"/>
                <a:gd name="connsiteX7" fmla="*/ 3619 w 91816"/>
                <a:gd name="connsiteY7" fmla="*/ 25989 h 55883"/>
                <a:gd name="connsiteX8" fmla="*/ 1702 w 91816"/>
                <a:gd name="connsiteY8" fmla="*/ 45114 h 55883"/>
                <a:gd name="connsiteX9" fmla="*/ 17413 w 91816"/>
                <a:gd name="connsiteY9" fmla="*/ 55774 h 55883"/>
                <a:gd name="connsiteX10" fmla="*/ 17683 w 91816"/>
                <a:gd name="connsiteY10" fmla="*/ 49575 h 55883"/>
                <a:gd name="connsiteX11" fmla="*/ 7232 w 91816"/>
                <a:gd name="connsiteY11" fmla="*/ 42478 h 55883"/>
                <a:gd name="connsiteX12" fmla="*/ 8500 w 91816"/>
                <a:gd name="connsiteY12" fmla="*/ 29732 h 55883"/>
                <a:gd name="connsiteX13" fmla="*/ 20238 w 91816"/>
                <a:gd name="connsiteY13" fmla="*/ 24941 h 55883"/>
                <a:gd name="connsiteX14" fmla="*/ 23782 w 91816"/>
                <a:gd name="connsiteY14" fmla="*/ 25530 h 55883"/>
                <a:gd name="connsiteX15" fmla="*/ 23782 w 91816"/>
                <a:gd name="connsiteY15" fmla="*/ 21617 h 55883"/>
                <a:gd name="connsiteX16" fmla="*/ 35470 w 91816"/>
                <a:gd name="connsiteY16" fmla="*/ 6644 h 55883"/>
                <a:gd name="connsiteX17" fmla="*/ 52599 w 91816"/>
                <a:gd name="connsiteY17" fmla="*/ 14630 h 55883"/>
                <a:gd name="connsiteX18" fmla="*/ 53807 w 91816"/>
                <a:gd name="connsiteY18" fmla="*/ 17035 h 55883"/>
                <a:gd name="connsiteX19" fmla="*/ 56312 w 91816"/>
                <a:gd name="connsiteY19" fmla="*/ 16147 h 55883"/>
                <a:gd name="connsiteX20" fmla="*/ 67461 w 91816"/>
                <a:gd name="connsiteY20" fmla="*/ 17704 h 55883"/>
                <a:gd name="connsiteX21" fmla="*/ 72602 w 91816"/>
                <a:gd name="connsiteY21" fmla="*/ 27815 h 55883"/>
                <a:gd name="connsiteX22" fmla="*/ 72602 w 91816"/>
                <a:gd name="connsiteY22" fmla="*/ 30930 h 55883"/>
                <a:gd name="connsiteX23" fmla="*/ 76675 w 91816"/>
                <a:gd name="connsiteY23" fmla="*/ 30930 h 55883"/>
                <a:gd name="connsiteX24" fmla="*/ 85689 w 91816"/>
                <a:gd name="connsiteY24" fmla="*/ 40647 h 55883"/>
                <a:gd name="connsiteX25" fmla="*/ 76575 w 91816"/>
                <a:gd name="connsiteY25" fmla="*/ 49665 h 5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1816" h="55883">
                  <a:moveTo>
                    <a:pt x="76575" y="55884"/>
                  </a:moveTo>
                  <a:cubicBezTo>
                    <a:pt x="85194" y="55680"/>
                    <a:pt x="92016" y="48527"/>
                    <a:pt x="91812" y="39907"/>
                  </a:cubicBezTo>
                  <a:cubicBezTo>
                    <a:pt x="91632" y="32303"/>
                    <a:pt x="85998" y="25935"/>
                    <a:pt x="78471" y="24831"/>
                  </a:cubicBezTo>
                  <a:cubicBezTo>
                    <a:pt x="77676" y="19949"/>
                    <a:pt x="74995" y="15576"/>
                    <a:pt x="71005" y="12653"/>
                  </a:cubicBezTo>
                  <a:cubicBezTo>
                    <a:pt x="66876" y="9727"/>
                    <a:pt x="61719" y="8643"/>
                    <a:pt x="56761" y="9659"/>
                  </a:cubicBezTo>
                  <a:cubicBezTo>
                    <a:pt x="51884" y="2128"/>
                    <a:pt x="42787" y="-1508"/>
                    <a:pt x="34063" y="585"/>
                  </a:cubicBezTo>
                  <a:cubicBezTo>
                    <a:pt x="25559" y="2775"/>
                    <a:pt x="19206" y="9861"/>
                    <a:pt x="17952" y="18552"/>
                  </a:cubicBezTo>
                  <a:cubicBezTo>
                    <a:pt x="12288" y="18704"/>
                    <a:pt x="7005" y="21445"/>
                    <a:pt x="3619" y="25989"/>
                  </a:cubicBezTo>
                  <a:cubicBezTo>
                    <a:pt x="-394" y="31562"/>
                    <a:pt x="-1124" y="38854"/>
                    <a:pt x="1702" y="45114"/>
                  </a:cubicBezTo>
                  <a:cubicBezTo>
                    <a:pt x="4584" y="51283"/>
                    <a:pt x="10616" y="55376"/>
                    <a:pt x="17413" y="55774"/>
                  </a:cubicBezTo>
                  <a:close/>
                  <a:moveTo>
                    <a:pt x="17683" y="49575"/>
                  </a:moveTo>
                  <a:cubicBezTo>
                    <a:pt x="13166" y="49291"/>
                    <a:pt x="9162" y="46572"/>
                    <a:pt x="7232" y="42478"/>
                  </a:cubicBezTo>
                  <a:cubicBezTo>
                    <a:pt x="5359" y="38306"/>
                    <a:pt x="5842" y="33453"/>
                    <a:pt x="8500" y="29732"/>
                  </a:cubicBezTo>
                  <a:cubicBezTo>
                    <a:pt x="11217" y="26076"/>
                    <a:pt x="15739" y="24231"/>
                    <a:pt x="20238" y="24941"/>
                  </a:cubicBezTo>
                  <a:lnTo>
                    <a:pt x="23782" y="25530"/>
                  </a:lnTo>
                  <a:lnTo>
                    <a:pt x="23782" y="21617"/>
                  </a:lnTo>
                  <a:cubicBezTo>
                    <a:pt x="23816" y="14547"/>
                    <a:pt x="28621" y="8393"/>
                    <a:pt x="35470" y="6644"/>
                  </a:cubicBezTo>
                  <a:cubicBezTo>
                    <a:pt x="42343" y="4987"/>
                    <a:pt x="49449" y="8300"/>
                    <a:pt x="52599" y="14630"/>
                  </a:cubicBezTo>
                  <a:lnTo>
                    <a:pt x="53807" y="17035"/>
                  </a:lnTo>
                  <a:lnTo>
                    <a:pt x="56312" y="16147"/>
                  </a:lnTo>
                  <a:cubicBezTo>
                    <a:pt x="60061" y="14822"/>
                    <a:pt x="64219" y="15403"/>
                    <a:pt x="67461" y="17704"/>
                  </a:cubicBezTo>
                  <a:cubicBezTo>
                    <a:pt x="70685" y="20065"/>
                    <a:pt x="72594" y="23819"/>
                    <a:pt x="72602" y="27815"/>
                  </a:cubicBezTo>
                  <a:lnTo>
                    <a:pt x="72602" y="30930"/>
                  </a:lnTo>
                  <a:lnTo>
                    <a:pt x="76675" y="30930"/>
                  </a:lnTo>
                  <a:cubicBezTo>
                    <a:pt x="81847" y="31124"/>
                    <a:pt x="85883" y="35475"/>
                    <a:pt x="85689" y="40647"/>
                  </a:cubicBezTo>
                  <a:cubicBezTo>
                    <a:pt x="85504" y="45586"/>
                    <a:pt x="81515" y="49532"/>
                    <a:pt x="76575" y="49665"/>
                  </a:cubicBezTo>
                  <a:close/>
                </a:path>
              </a:pathLst>
            </a:custGeom>
            <a:solidFill>
              <a:srgbClr val="000000">
                <a:alpha val="50000"/>
              </a:srgbClr>
            </a:solidFill>
            <a:ln w="992" cap="flat">
              <a:noFill/>
              <a:prstDash val="solid"/>
              <a:miter/>
            </a:ln>
          </p:spPr>
          <p:txBody>
            <a:bodyPr rtlCol="0" anchor="ctr"/>
            <a:lstStyle/>
            <a:p>
              <a:endParaRPr lang="en-IN"/>
            </a:p>
          </p:txBody>
        </p:sp>
        <p:sp>
          <p:nvSpPr>
            <p:cNvPr id="95" name="Freeform: Shape 94">
              <a:extLst>
                <a:ext uri="{FF2B5EF4-FFF2-40B4-BE49-F238E27FC236}">
                  <a16:creationId xmlns:a16="http://schemas.microsoft.com/office/drawing/2014/main" id="{48F8027C-7F11-F869-5E61-6C541BB86199}"/>
                </a:ext>
              </a:extLst>
            </p:cNvPr>
            <p:cNvSpPr/>
            <p:nvPr/>
          </p:nvSpPr>
          <p:spPr>
            <a:xfrm>
              <a:off x="4979734" y="1775169"/>
              <a:ext cx="73864" cy="67875"/>
            </a:xfrm>
            <a:custGeom>
              <a:avLst/>
              <a:gdLst>
                <a:gd name="connsiteX0" fmla="*/ 22958 w 73864"/>
                <a:gd name="connsiteY0" fmla="*/ 22958 h 67875"/>
                <a:gd name="connsiteX1" fmla="*/ 11978 w 73864"/>
                <a:gd name="connsiteY1" fmla="*/ 22958 h 67875"/>
                <a:gd name="connsiteX2" fmla="*/ 11978 w 73864"/>
                <a:gd name="connsiteY2" fmla="*/ 15971 h 67875"/>
                <a:gd name="connsiteX3" fmla="*/ 22958 w 73864"/>
                <a:gd name="connsiteY3" fmla="*/ 15971 h 67875"/>
                <a:gd name="connsiteX4" fmla="*/ 22958 w 73864"/>
                <a:gd name="connsiteY4" fmla="*/ 22958 h 67875"/>
                <a:gd name="connsiteX5" fmla="*/ 37930 w 73864"/>
                <a:gd name="connsiteY5" fmla="*/ 15971 h 67875"/>
                <a:gd name="connsiteX6" fmla="*/ 37930 w 73864"/>
                <a:gd name="connsiteY6" fmla="*/ 22958 h 67875"/>
                <a:gd name="connsiteX7" fmla="*/ 26951 w 73864"/>
                <a:gd name="connsiteY7" fmla="*/ 22958 h 67875"/>
                <a:gd name="connsiteX8" fmla="*/ 26951 w 73864"/>
                <a:gd name="connsiteY8" fmla="*/ 15971 h 67875"/>
                <a:gd name="connsiteX9" fmla="*/ 37930 w 73864"/>
                <a:gd name="connsiteY9" fmla="*/ 15971 h 67875"/>
                <a:gd name="connsiteX10" fmla="*/ 52903 w 73864"/>
                <a:gd name="connsiteY10" fmla="*/ 15971 h 67875"/>
                <a:gd name="connsiteX11" fmla="*/ 52903 w 73864"/>
                <a:gd name="connsiteY11" fmla="*/ 22958 h 67875"/>
                <a:gd name="connsiteX12" fmla="*/ 41923 w 73864"/>
                <a:gd name="connsiteY12" fmla="*/ 22958 h 67875"/>
                <a:gd name="connsiteX13" fmla="*/ 41923 w 73864"/>
                <a:gd name="connsiteY13" fmla="*/ 15971 h 67875"/>
                <a:gd name="connsiteX14" fmla="*/ 52903 w 73864"/>
                <a:gd name="connsiteY14" fmla="*/ 15971 h 67875"/>
                <a:gd name="connsiteX15" fmla="*/ 67875 w 73864"/>
                <a:gd name="connsiteY15" fmla="*/ 15971 h 67875"/>
                <a:gd name="connsiteX16" fmla="*/ 67875 w 73864"/>
                <a:gd name="connsiteY16" fmla="*/ 22958 h 67875"/>
                <a:gd name="connsiteX17" fmla="*/ 56896 w 73864"/>
                <a:gd name="connsiteY17" fmla="*/ 22958 h 67875"/>
                <a:gd name="connsiteX18" fmla="*/ 56896 w 73864"/>
                <a:gd name="connsiteY18" fmla="*/ 15971 h 67875"/>
                <a:gd name="connsiteX19" fmla="*/ 67875 w 73864"/>
                <a:gd name="connsiteY19" fmla="*/ 15971 h 67875"/>
                <a:gd name="connsiteX20" fmla="*/ 67875 w 73864"/>
                <a:gd name="connsiteY20" fmla="*/ 33938 h 67875"/>
                <a:gd name="connsiteX21" fmla="*/ 56896 w 73864"/>
                <a:gd name="connsiteY21" fmla="*/ 33938 h 67875"/>
                <a:gd name="connsiteX22" fmla="*/ 56896 w 73864"/>
                <a:gd name="connsiteY22" fmla="*/ 26951 h 67875"/>
                <a:gd name="connsiteX23" fmla="*/ 67875 w 73864"/>
                <a:gd name="connsiteY23" fmla="*/ 26951 h 67875"/>
                <a:gd name="connsiteX24" fmla="*/ 67875 w 73864"/>
                <a:gd name="connsiteY24" fmla="*/ 33938 h 67875"/>
                <a:gd name="connsiteX25" fmla="*/ 67875 w 73864"/>
                <a:gd name="connsiteY25" fmla="*/ 42422 h 67875"/>
                <a:gd name="connsiteX26" fmla="*/ 56896 w 73864"/>
                <a:gd name="connsiteY26" fmla="*/ 43420 h 67875"/>
                <a:gd name="connsiteX27" fmla="*/ 56896 w 73864"/>
                <a:gd name="connsiteY27" fmla="*/ 37930 h 67875"/>
                <a:gd name="connsiteX28" fmla="*/ 67875 w 73864"/>
                <a:gd name="connsiteY28" fmla="*/ 37930 h 67875"/>
                <a:gd name="connsiteX29" fmla="*/ 67875 w 73864"/>
                <a:gd name="connsiteY29" fmla="*/ 42422 h 67875"/>
                <a:gd name="connsiteX30" fmla="*/ 22958 w 73864"/>
                <a:gd name="connsiteY30" fmla="*/ 37930 h 67875"/>
                <a:gd name="connsiteX31" fmla="*/ 22958 w 73864"/>
                <a:gd name="connsiteY31" fmla="*/ 46415 h 67875"/>
                <a:gd name="connsiteX32" fmla="*/ 11978 w 73864"/>
                <a:gd name="connsiteY32" fmla="*/ 47413 h 67875"/>
                <a:gd name="connsiteX33" fmla="*/ 11978 w 73864"/>
                <a:gd name="connsiteY33" fmla="*/ 37930 h 67875"/>
                <a:gd name="connsiteX34" fmla="*/ 22958 w 73864"/>
                <a:gd name="connsiteY34" fmla="*/ 37930 h 67875"/>
                <a:gd name="connsiteX35" fmla="*/ 22958 w 73864"/>
                <a:gd name="connsiteY35" fmla="*/ 33938 h 67875"/>
                <a:gd name="connsiteX36" fmla="*/ 11978 w 73864"/>
                <a:gd name="connsiteY36" fmla="*/ 33938 h 67875"/>
                <a:gd name="connsiteX37" fmla="*/ 11978 w 73864"/>
                <a:gd name="connsiteY37" fmla="*/ 26951 h 67875"/>
                <a:gd name="connsiteX38" fmla="*/ 22958 w 73864"/>
                <a:gd name="connsiteY38" fmla="*/ 26951 h 67875"/>
                <a:gd name="connsiteX39" fmla="*/ 22958 w 73864"/>
                <a:gd name="connsiteY39" fmla="*/ 33938 h 67875"/>
                <a:gd name="connsiteX40" fmla="*/ 37930 w 73864"/>
                <a:gd name="connsiteY40" fmla="*/ 33938 h 67875"/>
                <a:gd name="connsiteX41" fmla="*/ 26951 w 73864"/>
                <a:gd name="connsiteY41" fmla="*/ 33938 h 67875"/>
                <a:gd name="connsiteX42" fmla="*/ 26951 w 73864"/>
                <a:gd name="connsiteY42" fmla="*/ 26951 h 67875"/>
                <a:gd name="connsiteX43" fmla="*/ 37930 w 73864"/>
                <a:gd name="connsiteY43" fmla="*/ 26951 h 67875"/>
                <a:gd name="connsiteX44" fmla="*/ 37930 w 73864"/>
                <a:gd name="connsiteY44" fmla="*/ 33938 h 67875"/>
                <a:gd name="connsiteX45" fmla="*/ 41923 w 73864"/>
                <a:gd name="connsiteY45" fmla="*/ 33938 h 67875"/>
                <a:gd name="connsiteX46" fmla="*/ 41923 w 73864"/>
                <a:gd name="connsiteY46" fmla="*/ 26951 h 67875"/>
                <a:gd name="connsiteX47" fmla="*/ 52903 w 73864"/>
                <a:gd name="connsiteY47" fmla="*/ 26951 h 67875"/>
                <a:gd name="connsiteX48" fmla="*/ 52903 w 73864"/>
                <a:gd name="connsiteY48" fmla="*/ 33938 h 67875"/>
                <a:gd name="connsiteX49" fmla="*/ 41923 w 73864"/>
                <a:gd name="connsiteY49" fmla="*/ 33938 h 67875"/>
                <a:gd name="connsiteX50" fmla="*/ 37930 w 73864"/>
                <a:gd name="connsiteY50" fmla="*/ 45117 h 67875"/>
                <a:gd name="connsiteX51" fmla="*/ 26951 w 73864"/>
                <a:gd name="connsiteY51" fmla="*/ 46115 h 67875"/>
                <a:gd name="connsiteX52" fmla="*/ 26951 w 73864"/>
                <a:gd name="connsiteY52" fmla="*/ 37930 h 67875"/>
                <a:gd name="connsiteX53" fmla="*/ 37930 w 73864"/>
                <a:gd name="connsiteY53" fmla="*/ 37930 h 67875"/>
                <a:gd name="connsiteX54" fmla="*/ 37930 w 73864"/>
                <a:gd name="connsiteY54" fmla="*/ 45117 h 67875"/>
                <a:gd name="connsiteX55" fmla="*/ 41923 w 73864"/>
                <a:gd name="connsiteY55" fmla="*/ 37930 h 67875"/>
                <a:gd name="connsiteX56" fmla="*/ 52903 w 73864"/>
                <a:gd name="connsiteY56" fmla="*/ 37930 h 67875"/>
                <a:gd name="connsiteX57" fmla="*/ 52903 w 73864"/>
                <a:gd name="connsiteY57" fmla="*/ 43720 h 67875"/>
                <a:gd name="connsiteX58" fmla="*/ 41923 w 73864"/>
                <a:gd name="connsiteY58" fmla="*/ 44718 h 67875"/>
                <a:gd name="connsiteX59" fmla="*/ 41923 w 73864"/>
                <a:gd name="connsiteY59" fmla="*/ 37930 h 67875"/>
                <a:gd name="connsiteX60" fmla="*/ 73864 w 73864"/>
                <a:gd name="connsiteY60" fmla="*/ 47912 h 67875"/>
                <a:gd name="connsiteX61" fmla="*/ 73864 w 73864"/>
                <a:gd name="connsiteY61" fmla="*/ 9982 h 67875"/>
                <a:gd name="connsiteX62" fmla="*/ 11978 w 73864"/>
                <a:gd name="connsiteY62" fmla="*/ 9982 h 67875"/>
                <a:gd name="connsiteX63" fmla="*/ 11978 w 73864"/>
                <a:gd name="connsiteY63" fmla="*/ 8984 h 67875"/>
                <a:gd name="connsiteX64" fmla="*/ 2995 w 73864"/>
                <a:gd name="connsiteY64" fmla="*/ 0 h 67875"/>
                <a:gd name="connsiteX65" fmla="*/ 0 w 73864"/>
                <a:gd name="connsiteY65" fmla="*/ 2995 h 67875"/>
                <a:gd name="connsiteX66" fmla="*/ 2995 w 73864"/>
                <a:gd name="connsiteY66" fmla="*/ 5989 h 67875"/>
                <a:gd name="connsiteX67" fmla="*/ 5989 w 73864"/>
                <a:gd name="connsiteY67" fmla="*/ 8984 h 67875"/>
                <a:gd name="connsiteX68" fmla="*/ 5989 w 73864"/>
                <a:gd name="connsiteY68" fmla="*/ 58892 h 67875"/>
                <a:gd name="connsiteX69" fmla="*/ 14973 w 73864"/>
                <a:gd name="connsiteY69" fmla="*/ 67875 h 67875"/>
                <a:gd name="connsiteX70" fmla="*/ 17967 w 73864"/>
                <a:gd name="connsiteY70" fmla="*/ 67875 h 67875"/>
                <a:gd name="connsiteX71" fmla="*/ 61886 w 73864"/>
                <a:gd name="connsiteY71" fmla="*/ 67875 h 67875"/>
                <a:gd name="connsiteX72" fmla="*/ 70870 w 73864"/>
                <a:gd name="connsiteY72" fmla="*/ 67875 h 67875"/>
                <a:gd name="connsiteX73" fmla="*/ 73864 w 73864"/>
                <a:gd name="connsiteY73" fmla="*/ 64881 h 67875"/>
                <a:gd name="connsiteX74" fmla="*/ 70870 w 73864"/>
                <a:gd name="connsiteY74" fmla="*/ 61886 h 67875"/>
                <a:gd name="connsiteX75" fmla="*/ 14973 w 73864"/>
                <a:gd name="connsiteY75" fmla="*/ 61886 h 67875"/>
                <a:gd name="connsiteX76" fmla="*/ 11978 w 73864"/>
                <a:gd name="connsiteY76" fmla="*/ 58892 h 67875"/>
                <a:gd name="connsiteX77" fmla="*/ 11978 w 73864"/>
                <a:gd name="connsiteY77" fmla="*/ 53402 h 67875"/>
                <a:gd name="connsiteX78" fmla="*/ 73864 w 73864"/>
                <a:gd name="connsiteY78" fmla="*/ 47912 h 6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3864" h="67875">
                  <a:moveTo>
                    <a:pt x="22958" y="22958"/>
                  </a:moveTo>
                  <a:lnTo>
                    <a:pt x="11978" y="22958"/>
                  </a:lnTo>
                  <a:lnTo>
                    <a:pt x="11978" y="15971"/>
                  </a:lnTo>
                  <a:lnTo>
                    <a:pt x="22958" y="15971"/>
                  </a:lnTo>
                  <a:lnTo>
                    <a:pt x="22958" y="22958"/>
                  </a:lnTo>
                  <a:close/>
                  <a:moveTo>
                    <a:pt x="37930" y="15971"/>
                  </a:moveTo>
                  <a:lnTo>
                    <a:pt x="37930" y="22958"/>
                  </a:lnTo>
                  <a:lnTo>
                    <a:pt x="26951" y="22958"/>
                  </a:lnTo>
                  <a:lnTo>
                    <a:pt x="26951" y="15971"/>
                  </a:lnTo>
                  <a:lnTo>
                    <a:pt x="37930" y="15971"/>
                  </a:lnTo>
                  <a:close/>
                  <a:moveTo>
                    <a:pt x="52903" y="15971"/>
                  </a:moveTo>
                  <a:lnTo>
                    <a:pt x="52903" y="22958"/>
                  </a:lnTo>
                  <a:lnTo>
                    <a:pt x="41923" y="22958"/>
                  </a:lnTo>
                  <a:lnTo>
                    <a:pt x="41923" y="15971"/>
                  </a:lnTo>
                  <a:lnTo>
                    <a:pt x="52903" y="15971"/>
                  </a:lnTo>
                  <a:close/>
                  <a:moveTo>
                    <a:pt x="67875" y="15971"/>
                  </a:moveTo>
                  <a:lnTo>
                    <a:pt x="67875" y="22958"/>
                  </a:lnTo>
                  <a:lnTo>
                    <a:pt x="56896" y="22958"/>
                  </a:lnTo>
                  <a:lnTo>
                    <a:pt x="56896" y="15971"/>
                  </a:lnTo>
                  <a:lnTo>
                    <a:pt x="67875" y="15971"/>
                  </a:lnTo>
                  <a:close/>
                  <a:moveTo>
                    <a:pt x="67875" y="33938"/>
                  </a:moveTo>
                  <a:lnTo>
                    <a:pt x="56896" y="33938"/>
                  </a:lnTo>
                  <a:lnTo>
                    <a:pt x="56896" y="26951"/>
                  </a:lnTo>
                  <a:lnTo>
                    <a:pt x="67875" y="26951"/>
                  </a:lnTo>
                  <a:lnTo>
                    <a:pt x="67875" y="33938"/>
                  </a:lnTo>
                  <a:close/>
                  <a:moveTo>
                    <a:pt x="67875" y="42422"/>
                  </a:moveTo>
                  <a:lnTo>
                    <a:pt x="56896" y="43420"/>
                  </a:lnTo>
                  <a:lnTo>
                    <a:pt x="56896" y="37930"/>
                  </a:lnTo>
                  <a:lnTo>
                    <a:pt x="67875" y="37930"/>
                  </a:lnTo>
                  <a:lnTo>
                    <a:pt x="67875" y="42422"/>
                  </a:lnTo>
                  <a:close/>
                  <a:moveTo>
                    <a:pt x="22958" y="37930"/>
                  </a:moveTo>
                  <a:lnTo>
                    <a:pt x="22958" y="46415"/>
                  </a:lnTo>
                  <a:lnTo>
                    <a:pt x="11978" y="47413"/>
                  </a:lnTo>
                  <a:lnTo>
                    <a:pt x="11978" y="37930"/>
                  </a:lnTo>
                  <a:lnTo>
                    <a:pt x="22958" y="37930"/>
                  </a:lnTo>
                  <a:close/>
                  <a:moveTo>
                    <a:pt x="22958" y="33938"/>
                  </a:moveTo>
                  <a:lnTo>
                    <a:pt x="11978" y="33938"/>
                  </a:lnTo>
                  <a:lnTo>
                    <a:pt x="11978" y="26951"/>
                  </a:lnTo>
                  <a:lnTo>
                    <a:pt x="22958" y="26951"/>
                  </a:lnTo>
                  <a:lnTo>
                    <a:pt x="22958" y="33938"/>
                  </a:lnTo>
                  <a:close/>
                  <a:moveTo>
                    <a:pt x="37930" y="33938"/>
                  </a:moveTo>
                  <a:lnTo>
                    <a:pt x="26951" y="33938"/>
                  </a:lnTo>
                  <a:lnTo>
                    <a:pt x="26951" y="26951"/>
                  </a:lnTo>
                  <a:lnTo>
                    <a:pt x="37930" y="26951"/>
                  </a:lnTo>
                  <a:lnTo>
                    <a:pt x="37930" y="33938"/>
                  </a:lnTo>
                  <a:close/>
                  <a:moveTo>
                    <a:pt x="41923" y="33938"/>
                  </a:moveTo>
                  <a:lnTo>
                    <a:pt x="41923" y="26951"/>
                  </a:lnTo>
                  <a:lnTo>
                    <a:pt x="52903" y="26951"/>
                  </a:lnTo>
                  <a:lnTo>
                    <a:pt x="52903" y="33938"/>
                  </a:lnTo>
                  <a:lnTo>
                    <a:pt x="41923" y="33938"/>
                  </a:lnTo>
                  <a:close/>
                  <a:moveTo>
                    <a:pt x="37930" y="45117"/>
                  </a:moveTo>
                  <a:lnTo>
                    <a:pt x="26951" y="46115"/>
                  </a:lnTo>
                  <a:lnTo>
                    <a:pt x="26951" y="37930"/>
                  </a:lnTo>
                  <a:lnTo>
                    <a:pt x="37930" y="37930"/>
                  </a:lnTo>
                  <a:lnTo>
                    <a:pt x="37930" y="45117"/>
                  </a:lnTo>
                  <a:close/>
                  <a:moveTo>
                    <a:pt x="41923" y="37930"/>
                  </a:moveTo>
                  <a:lnTo>
                    <a:pt x="52903" y="37930"/>
                  </a:lnTo>
                  <a:lnTo>
                    <a:pt x="52903" y="43720"/>
                  </a:lnTo>
                  <a:lnTo>
                    <a:pt x="41923" y="44718"/>
                  </a:lnTo>
                  <a:lnTo>
                    <a:pt x="41923" y="37930"/>
                  </a:lnTo>
                  <a:close/>
                  <a:moveTo>
                    <a:pt x="73864" y="47912"/>
                  </a:moveTo>
                  <a:lnTo>
                    <a:pt x="73864" y="9982"/>
                  </a:lnTo>
                  <a:lnTo>
                    <a:pt x="11978" y="9982"/>
                  </a:lnTo>
                  <a:lnTo>
                    <a:pt x="11978" y="8984"/>
                  </a:lnTo>
                  <a:cubicBezTo>
                    <a:pt x="11978" y="3993"/>
                    <a:pt x="7985" y="0"/>
                    <a:pt x="2995" y="0"/>
                  </a:cubicBezTo>
                  <a:cubicBezTo>
                    <a:pt x="1298" y="0"/>
                    <a:pt x="0" y="1298"/>
                    <a:pt x="0" y="2995"/>
                  </a:cubicBezTo>
                  <a:cubicBezTo>
                    <a:pt x="0" y="4691"/>
                    <a:pt x="1298" y="5989"/>
                    <a:pt x="2995" y="5989"/>
                  </a:cubicBezTo>
                  <a:cubicBezTo>
                    <a:pt x="4691" y="5989"/>
                    <a:pt x="5989" y="7287"/>
                    <a:pt x="5989" y="8984"/>
                  </a:cubicBezTo>
                  <a:lnTo>
                    <a:pt x="5989" y="58892"/>
                  </a:lnTo>
                  <a:cubicBezTo>
                    <a:pt x="5989" y="63883"/>
                    <a:pt x="9982" y="67875"/>
                    <a:pt x="14973" y="67875"/>
                  </a:cubicBezTo>
                  <a:lnTo>
                    <a:pt x="17967" y="67875"/>
                  </a:lnTo>
                  <a:lnTo>
                    <a:pt x="61886" y="67875"/>
                  </a:lnTo>
                  <a:lnTo>
                    <a:pt x="70870" y="67875"/>
                  </a:lnTo>
                  <a:cubicBezTo>
                    <a:pt x="72567" y="67875"/>
                    <a:pt x="73864" y="66578"/>
                    <a:pt x="73864" y="64881"/>
                  </a:cubicBezTo>
                  <a:cubicBezTo>
                    <a:pt x="73864" y="63184"/>
                    <a:pt x="72567" y="61886"/>
                    <a:pt x="70870" y="61886"/>
                  </a:cubicBezTo>
                  <a:lnTo>
                    <a:pt x="14973" y="61886"/>
                  </a:lnTo>
                  <a:cubicBezTo>
                    <a:pt x="13276" y="61886"/>
                    <a:pt x="11978" y="60589"/>
                    <a:pt x="11978" y="58892"/>
                  </a:cubicBezTo>
                  <a:lnTo>
                    <a:pt x="11978" y="53402"/>
                  </a:lnTo>
                  <a:lnTo>
                    <a:pt x="73864" y="47912"/>
                  </a:lnTo>
                  <a:close/>
                </a:path>
              </a:pathLst>
            </a:custGeom>
            <a:solidFill>
              <a:srgbClr val="000000">
                <a:alpha val="50000"/>
              </a:srgbClr>
            </a:solidFill>
            <a:ln w="992"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972AA712-C659-4985-9523-2EFDCED54F08}"/>
                </a:ext>
              </a:extLst>
            </p:cNvPr>
            <p:cNvSpPr/>
            <p:nvPr/>
          </p:nvSpPr>
          <p:spPr>
            <a:xfrm>
              <a:off x="4991712" y="1843044"/>
              <a:ext cx="11978" cy="11978"/>
            </a:xfrm>
            <a:custGeom>
              <a:avLst/>
              <a:gdLst>
                <a:gd name="connsiteX0" fmla="*/ 11978 w 11978"/>
                <a:gd name="connsiteY0" fmla="*/ 5989 h 11978"/>
                <a:gd name="connsiteX1" fmla="*/ 5989 w 11978"/>
                <a:gd name="connsiteY1" fmla="*/ 11978 h 11978"/>
                <a:gd name="connsiteX2" fmla="*/ 0 w 11978"/>
                <a:gd name="connsiteY2" fmla="*/ 5989 h 11978"/>
                <a:gd name="connsiteX3" fmla="*/ 5989 w 11978"/>
                <a:gd name="connsiteY3" fmla="*/ 0 h 11978"/>
                <a:gd name="connsiteX4" fmla="*/ 11978 w 11978"/>
                <a:gd name="connsiteY4" fmla="*/ 5989 h 11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78" h="11978">
                  <a:moveTo>
                    <a:pt x="11978" y="5989"/>
                  </a:moveTo>
                  <a:cubicBezTo>
                    <a:pt x="11978" y="9297"/>
                    <a:pt x="9297" y="11978"/>
                    <a:pt x="5989" y="11978"/>
                  </a:cubicBezTo>
                  <a:cubicBezTo>
                    <a:pt x="2681" y="11978"/>
                    <a:pt x="0" y="9297"/>
                    <a:pt x="0" y="5989"/>
                  </a:cubicBezTo>
                  <a:cubicBezTo>
                    <a:pt x="0" y="2681"/>
                    <a:pt x="2681" y="0"/>
                    <a:pt x="5989" y="0"/>
                  </a:cubicBezTo>
                  <a:cubicBezTo>
                    <a:pt x="9297" y="0"/>
                    <a:pt x="11978" y="2681"/>
                    <a:pt x="11978" y="5989"/>
                  </a:cubicBezTo>
                  <a:close/>
                </a:path>
              </a:pathLst>
            </a:custGeom>
            <a:solidFill>
              <a:srgbClr val="000000">
                <a:alpha val="50000"/>
              </a:srgbClr>
            </a:solidFill>
            <a:ln w="992" cap="flat">
              <a:noFill/>
              <a:prstDash val="solid"/>
              <a:miter/>
            </a:ln>
          </p:spPr>
          <p:txBody>
            <a:bodyPr rtlCol="0" anchor="ctr"/>
            <a:lstStyle/>
            <a:p>
              <a:endParaRPr lang="en-IN"/>
            </a:p>
          </p:txBody>
        </p:sp>
        <p:sp>
          <p:nvSpPr>
            <p:cNvPr id="97" name="Freeform: Shape 96">
              <a:extLst>
                <a:ext uri="{FF2B5EF4-FFF2-40B4-BE49-F238E27FC236}">
                  <a16:creationId xmlns:a16="http://schemas.microsoft.com/office/drawing/2014/main" id="{FE1902EE-EE32-C366-C767-B053F2C17D5B}"/>
                </a:ext>
              </a:extLst>
            </p:cNvPr>
            <p:cNvSpPr/>
            <p:nvPr/>
          </p:nvSpPr>
          <p:spPr>
            <a:xfrm>
              <a:off x="5035631" y="1843044"/>
              <a:ext cx="11978" cy="11978"/>
            </a:xfrm>
            <a:custGeom>
              <a:avLst/>
              <a:gdLst>
                <a:gd name="connsiteX0" fmla="*/ 11978 w 11978"/>
                <a:gd name="connsiteY0" fmla="*/ 5989 h 11978"/>
                <a:gd name="connsiteX1" fmla="*/ 5989 w 11978"/>
                <a:gd name="connsiteY1" fmla="*/ 11978 h 11978"/>
                <a:gd name="connsiteX2" fmla="*/ 0 w 11978"/>
                <a:gd name="connsiteY2" fmla="*/ 5989 h 11978"/>
                <a:gd name="connsiteX3" fmla="*/ 5989 w 11978"/>
                <a:gd name="connsiteY3" fmla="*/ 0 h 11978"/>
                <a:gd name="connsiteX4" fmla="*/ 11978 w 11978"/>
                <a:gd name="connsiteY4" fmla="*/ 5989 h 11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78" h="11978">
                  <a:moveTo>
                    <a:pt x="11978" y="5989"/>
                  </a:moveTo>
                  <a:cubicBezTo>
                    <a:pt x="11978" y="9297"/>
                    <a:pt x="9297" y="11978"/>
                    <a:pt x="5989" y="11978"/>
                  </a:cubicBezTo>
                  <a:cubicBezTo>
                    <a:pt x="2681" y="11978"/>
                    <a:pt x="0" y="9297"/>
                    <a:pt x="0" y="5989"/>
                  </a:cubicBezTo>
                  <a:cubicBezTo>
                    <a:pt x="0" y="2681"/>
                    <a:pt x="2681" y="0"/>
                    <a:pt x="5989" y="0"/>
                  </a:cubicBezTo>
                  <a:cubicBezTo>
                    <a:pt x="9297" y="0"/>
                    <a:pt x="11978" y="2681"/>
                    <a:pt x="11978" y="5989"/>
                  </a:cubicBezTo>
                  <a:close/>
                </a:path>
              </a:pathLst>
            </a:custGeom>
            <a:solidFill>
              <a:srgbClr val="000000">
                <a:alpha val="50000"/>
              </a:srgbClr>
            </a:solidFill>
            <a:ln w="992"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65AEABED-A802-567F-125F-391568C56B21}"/>
                </a:ext>
              </a:extLst>
            </p:cNvPr>
            <p:cNvSpPr/>
            <p:nvPr/>
          </p:nvSpPr>
          <p:spPr>
            <a:xfrm>
              <a:off x="477197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034FDFB7-7B5A-4552-BFE7-7F93BD684ECC}"/>
                </a:ext>
              </a:extLst>
            </p:cNvPr>
            <p:cNvSpPr/>
            <p:nvPr/>
          </p:nvSpPr>
          <p:spPr>
            <a:xfrm>
              <a:off x="479206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ED3BAB3E-D74D-0560-05B4-6B3AADBEDA10}"/>
                </a:ext>
              </a:extLst>
            </p:cNvPr>
            <p:cNvSpPr/>
            <p:nvPr/>
          </p:nvSpPr>
          <p:spPr>
            <a:xfrm>
              <a:off x="4780581"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080F1F7E-046C-2C96-D4CB-FC4A2C539C72}"/>
                </a:ext>
              </a:extLst>
            </p:cNvPr>
            <p:cNvSpPr/>
            <p:nvPr/>
          </p:nvSpPr>
          <p:spPr>
            <a:xfrm>
              <a:off x="4786321"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F5FCA08D-9A20-C201-0C05-D3AB3CD7EDDC}"/>
                </a:ext>
              </a:extLst>
            </p:cNvPr>
            <p:cNvSpPr/>
            <p:nvPr/>
          </p:nvSpPr>
          <p:spPr>
            <a:xfrm>
              <a:off x="480067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2E4EC9F0-C6EC-76D9-0F25-A603518D11A9}"/>
                </a:ext>
              </a:extLst>
            </p:cNvPr>
            <p:cNvSpPr/>
            <p:nvPr/>
          </p:nvSpPr>
          <p:spPr>
            <a:xfrm>
              <a:off x="4820762"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940D6D84-01F4-05D5-52B3-0A9299EB16B1}"/>
                </a:ext>
              </a:extLst>
            </p:cNvPr>
            <p:cNvSpPr/>
            <p:nvPr/>
          </p:nvSpPr>
          <p:spPr>
            <a:xfrm>
              <a:off x="480928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9CA73FD6-122C-0DBA-352A-8354480AD2E2}"/>
                </a:ext>
              </a:extLst>
            </p:cNvPr>
            <p:cNvSpPr/>
            <p:nvPr/>
          </p:nvSpPr>
          <p:spPr>
            <a:xfrm>
              <a:off x="481502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EAB7017A-AF91-7744-9D03-8D14B88FD11C}"/>
                </a:ext>
              </a:extLst>
            </p:cNvPr>
            <p:cNvSpPr/>
            <p:nvPr/>
          </p:nvSpPr>
          <p:spPr>
            <a:xfrm>
              <a:off x="482937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9FD48710-14F3-C9ED-216C-F879B44215CD}"/>
                </a:ext>
              </a:extLst>
            </p:cNvPr>
            <p:cNvSpPr/>
            <p:nvPr/>
          </p:nvSpPr>
          <p:spPr>
            <a:xfrm>
              <a:off x="8995736" y="1737264"/>
              <a:ext cx="79853" cy="36297"/>
            </a:xfrm>
            <a:custGeom>
              <a:avLst/>
              <a:gdLst>
                <a:gd name="connsiteX0" fmla="*/ 74409 w 79853"/>
                <a:gd name="connsiteY0" fmla="*/ 28130 h 36297"/>
                <a:gd name="connsiteX1" fmla="*/ 71687 w 79853"/>
                <a:gd name="connsiteY1" fmla="*/ 30853 h 36297"/>
                <a:gd name="connsiteX2" fmla="*/ 9074 w 79853"/>
                <a:gd name="connsiteY2" fmla="*/ 30853 h 36297"/>
                <a:gd name="connsiteX3" fmla="*/ 5445 w 79853"/>
                <a:gd name="connsiteY3" fmla="*/ 27223 h 36297"/>
                <a:gd name="connsiteX4" fmla="*/ 5445 w 79853"/>
                <a:gd name="connsiteY4" fmla="*/ 9074 h 36297"/>
                <a:gd name="connsiteX5" fmla="*/ 9074 w 79853"/>
                <a:gd name="connsiteY5" fmla="*/ 5445 h 36297"/>
                <a:gd name="connsiteX6" fmla="*/ 71687 w 79853"/>
                <a:gd name="connsiteY6" fmla="*/ 5445 h 36297"/>
                <a:gd name="connsiteX7" fmla="*/ 74409 w 79853"/>
                <a:gd name="connsiteY7" fmla="*/ 8167 h 36297"/>
                <a:gd name="connsiteX8" fmla="*/ 74409 w 79853"/>
                <a:gd name="connsiteY8" fmla="*/ 28130 h 36297"/>
                <a:gd name="connsiteX9" fmla="*/ 0 w 79853"/>
                <a:gd name="connsiteY9" fmla="*/ 0 h 36297"/>
                <a:gd name="connsiteX10" fmla="*/ 0 w 79853"/>
                <a:gd name="connsiteY10" fmla="*/ 36297 h 36297"/>
                <a:gd name="connsiteX11" fmla="*/ 79854 w 79853"/>
                <a:gd name="connsiteY11" fmla="*/ 36297 h 36297"/>
                <a:gd name="connsiteX12" fmla="*/ 79854 w 79853"/>
                <a:gd name="connsiteY12" fmla="*/ 0 h 36297"/>
                <a:gd name="connsiteX13" fmla="*/ 0 w 79853"/>
                <a:gd name="connsiteY13" fmla="*/ 0 h 3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9853" h="36297">
                  <a:moveTo>
                    <a:pt x="74409" y="28130"/>
                  </a:moveTo>
                  <a:lnTo>
                    <a:pt x="71687" y="30853"/>
                  </a:lnTo>
                  <a:lnTo>
                    <a:pt x="9074" y="30853"/>
                  </a:lnTo>
                  <a:lnTo>
                    <a:pt x="5445" y="27223"/>
                  </a:lnTo>
                  <a:lnTo>
                    <a:pt x="5445" y="9074"/>
                  </a:lnTo>
                  <a:lnTo>
                    <a:pt x="9074" y="5445"/>
                  </a:lnTo>
                  <a:lnTo>
                    <a:pt x="71687" y="5445"/>
                  </a:lnTo>
                  <a:lnTo>
                    <a:pt x="74409" y="8167"/>
                  </a:lnTo>
                  <a:lnTo>
                    <a:pt x="74409" y="28130"/>
                  </a:lnTo>
                  <a:close/>
                  <a:moveTo>
                    <a:pt x="0" y="0"/>
                  </a:moveTo>
                  <a:lnTo>
                    <a:pt x="0" y="36297"/>
                  </a:lnTo>
                  <a:lnTo>
                    <a:pt x="79854" y="36297"/>
                  </a:lnTo>
                  <a:lnTo>
                    <a:pt x="79854" y="0"/>
                  </a:lnTo>
                  <a:lnTo>
                    <a:pt x="0" y="0"/>
                  </a:lnTo>
                  <a:close/>
                </a:path>
              </a:pathLst>
            </a:custGeom>
            <a:solidFill>
              <a:srgbClr val="000000">
                <a:alpha val="50000"/>
              </a:srgbClr>
            </a:solidFill>
            <a:ln w="893"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295C90AC-CBFB-5B13-ECE8-0F28CDADE8AD}"/>
                </a:ext>
              </a:extLst>
            </p:cNvPr>
            <p:cNvSpPr/>
            <p:nvPr/>
          </p:nvSpPr>
          <p:spPr>
            <a:xfrm>
              <a:off x="9028404" y="1746338"/>
              <a:ext cx="14518" cy="18148"/>
            </a:xfrm>
            <a:custGeom>
              <a:avLst/>
              <a:gdLst>
                <a:gd name="connsiteX0" fmla="*/ 14519 w 14518"/>
                <a:gd name="connsiteY0" fmla="*/ 9074 h 18148"/>
                <a:gd name="connsiteX1" fmla="*/ 7259 w 14518"/>
                <a:gd name="connsiteY1" fmla="*/ 18149 h 18148"/>
                <a:gd name="connsiteX2" fmla="*/ 0 w 14518"/>
                <a:gd name="connsiteY2" fmla="*/ 9074 h 18148"/>
                <a:gd name="connsiteX3" fmla="*/ 7259 w 14518"/>
                <a:gd name="connsiteY3" fmla="*/ 0 h 18148"/>
                <a:gd name="connsiteX4" fmla="*/ 14519 w 14518"/>
                <a:gd name="connsiteY4" fmla="*/ 9074 h 18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18" h="18148">
                  <a:moveTo>
                    <a:pt x="14519" y="9074"/>
                  </a:moveTo>
                  <a:cubicBezTo>
                    <a:pt x="14519" y="14086"/>
                    <a:pt x="11269" y="18149"/>
                    <a:pt x="7259" y="18149"/>
                  </a:cubicBezTo>
                  <a:cubicBezTo>
                    <a:pt x="3250" y="18149"/>
                    <a:pt x="0" y="14086"/>
                    <a:pt x="0" y="9074"/>
                  </a:cubicBezTo>
                  <a:cubicBezTo>
                    <a:pt x="0" y="4063"/>
                    <a:pt x="3250" y="0"/>
                    <a:pt x="7259" y="0"/>
                  </a:cubicBezTo>
                  <a:cubicBezTo>
                    <a:pt x="11269" y="0"/>
                    <a:pt x="14519" y="4063"/>
                    <a:pt x="14519" y="9074"/>
                  </a:cubicBezTo>
                  <a:close/>
                </a:path>
              </a:pathLst>
            </a:custGeom>
            <a:solidFill>
              <a:srgbClr val="000000">
                <a:alpha val="50000"/>
              </a:srgbClr>
            </a:solidFill>
            <a:ln w="893"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00EA107F-2A20-4D64-09DF-BD8C9CA7DF5A}"/>
                </a:ext>
              </a:extLst>
            </p:cNvPr>
            <p:cNvSpPr/>
            <p:nvPr/>
          </p:nvSpPr>
          <p:spPr>
            <a:xfrm>
              <a:off x="9010255" y="1752690"/>
              <a:ext cx="5444" cy="5444"/>
            </a:xfrm>
            <a:custGeom>
              <a:avLst/>
              <a:gdLst>
                <a:gd name="connsiteX0" fmla="*/ 5445 w 5444"/>
                <a:gd name="connsiteY0" fmla="*/ 2722 h 5444"/>
                <a:gd name="connsiteX1" fmla="*/ 2722 w 5444"/>
                <a:gd name="connsiteY1" fmla="*/ 5445 h 5444"/>
                <a:gd name="connsiteX2" fmla="*/ 0 w 5444"/>
                <a:gd name="connsiteY2" fmla="*/ 2722 h 5444"/>
                <a:gd name="connsiteX3" fmla="*/ 2722 w 5444"/>
                <a:gd name="connsiteY3" fmla="*/ 0 h 5444"/>
                <a:gd name="connsiteX4" fmla="*/ 5445 w 5444"/>
                <a:gd name="connsiteY4" fmla="*/ 2722 h 5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4" h="5444">
                  <a:moveTo>
                    <a:pt x="5445" y="2722"/>
                  </a:moveTo>
                  <a:cubicBezTo>
                    <a:pt x="5445" y="4226"/>
                    <a:pt x="4226" y="5445"/>
                    <a:pt x="2722" y="5445"/>
                  </a:cubicBezTo>
                  <a:cubicBezTo>
                    <a:pt x="1219" y="5445"/>
                    <a:pt x="0" y="4226"/>
                    <a:pt x="0" y="2722"/>
                  </a:cubicBezTo>
                  <a:cubicBezTo>
                    <a:pt x="0" y="1219"/>
                    <a:pt x="1219" y="0"/>
                    <a:pt x="2722" y="0"/>
                  </a:cubicBezTo>
                  <a:cubicBezTo>
                    <a:pt x="4226" y="0"/>
                    <a:pt x="5445" y="1219"/>
                    <a:pt x="5445" y="2722"/>
                  </a:cubicBezTo>
                  <a:close/>
                </a:path>
              </a:pathLst>
            </a:custGeom>
            <a:solidFill>
              <a:srgbClr val="000000">
                <a:alpha val="50000"/>
              </a:srgbClr>
            </a:solidFill>
            <a:ln w="893"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53129B48-A9C2-4B77-7C79-1376D490500B}"/>
                </a:ext>
              </a:extLst>
            </p:cNvPr>
            <p:cNvSpPr/>
            <p:nvPr/>
          </p:nvSpPr>
          <p:spPr>
            <a:xfrm>
              <a:off x="9055626" y="1752690"/>
              <a:ext cx="5444" cy="5444"/>
            </a:xfrm>
            <a:custGeom>
              <a:avLst/>
              <a:gdLst>
                <a:gd name="connsiteX0" fmla="*/ 5445 w 5444"/>
                <a:gd name="connsiteY0" fmla="*/ 2722 h 5444"/>
                <a:gd name="connsiteX1" fmla="*/ 2722 w 5444"/>
                <a:gd name="connsiteY1" fmla="*/ 5445 h 5444"/>
                <a:gd name="connsiteX2" fmla="*/ 0 w 5444"/>
                <a:gd name="connsiteY2" fmla="*/ 2722 h 5444"/>
                <a:gd name="connsiteX3" fmla="*/ 2722 w 5444"/>
                <a:gd name="connsiteY3" fmla="*/ 0 h 5444"/>
                <a:gd name="connsiteX4" fmla="*/ 5445 w 5444"/>
                <a:gd name="connsiteY4" fmla="*/ 2722 h 5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4" h="5444">
                  <a:moveTo>
                    <a:pt x="5445" y="2722"/>
                  </a:moveTo>
                  <a:cubicBezTo>
                    <a:pt x="5445" y="4226"/>
                    <a:pt x="4226" y="5445"/>
                    <a:pt x="2722" y="5445"/>
                  </a:cubicBezTo>
                  <a:cubicBezTo>
                    <a:pt x="1219" y="5445"/>
                    <a:pt x="0" y="4226"/>
                    <a:pt x="0" y="2722"/>
                  </a:cubicBezTo>
                  <a:cubicBezTo>
                    <a:pt x="0" y="1219"/>
                    <a:pt x="1219" y="0"/>
                    <a:pt x="2722" y="0"/>
                  </a:cubicBezTo>
                  <a:cubicBezTo>
                    <a:pt x="4226" y="0"/>
                    <a:pt x="5445" y="1219"/>
                    <a:pt x="5445" y="2722"/>
                  </a:cubicBezTo>
                  <a:close/>
                </a:path>
              </a:pathLst>
            </a:custGeom>
            <a:solidFill>
              <a:srgbClr val="000000">
                <a:alpha val="50000"/>
              </a:srgbClr>
            </a:solidFill>
            <a:ln w="893"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375B2C0D-1D92-0621-EE28-B1ED01880332}"/>
                </a:ext>
              </a:extLst>
            </p:cNvPr>
            <p:cNvSpPr/>
            <p:nvPr/>
          </p:nvSpPr>
          <p:spPr>
            <a:xfrm>
              <a:off x="9006081" y="1712582"/>
              <a:ext cx="52630" cy="19963"/>
            </a:xfrm>
            <a:custGeom>
              <a:avLst/>
              <a:gdLst>
                <a:gd name="connsiteX0" fmla="*/ 45825 w 52630"/>
                <a:gd name="connsiteY0" fmla="*/ 7169 h 19963"/>
                <a:gd name="connsiteX1" fmla="*/ 47186 w 52630"/>
                <a:gd name="connsiteY1" fmla="*/ 10617 h 19963"/>
                <a:gd name="connsiteX2" fmla="*/ 52631 w 52630"/>
                <a:gd name="connsiteY2" fmla="*/ 9528 h 19963"/>
                <a:gd name="connsiteX3" fmla="*/ 48820 w 52630"/>
                <a:gd name="connsiteY3" fmla="*/ 0 h 19963"/>
                <a:gd name="connsiteX4" fmla="*/ 0 w 52630"/>
                <a:gd name="connsiteY4" fmla="*/ 19963 h 19963"/>
                <a:gd name="connsiteX5" fmla="*/ 27949 w 52630"/>
                <a:gd name="connsiteY5" fmla="*/ 14428 h 1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630" h="19963">
                  <a:moveTo>
                    <a:pt x="45825" y="7169"/>
                  </a:moveTo>
                  <a:lnTo>
                    <a:pt x="47186" y="10617"/>
                  </a:lnTo>
                  <a:lnTo>
                    <a:pt x="52631" y="9528"/>
                  </a:lnTo>
                  <a:lnTo>
                    <a:pt x="48820" y="0"/>
                  </a:lnTo>
                  <a:lnTo>
                    <a:pt x="0" y="19963"/>
                  </a:lnTo>
                  <a:lnTo>
                    <a:pt x="27949" y="14428"/>
                  </a:lnTo>
                  <a:close/>
                </a:path>
              </a:pathLst>
            </a:custGeom>
            <a:solidFill>
              <a:srgbClr val="000000">
                <a:alpha val="50000"/>
              </a:srgbClr>
            </a:solidFill>
            <a:ln w="893"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7B86DFBF-F0BD-2763-9FAE-D3855FF964C6}"/>
                </a:ext>
              </a:extLst>
            </p:cNvPr>
            <p:cNvSpPr/>
            <p:nvPr/>
          </p:nvSpPr>
          <p:spPr>
            <a:xfrm>
              <a:off x="9019329" y="1724378"/>
              <a:ext cx="48365" cy="9255"/>
            </a:xfrm>
            <a:custGeom>
              <a:avLst/>
              <a:gdLst>
                <a:gd name="connsiteX0" fmla="*/ 27858 w 48365"/>
                <a:gd name="connsiteY0" fmla="*/ 9256 h 9255"/>
                <a:gd name="connsiteX1" fmla="*/ 42195 w 48365"/>
                <a:gd name="connsiteY1" fmla="*/ 6443 h 9255"/>
                <a:gd name="connsiteX2" fmla="*/ 42831 w 48365"/>
                <a:gd name="connsiteY2" fmla="*/ 9256 h 9255"/>
                <a:gd name="connsiteX3" fmla="*/ 48366 w 48365"/>
                <a:gd name="connsiteY3" fmla="*/ 9256 h 9255"/>
                <a:gd name="connsiteX4" fmla="*/ 46551 w 48365"/>
                <a:gd name="connsiteY4" fmla="*/ 0 h 9255"/>
                <a:gd name="connsiteX5" fmla="*/ 0 w 48365"/>
                <a:gd name="connsiteY5" fmla="*/ 9256 h 9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365" h="9255">
                  <a:moveTo>
                    <a:pt x="27858" y="9256"/>
                  </a:moveTo>
                  <a:lnTo>
                    <a:pt x="42195" y="6443"/>
                  </a:lnTo>
                  <a:lnTo>
                    <a:pt x="42831" y="9256"/>
                  </a:lnTo>
                  <a:lnTo>
                    <a:pt x="48366" y="9256"/>
                  </a:lnTo>
                  <a:lnTo>
                    <a:pt x="46551" y="0"/>
                  </a:lnTo>
                  <a:lnTo>
                    <a:pt x="0" y="9256"/>
                  </a:lnTo>
                  <a:close/>
                </a:path>
              </a:pathLst>
            </a:custGeom>
            <a:solidFill>
              <a:srgbClr val="000000">
                <a:alpha val="50000"/>
              </a:srgbClr>
            </a:solidFill>
            <a:ln w="893" cap="flat">
              <a:noFill/>
              <a:prstDash val="solid"/>
              <a:miter/>
            </a:ln>
          </p:spPr>
          <p:txBody>
            <a:bodyPr rtlCol="0" anchor="ctr"/>
            <a:lstStyle/>
            <a:p>
              <a:endParaRPr lang="en-IN"/>
            </a:p>
          </p:txBody>
        </p:sp>
        <p:sp>
          <p:nvSpPr>
            <p:cNvPr id="113" name="Graphic 57" descr="Heart with pulse">
              <a:extLst>
                <a:ext uri="{FF2B5EF4-FFF2-40B4-BE49-F238E27FC236}">
                  <a16:creationId xmlns:a16="http://schemas.microsoft.com/office/drawing/2014/main" id="{4D15924A-7330-5056-C578-D0A0DA1272ED}"/>
                </a:ext>
              </a:extLst>
            </p:cNvPr>
            <p:cNvSpPr/>
            <p:nvPr/>
          </p:nvSpPr>
          <p:spPr>
            <a:xfrm>
              <a:off x="4226266" y="2116662"/>
              <a:ext cx="82049" cy="77827"/>
            </a:xfrm>
            <a:custGeom>
              <a:avLst/>
              <a:gdLst>
                <a:gd name="connsiteX0" fmla="*/ 41327 w 82049"/>
                <a:gd name="connsiteY0" fmla="*/ 77561 h 77827"/>
                <a:gd name="connsiteX1" fmla="*/ 56460 w 82049"/>
                <a:gd name="connsiteY1" fmla="*/ 64143 h 77827"/>
                <a:gd name="connsiteX2" fmla="*/ 74734 w 82049"/>
                <a:gd name="connsiteY2" fmla="*/ 42089 h 77827"/>
                <a:gd name="connsiteX3" fmla="*/ 81002 w 82049"/>
                <a:gd name="connsiteY3" fmla="*/ 14986 h 77827"/>
                <a:gd name="connsiteX4" fmla="*/ 63091 w 82049"/>
                <a:gd name="connsiteY4" fmla="*/ 82 h 77827"/>
                <a:gd name="connsiteX5" fmla="*/ 40988 w 82049"/>
                <a:gd name="connsiteY5" fmla="*/ 16218 h 77827"/>
                <a:gd name="connsiteX6" fmla="*/ 21434 w 82049"/>
                <a:gd name="connsiteY6" fmla="*/ 34 h 77827"/>
                <a:gd name="connsiteX7" fmla="*/ 2013 w 82049"/>
                <a:gd name="connsiteY7" fmla="*/ 12498 h 77827"/>
                <a:gd name="connsiteX8" fmla="*/ 5854 w 82049"/>
                <a:gd name="connsiteY8" fmla="*/ 39770 h 77827"/>
                <a:gd name="connsiteX9" fmla="*/ 23898 w 82049"/>
                <a:gd name="connsiteY9" fmla="*/ 62525 h 77827"/>
                <a:gd name="connsiteX10" fmla="*/ 40988 w 82049"/>
                <a:gd name="connsiteY10" fmla="*/ 77827 h 77827"/>
                <a:gd name="connsiteX11" fmla="*/ 21664 w 82049"/>
                <a:gd name="connsiteY11" fmla="*/ 36497 h 77827"/>
                <a:gd name="connsiteX12" fmla="*/ 25287 w 82049"/>
                <a:gd name="connsiteY12" fmla="*/ 25627 h 77827"/>
                <a:gd name="connsiteX13" fmla="*/ 27437 w 82049"/>
                <a:gd name="connsiteY13" fmla="*/ 19165 h 77827"/>
                <a:gd name="connsiteX14" fmla="*/ 31169 w 82049"/>
                <a:gd name="connsiteY14" fmla="*/ 16206 h 77827"/>
                <a:gd name="connsiteX15" fmla="*/ 32896 w 82049"/>
                <a:gd name="connsiteY15" fmla="*/ 19515 h 77827"/>
                <a:gd name="connsiteX16" fmla="*/ 33899 w 82049"/>
                <a:gd name="connsiteY16" fmla="*/ 24866 h 77827"/>
                <a:gd name="connsiteX17" fmla="*/ 36797 w 82049"/>
                <a:gd name="connsiteY17" fmla="*/ 40325 h 77827"/>
                <a:gd name="connsiteX18" fmla="*/ 38718 w 82049"/>
                <a:gd name="connsiteY18" fmla="*/ 50592 h 77827"/>
                <a:gd name="connsiteX19" fmla="*/ 45723 w 82049"/>
                <a:gd name="connsiteY19" fmla="*/ 32064 h 77827"/>
                <a:gd name="connsiteX20" fmla="*/ 47269 w 82049"/>
                <a:gd name="connsiteY20" fmla="*/ 27982 h 77827"/>
                <a:gd name="connsiteX21" fmla="*/ 49684 w 82049"/>
                <a:gd name="connsiteY21" fmla="*/ 25434 h 77827"/>
                <a:gd name="connsiteX22" fmla="*/ 52595 w 82049"/>
                <a:gd name="connsiteY22" fmla="*/ 28332 h 77827"/>
                <a:gd name="connsiteX23" fmla="*/ 54081 w 82049"/>
                <a:gd name="connsiteY23" fmla="*/ 33429 h 77827"/>
                <a:gd name="connsiteX24" fmla="*/ 57028 w 82049"/>
                <a:gd name="connsiteY24" fmla="*/ 43562 h 77827"/>
                <a:gd name="connsiteX25" fmla="*/ 59939 w 82049"/>
                <a:gd name="connsiteY25" fmla="*/ 40362 h 77827"/>
                <a:gd name="connsiteX26" fmla="*/ 63067 w 82049"/>
                <a:gd name="connsiteY26" fmla="*/ 37004 h 77827"/>
                <a:gd name="connsiteX27" fmla="*/ 67898 w 82049"/>
                <a:gd name="connsiteY27" fmla="*/ 36545 h 77827"/>
                <a:gd name="connsiteX28" fmla="*/ 72391 w 82049"/>
                <a:gd name="connsiteY28" fmla="*/ 36545 h 77827"/>
                <a:gd name="connsiteX29" fmla="*/ 69432 w 82049"/>
                <a:gd name="connsiteY29" fmla="*/ 41376 h 77827"/>
                <a:gd name="connsiteX30" fmla="*/ 65506 w 82049"/>
                <a:gd name="connsiteY30" fmla="*/ 41376 h 77827"/>
                <a:gd name="connsiteX31" fmla="*/ 57740 w 82049"/>
                <a:gd name="connsiteY31" fmla="*/ 49927 h 77827"/>
                <a:gd name="connsiteX32" fmla="*/ 54338 w 82049"/>
                <a:gd name="connsiteY32" fmla="*/ 50230 h 77827"/>
                <a:gd name="connsiteX33" fmla="*/ 53827 w 82049"/>
                <a:gd name="connsiteY33" fmla="*/ 49637 h 77827"/>
                <a:gd name="connsiteX34" fmla="*/ 53260 w 82049"/>
                <a:gd name="connsiteY34" fmla="*/ 47995 h 77827"/>
                <a:gd name="connsiteX35" fmla="*/ 51243 w 82049"/>
                <a:gd name="connsiteY35" fmla="*/ 41098 h 77827"/>
                <a:gd name="connsiteX36" fmla="*/ 49600 w 82049"/>
                <a:gd name="connsiteY36" fmla="*/ 35446 h 77827"/>
                <a:gd name="connsiteX37" fmla="*/ 40385 w 82049"/>
                <a:gd name="connsiteY37" fmla="*/ 59807 h 77827"/>
                <a:gd name="connsiteX38" fmla="*/ 39285 w 82049"/>
                <a:gd name="connsiteY38" fmla="*/ 61474 h 77827"/>
                <a:gd name="connsiteX39" fmla="*/ 35927 w 82049"/>
                <a:gd name="connsiteY39" fmla="*/ 60850 h 77827"/>
                <a:gd name="connsiteX40" fmla="*/ 35541 w 82049"/>
                <a:gd name="connsiteY40" fmla="*/ 59916 h 77827"/>
                <a:gd name="connsiteX41" fmla="*/ 34901 w 82049"/>
                <a:gd name="connsiteY41" fmla="*/ 56534 h 77827"/>
                <a:gd name="connsiteX42" fmla="*/ 31846 w 82049"/>
                <a:gd name="connsiteY42" fmla="*/ 40229 h 77827"/>
                <a:gd name="connsiteX43" fmla="*/ 29563 w 82049"/>
                <a:gd name="connsiteY43" fmla="*/ 28042 h 77827"/>
                <a:gd name="connsiteX44" fmla="*/ 26157 w 82049"/>
                <a:gd name="connsiteY44" fmla="*/ 38272 h 77827"/>
                <a:gd name="connsiteX45" fmla="*/ 23270 w 82049"/>
                <a:gd name="connsiteY45" fmla="*/ 41376 h 77827"/>
                <a:gd name="connsiteX46" fmla="*/ 17944 w 82049"/>
                <a:gd name="connsiteY46" fmla="*/ 41376 h 77827"/>
                <a:gd name="connsiteX47" fmla="*/ 12509 w 82049"/>
                <a:gd name="connsiteY47" fmla="*/ 41376 h 77827"/>
                <a:gd name="connsiteX48" fmla="*/ 9550 w 82049"/>
                <a:gd name="connsiteY48" fmla="*/ 36545 h 7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2049" h="77827">
                  <a:moveTo>
                    <a:pt x="41327" y="77561"/>
                  </a:moveTo>
                  <a:cubicBezTo>
                    <a:pt x="46623" y="73380"/>
                    <a:pt x="51675" y="68900"/>
                    <a:pt x="56460" y="64143"/>
                  </a:cubicBezTo>
                  <a:cubicBezTo>
                    <a:pt x="63396" y="57535"/>
                    <a:pt x="69530" y="50132"/>
                    <a:pt x="74734" y="42089"/>
                  </a:cubicBezTo>
                  <a:cubicBezTo>
                    <a:pt x="79565" y="34311"/>
                    <a:pt x="84179" y="24214"/>
                    <a:pt x="81002" y="14986"/>
                  </a:cubicBezTo>
                  <a:cubicBezTo>
                    <a:pt x="78430" y="7353"/>
                    <a:pt x="71292" y="867"/>
                    <a:pt x="63091" y="82"/>
                  </a:cubicBezTo>
                  <a:cubicBezTo>
                    <a:pt x="52728" y="-944"/>
                    <a:pt x="45228" y="7824"/>
                    <a:pt x="40988" y="16218"/>
                  </a:cubicBezTo>
                  <a:cubicBezTo>
                    <a:pt x="37111" y="8537"/>
                    <a:pt x="30698" y="614"/>
                    <a:pt x="21434" y="34"/>
                  </a:cubicBezTo>
                  <a:cubicBezTo>
                    <a:pt x="13209" y="-473"/>
                    <a:pt x="5552" y="5312"/>
                    <a:pt x="2013" y="12498"/>
                  </a:cubicBezTo>
                  <a:cubicBezTo>
                    <a:pt x="-2419" y="21520"/>
                    <a:pt x="1192" y="31666"/>
                    <a:pt x="5854" y="39770"/>
                  </a:cubicBezTo>
                  <a:cubicBezTo>
                    <a:pt x="10685" y="48224"/>
                    <a:pt x="17111" y="55652"/>
                    <a:pt x="23898" y="62525"/>
                  </a:cubicBezTo>
                  <a:cubicBezTo>
                    <a:pt x="29249" y="67999"/>
                    <a:pt x="34958" y="73111"/>
                    <a:pt x="40988" y="77827"/>
                  </a:cubicBezTo>
                  <a:close/>
                  <a:moveTo>
                    <a:pt x="21664" y="36497"/>
                  </a:moveTo>
                  <a:lnTo>
                    <a:pt x="25287" y="25627"/>
                  </a:lnTo>
                  <a:lnTo>
                    <a:pt x="27437" y="19165"/>
                  </a:lnTo>
                  <a:cubicBezTo>
                    <a:pt x="27993" y="17486"/>
                    <a:pt x="28850" y="15240"/>
                    <a:pt x="31169" y="16206"/>
                  </a:cubicBezTo>
                  <a:cubicBezTo>
                    <a:pt x="32570" y="16798"/>
                    <a:pt x="32655" y="18247"/>
                    <a:pt x="32896" y="19515"/>
                  </a:cubicBezTo>
                  <a:lnTo>
                    <a:pt x="33899" y="24866"/>
                  </a:lnTo>
                  <a:lnTo>
                    <a:pt x="36797" y="40325"/>
                  </a:lnTo>
                  <a:lnTo>
                    <a:pt x="38718" y="50592"/>
                  </a:lnTo>
                  <a:lnTo>
                    <a:pt x="45723" y="32064"/>
                  </a:lnTo>
                  <a:lnTo>
                    <a:pt x="47269" y="27982"/>
                  </a:lnTo>
                  <a:cubicBezTo>
                    <a:pt x="47716" y="26774"/>
                    <a:pt x="48175" y="25566"/>
                    <a:pt x="49684" y="25434"/>
                  </a:cubicBezTo>
                  <a:cubicBezTo>
                    <a:pt x="51605" y="25240"/>
                    <a:pt x="52172" y="26883"/>
                    <a:pt x="52595" y="28332"/>
                  </a:cubicBezTo>
                  <a:lnTo>
                    <a:pt x="54081" y="33429"/>
                  </a:lnTo>
                  <a:lnTo>
                    <a:pt x="57028" y="43562"/>
                  </a:lnTo>
                  <a:lnTo>
                    <a:pt x="59939" y="40362"/>
                  </a:lnTo>
                  <a:cubicBezTo>
                    <a:pt x="60870" y="39143"/>
                    <a:pt x="61917" y="38019"/>
                    <a:pt x="63067" y="37004"/>
                  </a:cubicBezTo>
                  <a:cubicBezTo>
                    <a:pt x="64274" y="36159"/>
                    <a:pt x="66509" y="36545"/>
                    <a:pt x="67898" y="36545"/>
                  </a:cubicBezTo>
                  <a:lnTo>
                    <a:pt x="72391" y="36545"/>
                  </a:lnTo>
                  <a:cubicBezTo>
                    <a:pt x="71497" y="38151"/>
                    <a:pt x="70507" y="39770"/>
                    <a:pt x="69432" y="41376"/>
                  </a:cubicBezTo>
                  <a:lnTo>
                    <a:pt x="65506" y="41376"/>
                  </a:lnTo>
                  <a:cubicBezTo>
                    <a:pt x="62934" y="44215"/>
                    <a:pt x="60470" y="47234"/>
                    <a:pt x="57740" y="49927"/>
                  </a:cubicBezTo>
                  <a:cubicBezTo>
                    <a:pt x="56884" y="50950"/>
                    <a:pt x="55361" y="51086"/>
                    <a:pt x="54338" y="50230"/>
                  </a:cubicBezTo>
                  <a:cubicBezTo>
                    <a:pt x="54136" y="50061"/>
                    <a:pt x="53964" y="49861"/>
                    <a:pt x="53827" y="49637"/>
                  </a:cubicBezTo>
                  <a:cubicBezTo>
                    <a:pt x="53565" y="49118"/>
                    <a:pt x="53374" y="48566"/>
                    <a:pt x="53260" y="47995"/>
                  </a:cubicBezTo>
                  <a:lnTo>
                    <a:pt x="51243" y="41098"/>
                  </a:lnTo>
                  <a:lnTo>
                    <a:pt x="49600" y="35446"/>
                  </a:lnTo>
                  <a:cubicBezTo>
                    <a:pt x="46520" y="43574"/>
                    <a:pt x="43561" y="51715"/>
                    <a:pt x="40385" y="59807"/>
                  </a:cubicBezTo>
                  <a:cubicBezTo>
                    <a:pt x="40207" y="60466"/>
                    <a:pt x="39821" y="61051"/>
                    <a:pt x="39285" y="61474"/>
                  </a:cubicBezTo>
                  <a:cubicBezTo>
                    <a:pt x="38186" y="62229"/>
                    <a:pt x="36682" y="61950"/>
                    <a:pt x="35927" y="60850"/>
                  </a:cubicBezTo>
                  <a:cubicBezTo>
                    <a:pt x="35734" y="60569"/>
                    <a:pt x="35602" y="60251"/>
                    <a:pt x="35541" y="59916"/>
                  </a:cubicBezTo>
                  <a:cubicBezTo>
                    <a:pt x="35264" y="58805"/>
                    <a:pt x="35119" y="57645"/>
                    <a:pt x="34901" y="56534"/>
                  </a:cubicBezTo>
                  <a:lnTo>
                    <a:pt x="31846" y="40229"/>
                  </a:lnTo>
                  <a:lnTo>
                    <a:pt x="29563" y="28042"/>
                  </a:lnTo>
                  <a:lnTo>
                    <a:pt x="26157" y="38272"/>
                  </a:lnTo>
                  <a:cubicBezTo>
                    <a:pt x="25638" y="39794"/>
                    <a:pt x="25227" y="41280"/>
                    <a:pt x="23270" y="41376"/>
                  </a:cubicBezTo>
                  <a:cubicBezTo>
                    <a:pt x="21495" y="41461"/>
                    <a:pt x="19707" y="41376"/>
                    <a:pt x="17944" y="41376"/>
                  </a:cubicBezTo>
                  <a:lnTo>
                    <a:pt x="12509" y="41376"/>
                  </a:lnTo>
                  <a:cubicBezTo>
                    <a:pt x="11446" y="39770"/>
                    <a:pt x="10444" y="38151"/>
                    <a:pt x="9550" y="36545"/>
                  </a:cubicBezTo>
                  <a:close/>
                </a:path>
              </a:pathLst>
            </a:custGeom>
            <a:solidFill>
              <a:srgbClr val="000000">
                <a:alpha val="50000"/>
              </a:srgbClr>
            </a:solidFill>
            <a:ln w="1191"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6817E542-5B79-CD9A-422D-7897112E7D55}"/>
                </a:ext>
              </a:extLst>
            </p:cNvPr>
            <p:cNvSpPr/>
            <p:nvPr/>
          </p:nvSpPr>
          <p:spPr>
            <a:xfrm>
              <a:off x="5226253" y="2246446"/>
              <a:ext cx="12395" cy="6197"/>
            </a:xfrm>
            <a:custGeom>
              <a:avLst/>
              <a:gdLst>
                <a:gd name="connsiteX0" fmla="*/ 12396 w 12395"/>
                <a:gd name="connsiteY0" fmla="*/ 3719 h 6197"/>
                <a:gd name="connsiteX1" fmla="*/ 12396 w 12395"/>
                <a:gd name="connsiteY1" fmla="*/ 2479 h 6197"/>
                <a:gd name="connsiteX2" fmla="*/ 9917 w 12395"/>
                <a:gd name="connsiteY2" fmla="*/ 0 h 6197"/>
                <a:gd name="connsiteX3" fmla="*/ 0 w 12395"/>
                <a:gd name="connsiteY3" fmla="*/ 0 h 6197"/>
                <a:gd name="connsiteX4" fmla="*/ 0 w 12395"/>
                <a:gd name="connsiteY4" fmla="*/ 3719 h 6197"/>
                <a:gd name="connsiteX5" fmla="*/ 2479 w 12395"/>
                <a:gd name="connsiteY5" fmla="*/ 6198 h 6197"/>
                <a:gd name="connsiteX6" fmla="*/ 9917 w 12395"/>
                <a:gd name="connsiteY6" fmla="*/ 6198 h 6197"/>
                <a:gd name="connsiteX7" fmla="*/ 12396 w 12395"/>
                <a:gd name="connsiteY7" fmla="*/ 3719 h 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95" h="6197">
                  <a:moveTo>
                    <a:pt x="12396" y="3719"/>
                  </a:moveTo>
                  <a:lnTo>
                    <a:pt x="12396" y="2479"/>
                  </a:lnTo>
                  <a:cubicBezTo>
                    <a:pt x="12396" y="1116"/>
                    <a:pt x="11280" y="0"/>
                    <a:pt x="9917" y="0"/>
                  </a:cubicBezTo>
                  <a:lnTo>
                    <a:pt x="0" y="0"/>
                  </a:lnTo>
                  <a:lnTo>
                    <a:pt x="0" y="3719"/>
                  </a:lnTo>
                  <a:cubicBezTo>
                    <a:pt x="0" y="5082"/>
                    <a:pt x="1116" y="6198"/>
                    <a:pt x="2479" y="6198"/>
                  </a:cubicBezTo>
                  <a:lnTo>
                    <a:pt x="9917" y="6198"/>
                  </a:lnTo>
                  <a:cubicBezTo>
                    <a:pt x="11280" y="6198"/>
                    <a:pt x="12396" y="5082"/>
                    <a:pt x="12396" y="3719"/>
                  </a:cubicBezTo>
                </a:path>
              </a:pathLst>
            </a:custGeom>
            <a:solidFill>
              <a:srgbClr val="000000">
                <a:alpha val="50000"/>
              </a:srgbClr>
            </a:solidFill>
            <a:ln w="595" cap="flat">
              <a:noFill/>
              <a:prstDash val="solid"/>
              <a:miter/>
            </a:ln>
          </p:spPr>
          <p:txBody>
            <a:bodyPr rtlCol="0" anchor="ctr"/>
            <a:lstStyle/>
            <a:p>
              <a:endParaRPr lang="en-IN"/>
            </a:p>
          </p:txBody>
        </p:sp>
        <p:sp>
          <p:nvSpPr>
            <p:cNvPr id="115" name="Freeform: Shape 114">
              <a:extLst>
                <a:ext uri="{FF2B5EF4-FFF2-40B4-BE49-F238E27FC236}">
                  <a16:creationId xmlns:a16="http://schemas.microsoft.com/office/drawing/2014/main" id="{40E9E7D5-D9B6-365C-497A-CD8D500E3372}"/>
                </a:ext>
              </a:extLst>
            </p:cNvPr>
            <p:cNvSpPr/>
            <p:nvPr/>
          </p:nvSpPr>
          <p:spPr>
            <a:xfrm>
              <a:off x="5231832" y="2254503"/>
              <a:ext cx="2479" cy="7437"/>
            </a:xfrm>
            <a:custGeom>
              <a:avLst/>
              <a:gdLst>
                <a:gd name="connsiteX0" fmla="*/ 1240 w 2479"/>
                <a:gd name="connsiteY0" fmla="*/ 0 h 7437"/>
                <a:gd name="connsiteX1" fmla="*/ 0 w 2479"/>
                <a:gd name="connsiteY1" fmla="*/ 1240 h 7437"/>
                <a:gd name="connsiteX2" fmla="*/ 0 w 2479"/>
                <a:gd name="connsiteY2" fmla="*/ 6198 h 7437"/>
                <a:gd name="connsiteX3" fmla="*/ 1240 w 2479"/>
                <a:gd name="connsiteY3" fmla="*/ 7438 h 7437"/>
                <a:gd name="connsiteX4" fmla="*/ 2479 w 2479"/>
                <a:gd name="connsiteY4" fmla="*/ 6198 h 7437"/>
                <a:gd name="connsiteX5" fmla="*/ 2479 w 2479"/>
                <a:gd name="connsiteY5" fmla="*/ 1240 h 7437"/>
                <a:gd name="connsiteX6" fmla="*/ 1240 w 2479"/>
                <a:gd name="connsiteY6" fmla="*/ 0 h 7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9" h="7437">
                  <a:moveTo>
                    <a:pt x="1240" y="0"/>
                  </a:moveTo>
                  <a:cubicBezTo>
                    <a:pt x="558" y="0"/>
                    <a:pt x="0" y="558"/>
                    <a:pt x="0" y="1240"/>
                  </a:cubicBezTo>
                  <a:lnTo>
                    <a:pt x="0" y="6198"/>
                  </a:lnTo>
                  <a:cubicBezTo>
                    <a:pt x="0" y="6880"/>
                    <a:pt x="558" y="7438"/>
                    <a:pt x="1240" y="7438"/>
                  </a:cubicBezTo>
                  <a:cubicBezTo>
                    <a:pt x="1921" y="7438"/>
                    <a:pt x="2479" y="6880"/>
                    <a:pt x="2479" y="6198"/>
                  </a:cubicBezTo>
                  <a:lnTo>
                    <a:pt x="2479" y="1240"/>
                  </a:lnTo>
                  <a:cubicBezTo>
                    <a:pt x="2479" y="558"/>
                    <a:pt x="1921" y="0"/>
                    <a:pt x="1240" y="0"/>
                  </a:cubicBezTo>
                </a:path>
              </a:pathLst>
            </a:custGeom>
            <a:solidFill>
              <a:srgbClr val="000000">
                <a:alpha val="50000"/>
              </a:srgbClr>
            </a:solidFill>
            <a:ln w="595" cap="flat">
              <a:noFill/>
              <a:prstDash val="solid"/>
              <a:miter/>
            </a:ln>
          </p:spPr>
          <p:txBody>
            <a:bodyPr rtlCol="0" anchor="ctr"/>
            <a:lstStyle/>
            <a:p>
              <a:endParaRPr lang="en-IN"/>
            </a:p>
          </p:txBody>
        </p:sp>
        <p:sp>
          <p:nvSpPr>
            <p:cNvPr id="116" name="Freeform: Shape 115">
              <a:extLst>
                <a:ext uri="{FF2B5EF4-FFF2-40B4-BE49-F238E27FC236}">
                  <a16:creationId xmlns:a16="http://schemas.microsoft.com/office/drawing/2014/main" id="{FA6E3A3C-35AD-6277-D458-58282947E121}"/>
                </a:ext>
              </a:extLst>
            </p:cNvPr>
            <p:cNvSpPr/>
            <p:nvPr/>
          </p:nvSpPr>
          <p:spPr>
            <a:xfrm>
              <a:off x="5236356" y="2254441"/>
              <a:ext cx="6011" cy="6011"/>
            </a:xfrm>
            <a:custGeom>
              <a:avLst/>
              <a:gdLst>
                <a:gd name="connsiteX0" fmla="*/ 5640 w 6011"/>
                <a:gd name="connsiteY0" fmla="*/ 3905 h 6011"/>
                <a:gd name="connsiteX1" fmla="*/ 2107 w 6011"/>
                <a:gd name="connsiteY1" fmla="*/ 372 h 6011"/>
                <a:gd name="connsiteX2" fmla="*/ 372 w 6011"/>
                <a:gd name="connsiteY2" fmla="*/ 372 h 6011"/>
                <a:gd name="connsiteX3" fmla="*/ 372 w 6011"/>
                <a:gd name="connsiteY3" fmla="*/ 2107 h 6011"/>
                <a:gd name="connsiteX4" fmla="*/ 3905 w 6011"/>
                <a:gd name="connsiteY4" fmla="*/ 5640 h 6011"/>
                <a:gd name="connsiteX5" fmla="*/ 4772 w 6011"/>
                <a:gd name="connsiteY5" fmla="*/ 6012 h 6011"/>
                <a:gd name="connsiteX6" fmla="*/ 5640 w 6011"/>
                <a:gd name="connsiteY6" fmla="*/ 5640 h 6011"/>
                <a:gd name="connsiteX7" fmla="*/ 5640 w 6011"/>
                <a:gd name="connsiteY7" fmla="*/ 3905 h 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1" h="6011">
                  <a:moveTo>
                    <a:pt x="5640" y="3905"/>
                  </a:moveTo>
                  <a:lnTo>
                    <a:pt x="2107" y="372"/>
                  </a:lnTo>
                  <a:cubicBezTo>
                    <a:pt x="1611" y="-124"/>
                    <a:pt x="868" y="-124"/>
                    <a:pt x="372" y="372"/>
                  </a:cubicBezTo>
                  <a:cubicBezTo>
                    <a:pt x="-124" y="868"/>
                    <a:pt x="-124" y="1611"/>
                    <a:pt x="372" y="2107"/>
                  </a:cubicBezTo>
                  <a:lnTo>
                    <a:pt x="3905" y="5640"/>
                  </a:lnTo>
                  <a:cubicBezTo>
                    <a:pt x="4153" y="5888"/>
                    <a:pt x="4463" y="6012"/>
                    <a:pt x="4772" y="6012"/>
                  </a:cubicBezTo>
                  <a:cubicBezTo>
                    <a:pt x="5082" y="6012"/>
                    <a:pt x="5392" y="5888"/>
                    <a:pt x="5640" y="5640"/>
                  </a:cubicBezTo>
                  <a:cubicBezTo>
                    <a:pt x="6136" y="5206"/>
                    <a:pt x="6136" y="4401"/>
                    <a:pt x="5640" y="3905"/>
                  </a:cubicBezTo>
                </a:path>
              </a:pathLst>
            </a:custGeom>
            <a:solidFill>
              <a:srgbClr val="000000">
                <a:alpha val="50000"/>
              </a:srgbClr>
            </a:solidFill>
            <a:ln w="595" cap="flat">
              <a:noFill/>
              <a:prstDash val="solid"/>
              <a:miter/>
            </a:ln>
          </p:spPr>
          <p:txBody>
            <a:bodyPr rtlCol="0" anchor="ctr"/>
            <a:lstStyle/>
            <a:p>
              <a:endParaRPr lang="en-IN"/>
            </a:p>
          </p:txBody>
        </p:sp>
        <p:sp>
          <p:nvSpPr>
            <p:cNvPr id="117" name="Freeform: Shape 116">
              <a:extLst>
                <a:ext uri="{FF2B5EF4-FFF2-40B4-BE49-F238E27FC236}">
                  <a16:creationId xmlns:a16="http://schemas.microsoft.com/office/drawing/2014/main" id="{50940BA7-6F6D-ED7B-1032-F8D1A07CA972}"/>
                </a:ext>
              </a:extLst>
            </p:cNvPr>
            <p:cNvSpPr/>
            <p:nvPr/>
          </p:nvSpPr>
          <p:spPr>
            <a:xfrm>
              <a:off x="5223960" y="2254503"/>
              <a:ext cx="6011" cy="6011"/>
            </a:xfrm>
            <a:custGeom>
              <a:avLst/>
              <a:gdLst>
                <a:gd name="connsiteX0" fmla="*/ 3905 w 6011"/>
                <a:gd name="connsiteY0" fmla="*/ 372 h 6011"/>
                <a:gd name="connsiteX1" fmla="*/ 372 w 6011"/>
                <a:gd name="connsiteY1" fmla="*/ 3905 h 6011"/>
                <a:gd name="connsiteX2" fmla="*/ 372 w 6011"/>
                <a:gd name="connsiteY2" fmla="*/ 5640 h 6011"/>
                <a:gd name="connsiteX3" fmla="*/ 1240 w 6011"/>
                <a:gd name="connsiteY3" fmla="*/ 6012 h 6011"/>
                <a:gd name="connsiteX4" fmla="*/ 2107 w 6011"/>
                <a:gd name="connsiteY4" fmla="*/ 5640 h 6011"/>
                <a:gd name="connsiteX5" fmla="*/ 5640 w 6011"/>
                <a:gd name="connsiteY5" fmla="*/ 2107 h 6011"/>
                <a:gd name="connsiteX6" fmla="*/ 5640 w 6011"/>
                <a:gd name="connsiteY6" fmla="*/ 372 h 6011"/>
                <a:gd name="connsiteX7" fmla="*/ 3905 w 6011"/>
                <a:gd name="connsiteY7" fmla="*/ 372 h 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1" h="6011">
                  <a:moveTo>
                    <a:pt x="3905" y="372"/>
                  </a:moveTo>
                  <a:lnTo>
                    <a:pt x="372" y="3905"/>
                  </a:lnTo>
                  <a:cubicBezTo>
                    <a:pt x="-124" y="4401"/>
                    <a:pt x="-124" y="5144"/>
                    <a:pt x="372" y="5640"/>
                  </a:cubicBezTo>
                  <a:cubicBezTo>
                    <a:pt x="620" y="5888"/>
                    <a:pt x="930" y="6012"/>
                    <a:pt x="1240" y="6012"/>
                  </a:cubicBezTo>
                  <a:cubicBezTo>
                    <a:pt x="1549" y="6012"/>
                    <a:pt x="1859" y="5888"/>
                    <a:pt x="2107" y="5640"/>
                  </a:cubicBezTo>
                  <a:lnTo>
                    <a:pt x="5640" y="2107"/>
                  </a:lnTo>
                  <a:cubicBezTo>
                    <a:pt x="6136" y="1611"/>
                    <a:pt x="6136" y="868"/>
                    <a:pt x="5640" y="372"/>
                  </a:cubicBezTo>
                  <a:cubicBezTo>
                    <a:pt x="5144" y="-124"/>
                    <a:pt x="4401" y="-124"/>
                    <a:pt x="3905" y="372"/>
                  </a:cubicBezTo>
                </a:path>
              </a:pathLst>
            </a:custGeom>
            <a:solidFill>
              <a:srgbClr val="000000">
                <a:alpha val="50000"/>
              </a:srgbClr>
            </a:solidFill>
            <a:ln w="595"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20FDFFE5-9730-2B2B-AD3A-47AABF73D582}"/>
                </a:ext>
              </a:extLst>
            </p:cNvPr>
            <p:cNvSpPr/>
            <p:nvPr/>
          </p:nvSpPr>
          <p:spPr>
            <a:xfrm>
              <a:off x="5203941" y="2246508"/>
              <a:ext cx="19833" cy="54479"/>
            </a:xfrm>
            <a:custGeom>
              <a:avLst/>
              <a:gdLst>
                <a:gd name="connsiteX0" fmla="*/ 2479 w 19833"/>
                <a:gd name="connsiteY0" fmla="*/ 18532 h 54479"/>
                <a:gd name="connsiteX1" fmla="*/ 2479 w 19833"/>
                <a:gd name="connsiteY1" fmla="*/ 43943 h 54479"/>
                <a:gd name="connsiteX2" fmla="*/ 620 w 19833"/>
                <a:gd name="connsiteY2" fmla="*/ 43943 h 54479"/>
                <a:gd name="connsiteX3" fmla="*/ 0 w 19833"/>
                <a:gd name="connsiteY3" fmla="*/ 54480 h 54479"/>
                <a:gd name="connsiteX4" fmla="*/ 8677 w 19833"/>
                <a:gd name="connsiteY4" fmla="*/ 54480 h 54479"/>
                <a:gd name="connsiteX5" fmla="*/ 8057 w 19833"/>
                <a:gd name="connsiteY5" fmla="*/ 43943 h 54479"/>
                <a:gd name="connsiteX6" fmla="*/ 6198 w 19833"/>
                <a:gd name="connsiteY6" fmla="*/ 43943 h 54479"/>
                <a:gd name="connsiteX7" fmla="*/ 6198 w 19833"/>
                <a:gd name="connsiteY7" fmla="*/ 18532 h 54479"/>
                <a:gd name="connsiteX8" fmla="*/ 19833 w 19833"/>
                <a:gd name="connsiteY8" fmla="*/ 3719 h 54479"/>
                <a:gd name="connsiteX9" fmla="*/ 19833 w 19833"/>
                <a:gd name="connsiteY9" fmla="*/ 0 h 54479"/>
                <a:gd name="connsiteX10" fmla="*/ 2479 w 19833"/>
                <a:gd name="connsiteY10" fmla="*/ 18532 h 5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833" h="54479">
                  <a:moveTo>
                    <a:pt x="2479" y="18532"/>
                  </a:moveTo>
                  <a:lnTo>
                    <a:pt x="2479" y="43943"/>
                  </a:lnTo>
                  <a:lnTo>
                    <a:pt x="620" y="43943"/>
                  </a:lnTo>
                  <a:lnTo>
                    <a:pt x="0" y="54480"/>
                  </a:lnTo>
                  <a:lnTo>
                    <a:pt x="8677" y="54480"/>
                  </a:lnTo>
                  <a:lnTo>
                    <a:pt x="8057" y="43943"/>
                  </a:lnTo>
                  <a:lnTo>
                    <a:pt x="6198" y="43943"/>
                  </a:lnTo>
                  <a:lnTo>
                    <a:pt x="6198" y="18532"/>
                  </a:lnTo>
                  <a:cubicBezTo>
                    <a:pt x="6198" y="10722"/>
                    <a:pt x="12210" y="4339"/>
                    <a:pt x="19833" y="3719"/>
                  </a:cubicBezTo>
                  <a:lnTo>
                    <a:pt x="19833" y="0"/>
                  </a:lnTo>
                  <a:cubicBezTo>
                    <a:pt x="10165" y="620"/>
                    <a:pt x="2479" y="8677"/>
                    <a:pt x="2479" y="18532"/>
                  </a:cubicBezTo>
                </a:path>
              </a:pathLst>
            </a:custGeom>
            <a:solidFill>
              <a:srgbClr val="000000">
                <a:alpha val="50000"/>
              </a:srgbClr>
            </a:solidFill>
            <a:ln w="595" cap="flat">
              <a:noFill/>
              <a:prstDash val="solid"/>
              <a:miter/>
            </a:ln>
          </p:spPr>
          <p:txBody>
            <a:bodyPr rtlCol="0" anchor="ctr"/>
            <a:lstStyle/>
            <a:p>
              <a:endParaRPr lang="en-IN"/>
            </a:p>
          </p:txBody>
        </p:sp>
        <p:sp>
          <p:nvSpPr>
            <p:cNvPr id="119" name="Freeform: Shape 118">
              <a:extLst>
                <a:ext uri="{FF2B5EF4-FFF2-40B4-BE49-F238E27FC236}">
                  <a16:creationId xmlns:a16="http://schemas.microsoft.com/office/drawing/2014/main" id="{28051627-5880-9DBA-EE50-1D08F7E22316}"/>
                </a:ext>
              </a:extLst>
            </p:cNvPr>
            <p:cNvSpPr/>
            <p:nvPr/>
          </p:nvSpPr>
          <p:spPr>
            <a:xfrm>
              <a:off x="4762220" y="2614832"/>
              <a:ext cx="97782" cy="90342"/>
            </a:xfrm>
            <a:custGeom>
              <a:avLst/>
              <a:gdLst>
                <a:gd name="connsiteX0" fmla="*/ 42514 w 97782"/>
                <a:gd name="connsiteY0" fmla="*/ 39857 h 90342"/>
                <a:gd name="connsiteX1" fmla="*/ 37200 w 97782"/>
                <a:gd name="connsiteY1" fmla="*/ 34543 h 90342"/>
                <a:gd name="connsiteX2" fmla="*/ 42514 w 97782"/>
                <a:gd name="connsiteY2" fmla="*/ 29228 h 90342"/>
                <a:gd name="connsiteX3" fmla="*/ 47828 w 97782"/>
                <a:gd name="connsiteY3" fmla="*/ 34543 h 90342"/>
                <a:gd name="connsiteX4" fmla="*/ 42514 w 97782"/>
                <a:gd name="connsiteY4" fmla="*/ 39857 h 90342"/>
                <a:gd name="connsiteX5" fmla="*/ 97782 w 97782"/>
                <a:gd name="connsiteY5" fmla="*/ 36535 h 90342"/>
                <a:gd name="connsiteX6" fmla="*/ 26704 w 97782"/>
                <a:gd name="connsiteY6" fmla="*/ 7041 h 90342"/>
                <a:gd name="connsiteX7" fmla="*/ 14481 w 97782"/>
                <a:gd name="connsiteY7" fmla="*/ 36535 h 90342"/>
                <a:gd name="connsiteX8" fmla="*/ 38528 w 97782"/>
                <a:gd name="connsiteY8" fmla="*/ 46633 h 90342"/>
                <a:gd name="connsiteX9" fmla="*/ 38528 w 97782"/>
                <a:gd name="connsiteY9" fmla="*/ 51814 h 90342"/>
                <a:gd name="connsiteX10" fmla="*/ 27900 w 97782"/>
                <a:gd name="connsiteY10" fmla="*/ 62442 h 90342"/>
                <a:gd name="connsiteX11" fmla="*/ 7971 w 97782"/>
                <a:gd name="connsiteY11" fmla="*/ 62442 h 90342"/>
                <a:gd name="connsiteX12" fmla="*/ 7971 w 97782"/>
                <a:gd name="connsiteY12" fmla="*/ 0 h 90342"/>
                <a:gd name="connsiteX13" fmla="*/ 0 w 97782"/>
                <a:gd name="connsiteY13" fmla="*/ 0 h 90342"/>
                <a:gd name="connsiteX14" fmla="*/ 0 w 97782"/>
                <a:gd name="connsiteY14" fmla="*/ 90342 h 90342"/>
                <a:gd name="connsiteX15" fmla="*/ 7971 w 97782"/>
                <a:gd name="connsiteY15" fmla="*/ 90342 h 90342"/>
                <a:gd name="connsiteX16" fmla="*/ 7971 w 97782"/>
                <a:gd name="connsiteY16" fmla="*/ 70414 h 90342"/>
                <a:gd name="connsiteX17" fmla="*/ 27900 w 97782"/>
                <a:gd name="connsiteY17" fmla="*/ 70414 h 90342"/>
                <a:gd name="connsiteX18" fmla="*/ 46500 w 97782"/>
                <a:gd name="connsiteY18" fmla="*/ 51814 h 90342"/>
                <a:gd name="connsiteX19" fmla="*/ 46500 w 97782"/>
                <a:gd name="connsiteY19" fmla="*/ 49821 h 90342"/>
                <a:gd name="connsiteX20" fmla="*/ 69085 w 97782"/>
                <a:gd name="connsiteY20" fmla="*/ 59121 h 90342"/>
                <a:gd name="connsiteX21" fmla="*/ 97782 w 97782"/>
                <a:gd name="connsiteY21" fmla="*/ 36535 h 9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782" h="90342">
                  <a:moveTo>
                    <a:pt x="42514" y="39857"/>
                  </a:moveTo>
                  <a:cubicBezTo>
                    <a:pt x="39591" y="39857"/>
                    <a:pt x="37200" y="37465"/>
                    <a:pt x="37200" y="34543"/>
                  </a:cubicBezTo>
                  <a:cubicBezTo>
                    <a:pt x="37200" y="31620"/>
                    <a:pt x="39591" y="29228"/>
                    <a:pt x="42514" y="29228"/>
                  </a:cubicBezTo>
                  <a:cubicBezTo>
                    <a:pt x="45437" y="29228"/>
                    <a:pt x="47828" y="31620"/>
                    <a:pt x="47828" y="34543"/>
                  </a:cubicBezTo>
                  <a:cubicBezTo>
                    <a:pt x="47828" y="37465"/>
                    <a:pt x="45437" y="39857"/>
                    <a:pt x="42514" y="39857"/>
                  </a:cubicBezTo>
                  <a:close/>
                  <a:moveTo>
                    <a:pt x="97782" y="36535"/>
                  </a:moveTo>
                  <a:lnTo>
                    <a:pt x="26704" y="7041"/>
                  </a:lnTo>
                  <a:lnTo>
                    <a:pt x="14481" y="36535"/>
                  </a:lnTo>
                  <a:lnTo>
                    <a:pt x="38528" y="46633"/>
                  </a:lnTo>
                  <a:lnTo>
                    <a:pt x="38528" y="51814"/>
                  </a:lnTo>
                  <a:cubicBezTo>
                    <a:pt x="38528" y="57660"/>
                    <a:pt x="33745" y="62442"/>
                    <a:pt x="27900" y="62442"/>
                  </a:cubicBezTo>
                  <a:lnTo>
                    <a:pt x="7971" y="62442"/>
                  </a:lnTo>
                  <a:lnTo>
                    <a:pt x="7971" y="0"/>
                  </a:lnTo>
                  <a:lnTo>
                    <a:pt x="0" y="0"/>
                  </a:lnTo>
                  <a:lnTo>
                    <a:pt x="0" y="90342"/>
                  </a:lnTo>
                  <a:lnTo>
                    <a:pt x="7971" y="90342"/>
                  </a:lnTo>
                  <a:lnTo>
                    <a:pt x="7971" y="70414"/>
                  </a:lnTo>
                  <a:lnTo>
                    <a:pt x="27900" y="70414"/>
                  </a:lnTo>
                  <a:cubicBezTo>
                    <a:pt x="38130" y="70414"/>
                    <a:pt x="46500" y="62044"/>
                    <a:pt x="46500" y="51814"/>
                  </a:cubicBezTo>
                  <a:lnTo>
                    <a:pt x="46500" y="49821"/>
                  </a:lnTo>
                  <a:lnTo>
                    <a:pt x="69085" y="59121"/>
                  </a:lnTo>
                  <a:lnTo>
                    <a:pt x="97782" y="36535"/>
                  </a:lnTo>
                  <a:close/>
                </a:path>
              </a:pathLst>
            </a:custGeom>
            <a:solidFill>
              <a:srgbClr val="000000">
                <a:alpha val="50000"/>
              </a:srgbClr>
            </a:solidFill>
            <a:ln w="1290" cap="flat">
              <a:noFill/>
              <a:prstDash val="solid"/>
              <a:miter/>
            </a:ln>
          </p:spPr>
          <p:txBody>
            <a:bodyPr rtlCol="0" anchor="ctr"/>
            <a:lstStyle/>
            <a:p>
              <a:endParaRPr lang="en-IN"/>
            </a:p>
          </p:txBody>
        </p:sp>
        <p:sp>
          <p:nvSpPr>
            <p:cNvPr id="120" name="Freeform: Shape 119">
              <a:extLst>
                <a:ext uri="{FF2B5EF4-FFF2-40B4-BE49-F238E27FC236}">
                  <a16:creationId xmlns:a16="http://schemas.microsoft.com/office/drawing/2014/main" id="{5D4433CA-1142-FB39-471B-B89499A23B6C}"/>
                </a:ext>
              </a:extLst>
            </p:cNvPr>
            <p:cNvSpPr/>
            <p:nvPr/>
          </p:nvSpPr>
          <p:spPr>
            <a:xfrm>
              <a:off x="4845388" y="2660402"/>
              <a:ext cx="21522" cy="13285"/>
            </a:xfrm>
            <a:custGeom>
              <a:avLst/>
              <a:gdLst>
                <a:gd name="connsiteX0" fmla="*/ 11824 w 21522"/>
                <a:gd name="connsiteY0" fmla="*/ 0 h 13285"/>
                <a:gd name="connsiteX1" fmla="*/ 0 w 21522"/>
                <a:gd name="connsiteY1" fmla="*/ 9300 h 13285"/>
                <a:gd name="connsiteX2" fmla="*/ 9699 w 21522"/>
                <a:gd name="connsiteY2" fmla="*/ 13286 h 13285"/>
                <a:gd name="connsiteX3" fmla="*/ 21523 w 21522"/>
                <a:gd name="connsiteY3" fmla="*/ 3986 h 13285"/>
              </a:gdLst>
              <a:ahLst/>
              <a:cxnLst>
                <a:cxn ang="0">
                  <a:pos x="connsiteX0" y="connsiteY0"/>
                </a:cxn>
                <a:cxn ang="0">
                  <a:pos x="connsiteX1" y="connsiteY1"/>
                </a:cxn>
                <a:cxn ang="0">
                  <a:pos x="connsiteX2" y="connsiteY2"/>
                </a:cxn>
                <a:cxn ang="0">
                  <a:pos x="connsiteX3" y="connsiteY3"/>
                </a:cxn>
              </a:cxnLst>
              <a:rect l="l" t="t" r="r" b="b"/>
              <a:pathLst>
                <a:path w="21522" h="13285">
                  <a:moveTo>
                    <a:pt x="11824" y="0"/>
                  </a:moveTo>
                  <a:lnTo>
                    <a:pt x="0" y="9300"/>
                  </a:lnTo>
                  <a:lnTo>
                    <a:pt x="9699" y="13286"/>
                  </a:lnTo>
                  <a:lnTo>
                    <a:pt x="21523" y="3986"/>
                  </a:lnTo>
                  <a:close/>
                </a:path>
              </a:pathLst>
            </a:custGeom>
            <a:solidFill>
              <a:srgbClr val="000000">
                <a:alpha val="50000"/>
              </a:srgbClr>
            </a:solidFill>
            <a:ln w="1290" cap="flat">
              <a:noFill/>
              <a:prstDash val="solid"/>
              <a:miter/>
            </a:ln>
          </p:spPr>
          <p:txBody>
            <a:bodyPr rtlCol="0" anchor="ctr"/>
            <a:lstStyle/>
            <a:p>
              <a:endParaRPr lang="en-IN"/>
            </a:p>
          </p:txBody>
        </p:sp>
        <p:sp>
          <p:nvSpPr>
            <p:cNvPr id="121" name="Graphic 63" descr="Lock">
              <a:extLst>
                <a:ext uri="{FF2B5EF4-FFF2-40B4-BE49-F238E27FC236}">
                  <a16:creationId xmlns:a16="http://schemas.microsoft.com/office/drawing/2014/main" id="{367FF306-92A0-06D8-849D-F10A02F93083}"/>
                </a:ext>
              </a:extLst>
            </p:cNvPr>
            <p:cNvSpPr/>
            <p:nvPr/>
          </p:nvSpPr>
          <p:spPr>
            <a:xfrm>
              <a:off x="7176272" y="2133980"/>
              <a:ext cx="50815" cy="66242"/>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endParaRPr lang="en-IN"/>
            </a:p>
          </p:txBody>
        </p:sp>
        <p:sp>
          <p:nvSpPr>
            <p:cNvPr id="122" name="Freeform: Shape 121">
              <a:extLst>
                <a:ext uri="{FF2B5EF4-FFF2-40B4-BE49-F238E27FC236}">
                  <a16:creationId xmlns:a16="http://schemas.microsoft.com/office/drawing/2014/main" id="{9D911506-286D-88D6-E094-B5B5CDD03B70}"/>
                </a:ext>
              </a:extLst>
            </p:cNvPr>
            <p:cNvSpPr/>
            <p:nvPr/>
          </p:nvSpPr>
          <p:spPr>
            <a:xfrm>
              <a:off x="10444724" y="1637410"/>
              <a:ext cx="47094" cy="31858"/>
            </a:xfrm>
            <a:custGeom>
              <a:avLst/>
              <a:gdLst>
                <a:gd name="connsiteX0" fmla="*/ 42940 w 47094"/>
                <a:gd name="connsiteY0" fmla="*/ 27703 h 31858"/>
                <a:gd name="connsiteX1" fmla="*/ 4155 w 47094"/>
                <a:gd name="connsiteY1" fmla="*/ 27703 h 31858"/>
                <a:gd name="connsiteX2" fmla="*/ 4155 w 47094"/>
                <a:gd name="connsiteY2" fmla="*/ 4155 h 31858"/>
                <a:gd name="connsiteX3" fmla="*/ 42940 w 47094"/>
                <a:gd name="connsiteY3" fmla="*/ 4155 h 31858"/>
                <a:gd name="connsiteX4" fmla="*/ 42940 w 47094"/>
                <a:gd name="connsiteY4" fmla="*/ 27703 h 31858"/>
                <a:gd name="connsiteX5" fmla="*/ 47095 w 47094"/>
                <a:gd name="connsiteY5" fmla="*/ 2770 h 31858"/>
                <a:gd name="connsiteX6" fmla="*/ 44325 w 47094"/>
                <a:gd name="connsiteY6" fmla="*/ 0 h 31858"/>
                <a:gd name="connsiteX7" fmla="*/ 2770 w 47094"/>
                <a:gd name="connsiteY7" fmla="*/ 0 h 31858"/>
                <a:gd name="connsiteX8" fmla="*/ 0 w 47094"/>
                <a:gd name="connsiteY8" fmla="*/ 2770 h 31858"/>
                <a:gd name="connsiteX9" fmla="*/ 0 w 47094"/>
                <a:gd name="connsiteY9" fmla="*/ 31858 h 31858"/>
                <a:gd name="connsiteX10" fmla="*/ 47095 w 47094"/>
                <a:gd name="connsiteY10" fmla="*/ 31858 h 31858"/>
                <a:gd name="connsiteX11" fmla="*/ 47095 w 47094"/>
                <a:gd name="connsiteY11" fmla="*/ 2770 h 3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94" h="31858">
                  <a:moveTo>
                    <a:pt x="42940" y="27703"/>
                  </a:moveTo>
                  <a:lnTo>
                    <a:pt x="4155" y="27703"/>
                  </a:lnTo>
                  <a:lnTo>
                    <a:pt x="4155" y="4155"/>
                  </a:lnTo>
                  <a:lnTo>
                    <a:pt x="42940" y="4155"/>
                  </a:lnTo>
                  <a:lnTo>
                    <a:pt x="42940" y="27703"/>
                  </a:lnTo>
                  <a:close/>
                  <a:moveTo>
                    <a:pt x="47095" y="2770"/>
                  </a:moveTo>
                  <a:cubicBezTo>
                    <a:pt x="47095" y="1247"/>
                    <a:pt x="45848" y="0"/>
                    <a:pt x="44325" y="0"/>
                  </a:cubicBezTo>
                  <a:lnTo>
                    <a:pt x="2770" y="0"/>
                  </a:lnTo>
                  <a:cubicBezTo>
                    <a:pt x="1247" y="0"/>
                    <a:pt x="0" y="1247"/>
                    <a:pt x="0" y="2770"/>
                  </a:cubicBezTo>
                  <a:lnTo>
                    <a:pt x="0" y="31858"/>
                  </a:lnTo>
                  <a:lnTo>
                    <a:pt x="47095" y="31858"/>
                  </a:lnTo>
                  <a:lnTo>
                    <a:pt x="47095" y="2770"/>
                  </a:lnTo>
                  <a:close/>
                </a:path>
              </a:pathLst>
            </a:custGeom>
            <a:solidFill>
              <a:schemeClr val="tx1">
                <a:lumMod val="95000"/>
                <a:lumOff val="5000"/>
                <a:alpha val="50000"/>
              </a:schemeClr>
            </a:solidFill>
            <a:ln w="595" cap="flat">
              <a:noFill/>
              <a:prstDash val="solid"/>
              <a:miter/>
            </a:ln>
          </p:spPr>
          <p:txBody>
            <a:bodyPr rtlCol="0" anchor="ctr"/>
            <a:lstStyle/>
            <a:p>
              <a:endParaRPr lang="en-IN"/>
            </a:p>
          </p:txBody>
        </p:sp>
        <p:sp>
          <p:nvSpPr>
            <p:cNvPr id="123" name="Freeform: Shape 122">
              <a:extLst>
                <a:ext uri="{FF2B5EF4-FFF2-40B4-BE49-F238E27FC236}">
                  <a16:creationId xmlns:a16="http://schemas.microsoft.com/office/drawing/2014/main" id="{5FCFEF9F-AFB2-B5EF-657D-2810296BDA95}"/>
                </a:ext>
              </a:extLst>
            </p:cNvPr>
            <p:cNvSpPr/>
            <p:nvPr/>
          </p:nvSpPr>
          <p:spPr>
            <a:xfrm>
              <a:off x="10436413" y="1672039"/>
              <a:ext cx="63716" cy="4155"/>
            </a:xfrm>
            <a:custGeom>
              <a:avLst/>
              <a:gdLst>
                <a:gd name="connsiteX0" fmla="*/ 36014 w 63716"/>
                <a:gd name="connsiteY0" fmla="*/ 0 h 4155"/>
                <a:gd name="connsiteX1" fmla="*/ 36014 w 63716"/>
                <a:gd name="connsiteY1" fmla="*/ 693 h 4155"/>
                <a:gd name="connsiteX2" fmla="*/ 35321 w 63716"/>
                <a:gd name="connsiteY2" fmla="*/ 1385 h 4155"/>
                <a:gd name="connsiteX3" fmla="*/ 28395 w 63716"/>
                <a:gd name="connsiteY3" fmla="*/ 1385 h 4155"/>
                <a:gd name="connsiteX4" fmla="*/ 27703 w 63716"/>
                <a:gd name="connsiteY4" fmla="*/ 693 h 4155"/>
                <a:gd name="connsiteX5" fmla="*/ 27703 w 63716"/>
                <a:gd name="connsiteY5" fmla="*/ 0 h 4155"/>
                <a:gd name="connsiteX6" fmla="*/ 0 w 63716"/>
                <a:gd name="connsiteY6" fmla="*/ 0 h 4155"/>
                <a:gd name="connsiteX7" fmla="*/ 0 w 63716"/>
                <a:gd name="connsiteY7" fmla="*/ 1385 h 4155"/>
                <a:gd name="connsiteX8" fmla="*/ 2770 w 63716"/>
                <a:gd name="connsiteY8" fmla="*/ 4155 h 4155"/>
                <a:gd name="connsiteX9" fmla="*/ 60946 w 63716"/>
                <a:gd name="connsiteY9" fmla="*/ 4155 h 4155"/>
                <a:gd name="connsiteX10" fmla="*/ 63717 w 63716"/>
                <a:gd name="connsiteY10" fmla="*/ 1385 h 4155"/>
                <a:gd name="connsiteX11" fmla="*/ 63717 w 63716"/>
                <a:gd name="connsiteY11" fmla="*/ 0 h 4155"/>
                <a:gd name="connsiteX12" fmla="*/ 36014 w 63716"/>
                <a:gd name="connsiteY12" fmla="*/ 0 h 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716" h="4155">
                  <a:moveTo>
                    <a:pt x="36014" y="0"/>
                  </a:moveTo>
                  <a:lnTo>
                    <a:pt x="36014" y="693"/>
                  </a:lnTo>
                  <a:cubicBezTo>
                    <a:pt x="36014" y="1108"/>
                    <a:pt x="35737" y="1385"/>
                    <a:pt x="35321" y="1385"/>
                  </a:cubicBezTo>
                  <a:lnTo>
                    <a:pt x="28395" y="1385"/>
                  </a:lnTo>
                  <a:cubicBezTo>
                    <a:pt x="27980" y="1385"/>
                    <a:pt x="27703" y="1108"/>
                    <a:pt x="27703" y="693"/>
                  </a:cubicBezTo>
                  <a:lnTo>
                    <a:pt x="27703" y="0"/>
                  </a:lnTo>
                  <a:lnTo>
                    <a:pt x="0" y="0"/>
                  </a:lnTo>
                  <a:lnTo>
                    <a:pt x="0" y="1385"/>
                  </a:lnTo>
                  <a:cubicBezTo>
                    <a:pt x="0" y="2909"/>
                    <a:pt x="1247" y="4155"/>
                    <a:pt x="2770" y="4155"/>
                  </a:cubicBezTo>
                  <a:lnTo>
                    <a:pt x="60946" y="4155"/>
                  </a:lnTo>
                  <a:cubicBezTo>
                    <a:pt x="62470" y="4155"/>
                    <a:pt x="63717" y="2909"/>
                    <a:pt x="63717" y="1385"/>
                  </a:cubicBezTo>
                  <a:lnTo>
                    <a:pt x="63717" y="0"/>
                  </a:lnTo>
                  <a:lnTo>
                    <a:pt x="36014" y="0"/>
                  </a:lnTo>
                  <a:close/>
                </a:path>
              </a:pathLst>
            </a:custGeom>
            <a:solidFill>
              <a:schemeClr val="tx1">
                <a:lumMod val="95000"/>
                <a:lumOff val="5000"/>
                <a:alpha val="50000"/>
              </a:schemeClr>
            </a:solidFill>
            <a:ln w="595" cap="flat">
              <a:noFill/>
              <a:prstDash val="solid"/>
              <a:miter/>
            </a:ln>
          </p:spPr>
          <p:txBody>
            <a:bodyPr rtlCol="0" anchor="ctr"/>
            <a:lstStyle/>
            <a:p>
              <a:endParaRPr lang="en-IN"/>
            </a:p>
          </p:txBody>
        </p:sp>
        <p:sp>
          <p:nvSpPr>
            <p:cNvPr id="124" name="Freeform: Shape 123">
              <a:extLst>
                <a:ext uri="{FF2B5EF4-FFF2-40B4-BE49-F238E27FC236}">
                  <a16:creationId xmlns:a16="http://schemas.microsoft.com/office/drawing/2014/main" id="{1A07E8D2-11E4-DDC6-E5B6-008770E2BA4D}"/>
                </a:ext>
              </a:extLst>
            </p:cNvPr>
            <p:cNvSpPr/>
            <p:nvPr/>
          </p:nvSpPr>
          <p:spPr>
            <a:xfrm>
              <a:off x="5903897" y="1496290"/>
              <a:ext cx="56985" cy="38548"/>
            </a:xfrm>
            <a:custGeom>
              <a:avLst/>
              <a:gdLst>
                <a:gd name="connsiteX0" fmla="*/ 51957 w 56985"/>
                <a:gd name="connsiteY0" fmla="*/ 33521 h 38548"/>
                <a:gd name="connsiteX1" fmla="*/ 5028 w 56985"/>
                <a:gd name="connsiteY1" fmla="*/ 33521 h 38548"/>
                <a:gd name="connsiteX2" fmla="*/ 5028 w 56985"/>
                <a:gd name="connsiteY2" fmla="*/ 5028 h 38548"/>
                <a:gd name="connsiteX3" fmla="*/ 51957 w 56985"/>
                <a:gd name="connsiteY3" fmla="*/ 5028 h 38548"/>
                <a:gd name="connsiteX4" fmla="*/ 51957 w 56985"/>
                <a:gd name="connsiteY4" fmla="*/ 33521 h 38548"/>
                <a:gd name="connsiteX5" fmla="*/ 56985 w 56985"/>
                <a:gd name="connsiteY5" fmla="*/ 3352 h 38548"/>
                <a:gd name="connsiteX6" fmla="*/ 53633 w 56985"/>
                <a:gd name="connsiteY6" fmla="*/ 0 h 38548"/>
                <a:gd name="connsiteX7" fmla="*/ 3352 w 56985"/>
                <a:gd name="connsiteY7" fmla="*/ 0 h 38548"/>
                <a:gd name="connsiteX8" fmla="*/ 0 w 56985"/>
                <a:gd name="connsiteY8" fmla="*/ 3352 h 38548"/>
                <a:gd name="connsiteX9" fmla="*/ 0 w 56985"/>
                <a:gd name="connsiteY9" fmla="*/ 38549 h 38548"/>
                <a:gd name="connsiteX10" fmla="*/ 56985 w 56985"/>
                <a:gd name="connsiteY10" fmla="*/ 38549 h 38548"/>
                <a:gd name="connsiteX11" fmla="*/ 56985 w 56985"/>
                <a:gd name="connsiteY11" fmla="*/ 3352 h 38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85" h="38548">
                  <a:moveTo>
                    <a:pt x="51957" y="33521"/>
                  </a:moveTo>
                  <a:lnTo>
                    <a:pt x="5028" y="33521"/>
                  </a:lnTo>
                  <a:lnTo>
                    <a:pt x="5028" y="5028"/>
                  </a:lnTo>
                  <a:lnTo>
                    <a:pt x="51957" y="5028"/>
                  </a:lnTo>
                  <a:lnTo>
                    <a:pt x="51957" y="33521"/>
                  </a:lnTo>
                  <a:close/>
                  <a:moveTo>
                    <a:pt x="56985" y="3352"/>
                  </a:moveTo>
                  <a:cubicBezTo>
                    <a:pt x="56985" y="1508"/>
                    <a:pt x="55477" y="0"/>
                    <a:pt x="53633" y="0"/>
                  </a:cubicBezTo>
                  <a:lnTo>
                    <a:pt x="3352" y="0"/>
                  </a:lnTo>
                  <a:cubicBezTo>
                    <a:pt x="1508" y="0"/>
                    <a:pt x="0" y="1508"/>
                    <a:pt x="0" y="3352"/>
                  </a:cubicBezTo>
                  <a:lnTo>
                    <a:pt x="0" y="38549"/>
                  </a:lnTo>
                  <a:lnTo>
                    <a:pt x="56985" y="38549"/>
                  </a:lnTo>
                  <a:lnTo>
                    <a:pt x="56985" y="3352"/>
                  </a:lnTo>
                  <a:close/>
                </a:path>
              </a:pathLst>
            </a:custGeom>
            <a:solidFill>
              <a:schemeClr val="tx1">
                <a:lumMod val="95000"/>
                <a:lumOff val="5000"/>
                <a:alpha val="50000"/>
              </a:schemeClr>
            </a:solidFill>
            <a:ln w="794" cap="flat">
              <a:noFill/>
              <a:prstDash val="solid"/>
              <a:miter/>
            </a:ln>
          </p:spPr>
          <p:txBody>
            <a:bodyPr rtlCol="0" anchor="ctr"/>
            <a:lstStyle/>
            <a:p>
              <a:endParaRPr lang="en-IN"/>
            </a:p>
          </p:txBody>
        </p:sp>
        <p:sp>
          <p:nvSpPr>
            <p:cNvPr id="125" name="Freeform: Shape 124">
              <a:extLst>
                <a:ext uri="{FF2B5EF4-FFF2-40B4-BE49-F238E27FC236}">
                  <a16:creationId xmlns:a16="http://schemas.microsoft.com/office/drawing/2014/main" id="{A41CB62E-3F5B-79F6-DA58-3B38318A247E}"/>
                </a:ext>
              </a:extLst>
            </p:cNvPr>
            <p:cNvSpPr/>
            <p:nvPr/>
          </p:nvSpPr>
          <p:spPr>
            <a:xfrm>
              <a:off x="5893841" y="1538191"/>
              <a:ext cx="77097" cy="5028"/>
            </a:xfrm>
            <a:custGeom>
              <a:avLst/>
              <a:gdLst>
                <a:gd name="connsiteX0" fmla="*/ 43577 w 77097"/>
                <a:gd name="connsiteY0" fmla="*/ 0 h 5028"/>
                <a:gd name="connsiteX1" fmla="*/ 43577 w 77097"/>
                <a:gd name="connsiteY1" fmla="*/ 838 h 5028"/>
                <a:gd name="connsiteX2" fmla="*/ 42739 w 77097"/>
                <a:gd name="connsiteY2" fmla="*/ 1676 h 5028"/>
                <a:gd name="connsiteX3" fmla="*/ 34359 w 77097"/>
                <a:gd name="connsiteY3" fmla="*/ 1676 h 5028"/>
                <a:gd name="connsiteX4" fmla="*/ 33521 w 77097"/>
                <a:gd name="connsiteY4" fmla="*/ 838 h 5028"/>
                <a:gd name="connsiteX5" fmla="*/ 33521 w 77097"/>
                <a:gd name="connsiteY5" fmla="*/ 0 h 5028"/>
                <a:gd name="connsiteX6" fmla="*/ 0 w 77097"/>
                <a:gd name="connsiteY6" fmla="*/ 0 h 5028"/>
                <a:gd name="connsiteX7" fmla="*/ 0 w 77097"/>
                <a:gd name="connsiteY7" fmla="*/ 1676 h 5028"/>
                <a:gd name="connsiteX8" fmla="*/ 3352 w 77097"/>
                <a:gd name="connsiteY8" fmla="*/ 5028 h 5028"/>
                <a:gd name="connsiteX9" fmla="*/ 73746 w 77097"/>
                <a:gd name="connsiteY9" fmla="*/ 5028 h 5028"/>
                <a:gd name="connsiteX10" fmla="*/ 77098 w 77097"/>
                <a:gd name="connsiteY10" fmla="*/ 1676 h 5028"/>
                <a:gd name="connsiteX11" fmla="*/ 77098 w 77097"/>
                <a:gd name="connsiteY11" fmla="*/ 0 h 5028"/>
                <a:gd name="connsiteX12" fmla="*/ 43577 w 77097"/>
                <a:gd name="connsiteY12" fmla="*/ 0 h 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097" h="5028">
                  <a:moveTo>
                    <a:pt x="43577" y="0"/>
                  </a:moveTo>
                  <a:lnTo>
                    <a:pt x="43577" y="838"/>
                  </a:lnTo>
                  <a:cubicBezTo>
                    <a:pt x="43577" y="1341"/>
                    <a:pt x="43242" y="1676"/>
                    <a:pt x="42739" y="1676"/>
                  </a:cubicBezTo>
                  <a:lnTo>
                    <a:pt x="34359" y="1676"/>
                  </a:lnTo>
                  <a:cubicBezTo>
                    <a:pt x="33856" y="1676"/>
                    <a:pt x="33521" y="1341"/>
                    <a:pt x="33521" y="838"/>
                  </a:cubicBezTo>
                  <a:lnTo>
                    <a:pt x="33521" y="0"/>
                  </a:lnTo>
                  <a:lnTo>
                    <a:pt x="0" y="0"/>
                  </a:lnTo>
                  <a:lnTo>
                    <a:pt x="0" y="1676"/>
                  </a:lnTo>
                  <a:cubicBezTo>
                    <a:pt x="0" y="3520"/>
                    <a:pt x="1508" y="5028"/>
                    <a:pt x="3352" y="5028"/>
                  </a:cubicBezTo>
                  <a:lnTo>
                    <a:pt x="73746" y="5028"/>
                  </a:lnTo>
                  <a:cubicBezTo>
                    <a:pt x="75589" y="5028"/>
                    <a:pt x="77098" y="3520"/>
                    <a:pt x="77098" y="1676"/>
                  </a:cubicBezTo>
                  <a:lnTo>
                    <a:pt x="77098" y="0"/>
                  </a:lnTo>
                  <a:lnTo>
                    <a:pt x="43577" y="0"/>
                  </a:lnTo>
                  <a:close/>
                </a:path>
              </a:pathLst>
            </a:custGeom>
            <a:solidFill>
              <a:schemeClr val="tx1">
                <a:lumMod val="95000"/>
                <a:lumOff val="5000"/>
                <a:alpha val="50000"/>
              </a:schemeClr>
            </a:solidFill>
            <a:ln w="794" cap="flat">
              <a:noFill/>
              <a:prstDash val="solid"/>
              <a:miter/>
            </a:ln>
          </p:spPr>
          <p:txBody>
            <a:bodyPr rtlCol="0" anchor="ctr"/>
            <a:lstStyle/>
            <a:p>
              <a:endParaRPr lang="en-IN"/>
            </a:p>
          </p:txBody>
        </p:sp>
        <p:sp>
          <p:nvSpPr>
            <p:cNvPr id="126" name="Graphic 66" descr="Lock">
              <a:extLst>
                <a:ext uri="{FF2B5EF4-FFF2-40B4-BE49-F238E27FC236}">
                  <a16:creationId xmlns:a16="http://schemas.microsoft.com/office/drawing/2014/main" id="{C90BD517-463B-D771-9878-9C1819E628AA}"/>
                </a:ext>
              </a:extLst>
            </p:cNvPr>
            <p:cNvSpPr/>
            <p:nvPr/>
          </p:nvSpPr>
          <p:spPr>
            <a:xfrm>
              <a:off x="9843029" y="2804851"/>
              <a:ext cx="50815" cy="66242"/>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1EB85AD4-A042-296D-CFB6-332DAC030BA4}"/>
                </a:ext>
              </a:extLst>
            </p:cNvPr>
            <p:cNvSpPr/>
            <p:nvPr/>
          </p:nvSpPr>
          <p:spPr>
            <a:xfrm>
              <a:off x="4053043" y="569706"/>
              <a:ext cx="14998" cy="7499"/>
            </a:xfrm>
            <a:custGeom>
              <a:avLst/>
              <a:gdLst>
                <a:gd name="connsiteX0" fmla="*/ 14999 w 14998"/>
                <a:gd name="connsiteY0" fmla="*/ 4500 h 7499"/>
                <a:gd name="connsiteX1" fmla="*/ 14999 w 14998"/>
                <a:gd name="connsiteY1" fmla="*/ 3000 h 7499"/>
                <a:gd name="connsiteX2" fmla="*/ 11999 w 14998"/>
                <a:gd name="connsiteY2" fmla="*/ 0 h 7499"/>
                <a:gd name="connsiteX3" fmla="*/ 0 w 14998"/>
                <a:gd name="connsiteY3" fmla="*/ 0 h 7499"/>
                <a:gd name="connsiteX4" fmla="*/ 0 w 14998"/>
                <a:gd name="connsiteY4" fmla="*/ 4500 h 7499"/>
                <a:gd name="connsiteX5" fmla="*/ 3000 w 14998"/>
                <a:gd name="connsiteY5" fmla="*/ 7499 h 7499"/>
                <a:gd name="connsiteX6" fmla="*/ 11999 w 14998"/>
                <a:gd name="connsiteY6" fmla="*/ 7499 h 7499"/>
                <a:gd name="connsiteX7" fmla="*/ 14999 w 14998"/>
                <a:gd name="connsiteY7" fmla="*/ 4500 h 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8" h="7499">
                  <a:moveTo>
                    <a:pt x="14999" y="4500"/>
                  </a:moveTo>
                  <a:lnTo>
                    <a:pt x="14999" y="3000"/>
                  </a:lnTo>
                  <a:cubicBezTo>
                    <a:pt x="14999" y="1350"/>
                    <a:pt x="13649" y="0"/>
                    <a:pt x="11999" y="0"/>
                  </a:cubicBezTo>
                  <a:lnTo>
                    <a:pt x="0" y="0"/>
                  </a:lnTo>
                  <a:lnTo>
                    <a:pt x="0" y="4500"/>
                  </a:lnTo>
                  <a:cubicBezTo>
                    <a:pt x="0" y="6150"/>
                    <a:pt x="1350" y="7499"/>
                    <a:pt x="3000" y="7499"/>
                  </a:cubicBezTo>
                  <a:lnTo>
                    <a:pt x="11999" y="7499"/>
                  </a:lnTo>
                  <a:cubicBezTo>
                    <a:pt x="13649" y="7499"/>
                    <a:pt x="14999" y="6150"/>
                    <a:pt x="14999" y="4500"/>
                  </a:cubicBezTo>
                </a:path>
              </a:pathLst>
            </a:custGeom>
            <a:solidFill>
              <a:srgbClr val="000000">
                <a:alpha val="50000"/>
              </a:srgbClr>
            </a:solidFill>
            <a:ln w="695" cap="flat">
              <a:noFill/>
              <a:prstDash val="solid"/>
              <a:miter/>
            </a:ln>
          </p:spPr>
          <p:txBody>
            <a:bodyPr rtlCol="0" anchor="ctr"/>
            <a:lstStyle/>
            <a:p>
              <a:endParaRPr lang="en-IN"/>
            </a:p>
          </p:txBody>
        </p:sp>
        <p:sp>
          <p:nvSpPr>
            <p:cNvPr id="128" name="Freeform: Shape 127">
              <a:extLst>
                <a:ext uri="{FF2B5EF4-FFF2-40B4-BE49-F238E27FC236}">
                  <a16:creationId xmlns:a16="http://schemas.microsoft.com/office/drawing/2014/main" id="{2CF91701-2EA4-1218-D908-490F13F62F33}"/>
                </a:ext>
              </a:extLst>
            </p:cNvPr>
            <p:cNvSpPr/>
            <p:nvPr/>
          </p:nvSpPr>
          <p:spPr>
            <a:xfrm>
              <a:off x="4059792" y="579456"/>
              <a:ext cx="2999" cy="8999"/>
            </a:xfrm>
            <a:custGeom>
              <a:avLst/>
              <a:gdLst>
                <a:gd name="connsiteX0" fmla="*/ 1500 w 2999"/>
                <a:gd name="connsiteY0" fmla="*/ 0 h 8999"/>
                <a:gd name="connsiteX1" fmla="*/ 0 w 2999"/>
                <a:gd name="connsiteY1" fmla="*/ 1500 h 8999"/>
                <a:gd name="connsiteX2" fmla="*/ 0 w 2999"/>
                <a:gd name="connsiteY2" fmla="*/ 7499 h 8999"/>
                <a:gd name="connsiteX3" fmla="*/ 1500 w 2999"/>
                <a:gd name="connsiteY3" fmla="*/ 8999 h 8999"/>
                <a:gd name="connsiteX4" fmla="*/ 3000 w 2999"/>
                <a:gd name="connsiteY4" fmla="*/ 7499 h 8999"/>
                <a:gd name="connsiteX5" fmla="*/ 3000 w 2999"/>
                <a:gd name="connsiteY5" fmla="*/ 1500 h 8999"/>
                <a:gd name="connsiteX6" fmla="*/ 1500 w 2999"/>
                <a:gd name="connsiteY6" fmla="*/ 0 h 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9" h="8999">
                  <a:moveTo>
                    <a:pt x="1500" y="0"/>
                  </a:moveTo>
                  <a:cubicBezTo>
                    <a:pt x="675" y="0"/>
                    <a:pt x="0" y="675"/>
                    <a:pt x="0" y="1500"/>
                  </a:cubicBezTo>
                  <a:lnTo>
                    <a:pt x="0" y="7499"/>
                  </a:lnTo>
                  <a:cubicBezTo>
                    <a:pt x="0" y="8324"/>
                    <a:pt x="675" y="8999"/>
                    <a:pt x="1500" y="8999"/>
                  </a:cubicBezTo>
                  <a:cubicBezTo>
                    <a:pt x="2325" y="8999"/>
                    <a:pt x="3000" y="8324"/>
                    <a:pt x="3000" y="7499"/>
                  </a:cubicBezTo>
                  <a:lnTo>
                    <a:pt x="3000" y="1500"/>
                  </a:lnTo>
                  <a:cubicBezTo>
                    <a:pt x="3000" y="675"/>
                    <a:pt x="2325" y="0"/>
                    <a:pt x="1500" y="0"/>
                  </a:cubicBezTo>
                </a:path>
              </a:pathLst>
            </a:custGeom>
            <a:solidFill>
              <a:srgbClr val="000000">
                <a:alpha val="50000"/>
              </a:srgbClr>
            </a:solidFill>
            <a:ln w="695" cap="flat">
              <a:noFill/>
              <a:prstDash val="solid"/>
              <a:miter/>
            </a:ln>
          </p:spPr>
          <p:txBody>
            <a:bodyPr rtlCol="0" anchor="ctr"/>
            <a:lstStyle/>
            <a:p>
              <a:endParaRPr lang="en-IN"/>
            </a:p>
          </p:txBody>
        </p:sp>
        <p:sp>
          <p:nvSpPr>
            <p:cNvPr id="129" name="Freeform: Shape 128">
              <a:extLst>
                <a:ext uri="{FF2B5EF4-FFF2-40B4-BE49-F238E27FC236}">
                  <a16:creationId xmlns:a16="http://schemas.microsoft.com/office/drawing/2014/main" id="{95FC0274-26C7-9DBC-694F-E566764B0E8C}"/>
                </a:ext>
              </a:extLst>
            </p:cNvPr>
            <p:cNvSpPr/>
            <p:nvPr/>
          </p:nvSpPr>
          <p:spPr>
            <a:xfrm>
              <a:off x="4065267" y="579381"/>
              <a:ext cx="7274" cy="7274"/>
            </a:xfrm>
            <a:custGeom>
              <a:avLst/>
              <a:gdLst>
                <a:gd name="connsiteX0" fmla="*/ 6825 w 7274"/>
                <a:gd name="connsiteY0" fmla="*/ 4725 h 7274"/>
                <a:gd name="connsiteX1" fmla="*/ 2550 w 7274"/>
                <a:gd name="connsiteY1" fmla="*/ 450 h 7274"/>
                <a:gd name="connsiteX2" fmla="*/ 450 w 7274"/>
                <a:gd name="connsiteY2" fmla="*/ 450 h 7274"/>
                <a:gd name="connsiteX3" fmla="*/ 450 w 7274"/>
                <a:gd name="connsiteY3" fmla="*/ 2550 h 7274"/>
                <a:gd name="connsiteX4" fmla="*/ 4725 w 7274"/>
                <a:gd name="connsiteY4" fmla="*/ 6825 h 7274"/>
                <a:gd name="connsiteX5" fmla="*/ 5775 w 7274"/>
                <a:gd name="connsiteY5" fmla="*/ 7274 h 7274"/>
                <a:gd name="connsiteX6" fmla="*/ 6825 w 7274"/>
                <a:gd name="connsiteY6" fmla="*/ 6825 h 7274"/>
                <a:gd name="connsiteX7" fmla="*/ 6825 w 7274"/>
                <a:gd name="connsiteY7" fmla="*/ 4725 h 7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 h="7274">
                  <a:moveTo>
                    <a:pt x="6825" y="4725"/>
                  </a:moveTo>
                  <a:lnTo>
                    <a:pt x="2550" y="450"/>
                  </a:lnTo>
                  <a:cubicBezTo>
                    <a:pt x="1950" y="-150"/>
                    <a:pt x="1050" y="-150"/>
                    <a:pt x="450" y="450"/>
                  </a:cubicBezTo>
                  <a:cubicBezTo>
                    <a:pt x="-150" y="1050"/>
                    <a:pt x="-150" y="1950"/>
                    <a:pt x="450" y="2550"/>
                  </a:cubicBezTo>
                  <a:lnTo>
                    <a:pt x="4725" y="6825"/>
                  </a:lnTo>
                  <a:cubicBezTo>
                    <a:pt x="5025" y="7125"/>
                    <a:pt x="5400" y="7274"/>
                    <a:pt x="5775" y="7274"/>
                  </a:cubicBezTo>
                  <a:cubicBezTo>
                    <a:pt x="6150" y="7274"/>
                    <a:pt x="6525" y="7125"/>
                    <a:pt x="6825" y="6825"/>
                  </a:cubicBezTo>
                  <a:cubicBezTo>
                    <a:pt x="7424" y="6300"/>
                    <a:pt x="7424" y="5325"/>
                    <a:pt x="6825" y="4725"/>
                  </a:cubicBezTo>
                </a:path>
              </a:pathLst>
            </a:custGeom>
            <a:solidFill>
              <a:srgbClr val="000000">
                <a:alpha val="50000"/>
              </a:srgbClr>
            </a:solidFill>
            <a:ln w="695" cap="flat">
              <a:noFill/>
              <a:prstDash val="solid"/>
              <a:miter/>
            </a:ln>
          </p:spPr>
          <p:txBody>
            <a:bodyPr rtlCol="0" anchor="ctr"/>
            <a:lstStyle/>
            <a:p>
              <a:endParaRPr lang="en-IN"/>
            </a:p>
          </p:txBody>
        </p:sp>
        <p:sp>
          <p:nvSpPr>
            <p:cNvPr id="130" name="Freeform: Shape 129">
              <a:extLst>
                <a:ext uri="{FF2B5EF4-FFF2-40B4-BE49-F238E27FC236}">
                  <a16:creationId xmlns:a16="http://schemas.microsoft.com/office/drawing/2014/main" id="{40E86F90-6438-B4F5-E6E1-0B469AF81941}"/>
                </a:ext>
              </a:extLst>
            </p:cNvPr>
            <p:cNvSpPr/>
            <p:nvPr/>
          </p:nvSpPr>
          <p:spPr>
            <a:xfrm>
              <a:off x="4050268" y="579456"/>
              <a:ext cx="7274" cy="7274"/>
            </a:xfrm>
            <a:custGeom>
              <a:avLst/>
              <a:gdLst>
                <a:gd name="connsiteX0" fmla="*/ 4725 w 7274"/>
                <a:gd name="connsiteY0" fmla="*/ 450 h 7274"/>
                <a:gd name="connsiteX1" fmla="*/ 450 w 7274"/>
                <a:gd name="connsiteY1" fmla="*/ 4725 h 7274"/>
                <a:gd name="connsiteX2" fmla="*/ 450 w 7274"/>
                <a:gd name="connsiteY2" fmla="*/ 6825 h 7274"/>
                <a:gd name="connsiteX3" fmla="*/ 1500 w 7274"/>
                <a:gd name="connsiteY3" fmla="*/ 7274 h 7274"/>
                <a:gd name="connsiteX4" fmla="*/ 2550 w 7274"/>
                <a:gd name="connsiteY4" fmla="*/ 6825 h 7274"/>
                <a:gd name="connsiteX5" fmla="*/ 6825 w 7274"/>
                <a:gd name="connsiteY5" fmla="*/ 2550 h 7274"/>
                <a:gd name="connsiteX6" fmla="*/ 6825 w 7274"/>
                <a:gd name="connsiteY6" fmla="*/ 450 h 7274"/>
                <a:gd name="connsiteX7" fmla="*/ 4725 w 7274"/>
                <a:gd name="connsiteY7" fmla="*/ 450 h 7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 h="7274">
                  <a:moveTo>
                    <a:pt x="4725" y="450"/>
                  </a:moveTo>
                  <a:lnTo>
                    <a:pt x="450" y="4725"/>
                  </a:lnTo>
                  <a:cubicBezTo>
                    <a:pt x="-150" y="5325"/>
                    <a:pt x="-150" y="6225"/>
                    <a:pt x="450" y="6825"/>
                  </a:cubicBezTo>
                  <a:cubicBezTo>
                    <a:pt x="750" y="7125"/>
                    <a:pt x="1125" y="7274"/>
                    <a:pt x="1500" y="7274"/>
                  </a:cubicBezTo>
                  <a:cubicBezTo>
                    <a:pt x="1875" y="7274"/>
                    <a:pt x="2250" y="7125"/>
                    <a:pt x="2550" y="6825"/>
                  </a:cubicBezTo>
                  <a:lnTo>
                    <a:pt x="6825" y="2550"/>
                  </a:lnTo>
                  <a:cubicBezTo>
                    <a:pt x="7424" y="1950"/>
                    <a:pt x="7424" y="1050"/>
                    <a:pt x="6825" y="450"/>
                  </a:cubicBezTo>
                  <a:cubicBezTo>
                    <a:pt x="6225" y="-150"/>
                    <a:pt x="5325" y="-150"/>
                    <a:pt x="4725" y="450"/>
                  </a:cubicBezTo>
                </a:path>
              </a:pathLst>
            </a:custGeom>
            <a:solidFill>
              <a:srgbClr val="000000">
                <a:alpha val="50000"/>
              </a:srgbClr>
            </a:solidFill>
            <a:ln w="695" cap="flat">
              <a:noFill/>
              <a:prstDash val="solid"/>
              <a:miter/>
            </a:ln>
          </p:spPr>
          <p:txBody>
            <a:bodyPr rtlCol="0" anchor="ctr"/>
            <a:lstStyle/>
            <a:p>
              <a:endParaRPr lang="en-IN"/>
            </a:p>
          </p:txBody>
        </p:sp>
        <p:sp>
          <p:nvSpPr>
            <p:cNvPr id="131" name="Freeform: Shape 130">
              <a:extLst>
                <a:ext uri="{FF2B5EF4-FFF2-40B4-BE49-F238E27FC236}">
                  <a16:creationId xmlns:a16="http://schemas.microsoft.com/office/drawing/2014/main" id="{0066AAB9-4C51-9552-7D67-08392719BF06}"/>
                </a:ext>
              </a:extLst>
            </p:cNvPr>
            <p:cNvSpPr/>
            <p:nvPr/>
          </p:nvSpPr>
          <p:spPr>
            <a:xfrm>
              <a:off x="4026045" y="569781"/>
              <a:ext cx="23998" cy="65920"/>
            </a:xfrm>
            <a:custGeom>
              <a:avLst/>
              <a:gdLst>
                <a:gd name="connsiteX0" fmla="*/ 3000 w 23998"/>
                <a:gd name="connsiteY0" fmla="*/ 22423 h 65920"/>
                <a:gd name="connsiteX1" fmla="*/ 3000 w 23998"/>
                <a:gd name="connsiteY1" fmla="*/ 53171 h 65920"/>
                <a:gd name="connsiteX2" fmla="*/ 750 w 23998"/>
                <a:gd name="connsiteY2" fmla="*/ 53171 h 65920"/>
                <a:gd name="connsiteX3" fmla="*/ 0 w 23998"/>
                <a:gd name="connsiteY3" fmla="*/ 65920 h 65920"/>
                <a:gd name="connsiteX4" fmla="*/ 10499 w 23998"/>
                <a:gd name="connsiteY4" fmla="*/ 65920 h 65920"/>
                <a:gd name="connsiteX5" fmla="*/ 9749 w 23998"/>
                <a:gd name="connsiteY5" fmla="*/ 53171 h 65920"/>
                <a:gd name="connsiteX6" fmla="*/ 7499 w 23998"/>
                <a:gd name="connsiteY6" fmla="*/ 53171 h 65920"/>
                <a:gd name="connsiteX7" fmla="*/ 7499 w 23998"/>
                <a:gd name="connsiteY7" fmla="*/ 22423 h 65920"/>
                <a:gd name="connsiteX8" fmla="*/ 23998 w 23998"/>
                <a:gd name="connsiteY8" fmla="*/ 4500 h 65920"/>
                <a:gd name="connsiteX9" fmla="*/ 23998 w 23998"/>
                <a:gd name="connsiteY9" fmla="*/ 0 h 65920"/>
                <a:gd name="connsiteX10" fmla="*/ 3000 w 23998"/>
                <a:gd name="connsiteY10" fmla="*/ 22423 h 6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998" h="65920">
                  <a:moveTo>
                    <a:pt x="3000" y="22423"/>
                  </a:moveTo>
                  <a:lnTo>
                    <a:pt x="3000" y="53171"/>
                  </a:lnTo>
                  <a:lnTo>
                    <a:pt x="750" y="53171"/>
                  </a:lnTo>
                  <a:lnTo>
                    <a:pt x="0" y="65920"/>
                  </a:lnTo>
                  <a:lnTo>
                    <a:pt x="10499" y="65920"/>
                  </a:lnTo>
                  <a:lnTo>
                    <a:pt x="9749" y="53171"/>
                  </a:lnTo>
                  <a:lnTo>
                    <a:pt x="7499" y="53171"/>
                  </a:lnTo>
                  <a:lnTo>
                    <a:pt x="7499" y="22423"/>
                  </a:lnTo>
                  <a:cubicBezTo>
                    <a:pt x="7499" y="12974"/>
                    <a:pt x="14774" y="5250"/>
                    <a:pt x="23998" y="4500"/>
                  </a:cubicBezTo>
                  <a:lnTo>
                    <a:pt x="23998" y="0"/>
                  </a:lnTo>
                  <a:cubicBezTo>
                    <a:pt x="12299" y="750"/>
                    <a:pt x="3000" y="10499"/>
                    <a:pt x="3000" y="22423"/>
                  </a:cubicBezTo>
                </a:path>
              </a:pathLst>
            </a:custGeom>
            <a:solidFill>
              <a:srgbClr val="000000">
                <a:alpha val="50000"/>
              </a:srgbClr>
            </a:solidFill>
            <a:ln w="695" cap="flat">
              <a:noFill/>
              <a:prstDash val="solid"/>
              <a:miter/>
            </a:ln>
          </p:spPr>
          <p:txBody>
            <a:bodyPr rtlCol="0" anchor="ctr"/>
            <a:lstStyle/>
            <a:p>
              <a:endParaRPr lang="en-IN"/>
            </a:p>
          </p:txBody>
        </p:sp>
        <p:sp>
          <p:nvSpPr>
            <p:cNvPr id="132" name="Freeform: Shape 131">
              <a:extLst>
                <a:ext uri="{FF2B5EF4-FFF2-40B4-BE49-F238E27FC236}">
                  <a16:creationId xmlns:a16="http://schemas.microsoft.com/office/drawing/2014/main" id="{101FBDF4-5F14-27CE-AAC0-1A6B0453584F}"/>
                </a:ext>
              </a:extLst>
            </p:cNvPr>
            <p:cNvSpPr/>
            <p:nvPr/>
          </p:nvSpPr>
          <p:spPr>
            <a:xfrm rot="723675">
              <a:off x="10256673" y="99621"/>
              <a:ext cx="732961" cy="731527"/>
            </a:xfrm>
            <a:custGeom>
              <a:avLst/>
              <a:gdLst>
                <a:gd name="connsiteX0" fmla="*/ 603869 w 732961"/>
                <a:gd name="connsiteY0" fmla="*/ 129093 h 731527"/>
                <a:gd name="connsiteX1" fmla="*/ 589525 w 732961"/>
                <a:gd name="connsiteY1" fmla="*/ 0 h 731527"/>
                <a:gd name="connsiteX2" fmla="*/ 431745 w 732961"/>
                <a:gd name="connsiteY2" fmla="*/ 157780 h 731527"/>
                <a:gd name="connsiteX3" fmla="*/ 440351 w 732961"/>
                <a:gd name="connsiteY3" fmla="*/ 232368 h 731527"/>
                <a:gd name="connsiteX4" fmla="*/ 210852 w 732961"/>
                <a:gd name="connsiteY4" fmla="*/ 461866 h 731527"/>
                <a:gd name="connsiteX5" fmla="*/ 143437 w 732961"/>
                <a:gd name="connsiteY5" fmla="*/ 444654 h 731527"/>
                <a:gd name="connsiteX6" fmla="*/ 0 w 732961"/>
                <a:gd name="connsiteY6" fmla="*/ 588091 h 731527"/>
                <a:gd name="connsiteX7" fmla="*/ 143437 w 732961"/>
                <a:gd name="connsiteY7" fmla="*/ 731528 h 731527"/>
                <a:gd name="connsiteX8" fmla="*/ 286874 w 732961"/>
                <a:gd name="connsiteY8" fmla="*/ 588091 h 731527"/>
                <a:gd name="connsiteX9" fmla="*/ 271095 w 732961"/>
                <a:gd name="connsiteY9" fmla="*/ 522110 h 731527"/>
                <a:gd name="connsiteX10" fmla="*/ 500594 w 732961"/>
                <a:gd name="connsiteY10" fmla="*/ 292611 h 731527"/>
                <a:gd name="connsiteX11" fmla="*/ 575181 w 732961"/>
                <a:gd name="connsiteY11" fmla="*/ 301217 h 731527"/>
                <a:gd name="connsiteX12" fmla="*/ 732962 w 732961"/>
                <a:gd name="connsiteY12" fmla="*/ 143437 h 731527"/>
                <a:gd name="connsiteX13" fmla="*/ 603869 w 732961"/>
                <a:gd name="connsiteY13" fmla="*/ 129093 h 731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2961" h="731527">
                  <a:moveTo>
                    <a:pt x="603869" y="129093"/>
                  </a:moveTo>
                  <a:lnTo>
                    <a:pt x="589525" y="0"/>
                  </a:lnTo>
                  <a:lnTo>
                    <a:pt x="431745" y="157780"/>
                  </a:lnTo>
                  <a:lnTo>
                    <a:pt x="440351" y="232368"/>
                  </a:lnTo>
                  <a:lnTo>
                    <a:pt x="210852" y="461866"/>
                  </a:lnTo>
                  <a:cubicBezTo>
                    <a:pt x="190771" y="451826"/>
                    <a:pt x="167821" y="444654"/>
                    <a:pt x="143437" y="444654"/>
                  </a:cubicBezTo>
                  <a:cubicBezTo>
                    <a:pt x="64547" y="444654"/>
                    <a:pt x="0" y="509201"/>
                    <a:pt x="0" y="588091"/>
                  </a:cubicBezTo>
                  <a:cubicBezTo>
                    <a:pt x="0" y="666981"/>
                    <a:pt x="64547" y="731528"/>
                    <a:pt x="143437" y="731528"/>
                  </a:cubicBezTo>
                  <a:cubicBezTo>
                    <a:pt x="222327" y="731528"/>
                    <a:pt x="286874" y="666981"/>
                    <a:pt x="286874" y="588091"/>
                  </a:cubicBezTo>
                  <a:cubicBezTo>
                    <a:pt x="286874" y="563707"/>
                    <a:pt x="281136" y="542191"/>
                    <a:pt x="271095" y="522110"/>
                  </a:cubicBezTo>
                  <a:lnTo>
                    <a:pt x="500594" y="292611"/>
                  </a:lnTo>
                  <a:lnTo>
                    <a:pt x="575181" y="301217"/>
                  </a:lnTo>
                  <a:lnTo>
                    <a:pt x="732962" y="143437"/>
                  </a:lnTo>
                  <a:lnTo>
                    <a:pt x="603869" y="129093"/>
                  </a:lnTo>
                  <a:close/>
                </a:path>
              </a:pathLst>
            </a:custGeom>
            <a:solidFill>
              <a:srgbClr val="000000">
                <a:alpha val="5000"/>
              </a:srgbClr>
            </a:solidFill>
            <a:ln w="14288" cap="flat">
              <a:noFill/>
              <a:prstDash val="solid"/>
              <a:miter/>
            </a:ln>
          </p:spPr>
          <p:txBody>
            <a:bodyPr rtlCol="0" anchor="ctr"/>
            <a:lstStyle/>
            <a:p>
              <a:endParaRPr lang="en-IN"/>
            </a:p>
          </p:txBody>
        </p:sp>
        <p:sp>
          <p:nvSpPr>
            <p:cNvPr id="133" name="Freeform: Shape 132">
              <a:extLst>
                <a:ext uri="{FF2B5EF4-FFF2-40B4-BE49-F238E27FC236}">
                  <a16:creationId xmlns:a16="http://schemas.microsoft.com/office/drawing/2014/main" id="{D4B911A9-F614-624A-C2CE-68844EC79A8A}"/>
                </a:ext>
              </a:extLst>
            </p:cNvPr>
            <p:cNvSpPr/>
            <p:nvPr/>
          </p:nvSpPr>
          <p:spPr>
            <a:xfrm rot="723675">
              <a:off x="9814920" y="91437"/>
              <a:ext cx="1090119" cy="1090119"/>
            </a:xfrm>
            <a:custGeom>
              <a:avLst/>
              <a:gdLst>
                <a:gd name="connsiteX0" fmla="*/ 1015532 w 1090119"/>
                <a:gd name="connsiteY0" fmla="*/ 298348 h 1090119"/>
                <a:gd name="connsiteX1" fmla="*/ 996886 w 1090119"/>
                <a:gd name="connsiteY1" fmla="*/ 318430 h 1090119"/>
                <a:gd name="connsiteX2" fmla="*/ 969633 w 1090119"/>
                <a:gd name="connsiteY2" fmla="*/ 315561 h 1090119"/>
                <a:gd name="connsiteX3" fmla="*/ 939511 w 1090119"/>
                <a:gd name="connsiteY3" fmla="*/ 311258 h 1090119"/>
                <a:gd name="connsiteX4" fmla="*/ 1004057 w 1090119"/>
                <a:gd name="connsiteY4" fmla="*/ 545060 h 1090119"/>
                <a:gd name="connsiteX5" fmla="*/ 545060 w 1090119"/>
                <a:gd name="connsiteY5" fmla="*/ 1004057 h 1090119"/>
                <a:gd name="connsiteX6" fmla="*/ 86062 w 1090119"/>
                <a:gd name="connsiteY6" fmla="*/ 545060 h 1090119"/>
                <a:gd name="connsiteX7" fmla="*/ 545060 w 1090119"/>
                <a:gd name="connsiteY7" fmla="*/ 86062 h 1090119"/>
                <a:gd name="connsiteX8" fmla="*/ 778862 w 1090119"/>
                <a:gd name="connsiteY8" fmla="*/ 150609 h 1090119"/>
                <a:gd name="connsiteX9" fmla="*/ 775993 w 1090119"/>
                <a:gd name="connsiteY9" fmla="*/ 121921 h 1090119"/>
                <a:gd name="connsiteX10" fmla="*/ 771690 w 1090119"/>
                <a:gd name="connsiteY10" fmla="*/ 93234 h 1090119"/>
                <a:gd name="connsiteX11" fmla="*/ 791771 w 1090119"/>
                <a:gd name="connsiteY11" fmla="*/ 73153 h 1090119"/>
                <a:gd name="connsiteX12" fmla="*/ 801812 w 1090119"/>
                <a:gd name="connsiteY12" fmla="*/ 63112 h 1090119"/>
                <a:gd name="connsiteX13" fmla="*/ 545060 w 1090119"/>
                <a:gd name="connsiteY13" fmla="*/ 0 h 1090119"/>
                <a:gd name="connsiteX14" fmla="*/ 0 w 1090119"/>
                <a:gd name="connsiteY14" fmla="*/ 545060 h 1090119"/>
                <a:gd name="connsiteX15" fmla="*/ 545060 w 1090119"/>
                <a:gd name="connsiteY15" fmla="*/ 1090120 h 1090119"/>
                <a:gd name="connsiteX16" fmla="*/ 1090120 w 1090119"/>
                <a:gd name="connsiteY16" fmla="*/ 545060 h 1090119"/>
                <a:gd name="connsiteX17" fmla="*/ 1025573 w 1090119"/>
                <a:gd name="connsiteY17" fmla="*/ 289742 h 1090119"/>
                <a:gd name="connsiteX18" fmla="*/ 1015532 w 1090119"/>
                <a:gd name="connsiteY18" fmla="*/ 298348 h 109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0119" h="1090119">
                  <a:moveTo>
                    <a:pt x="1015532" y="298348"/>
                  </a:moveTo>
                  <a:lnTo>
                    <a:pt x="996886" y="318430"/>
                  </a:lnTo>
                  <a:lnTo>
                    <a:pt x="969633" y="315561"/>
                  </a:lnTo>
                  <a:lnTo>
                    <a:pt x="939511" y="311258"/>
                  </a:lnTo>
                  <a:cubicBezTo>
                    <a:pt x="979673" y="380107"/>
                    <a:pt x="1004057" y="458998"/>
                    <a:pt x="1004057" y="545060"/>
                  </a:cubicBezTo>
                  <a:cubicBezTo>
                    <a:pt x="1004057" y="797508"/>
                    <a:pt x="797508" y="1004057"/>
                    <a:pt x="545060" y="1004057"/>
                  </a:cubicBezTo>
                  <a:cubicBezTo>
                    <a:pt x="292611" y="1004057"/>
                    <a:pt x="86062" y="797508"/>
                    <a:pt x="86062" y="545060"/>
                  </a:cubicBezTo>
                  <a:cubicBezTo>
                    <a:pt x="86062" y="292611"/>
                    <a:pt x="292611" y="86062"/>
                    <a:pt x="545060" y="86062"/>
                  </a:cubicBezTo>
                  <a:cubicBezTo>
                    <a:pt x="629687" y="86062"/>
                    <a:pt x="710012" y="109012"/>
                    <a:pt x="778862" y="150609"/>
                  </a:cubicBezTo>
                  <a:lnTo>
                    <a:pt x="775993" y="121921"/>
                  </a:lnTo>
                  <a:lnTo>
                    <a:pt x="771690" y="93234"/>
                  </a:lnTo>
                  <a:lnTo>
                    <a:pt x="791771" y="73153"/>
                  </a:lnTo>
                  <a:lnTo>
                    <a:pt x="801812" y="63112"/>
                  </a:lnTo>
                  <a:cubicBezTo>
                    <a:pt x="724356" y="22950"/>
                    <a:pt x="638294" y="0"/>
                    <a:pt x="545060" y="0"/>
                  </a:cubicBezTo>
                  <a:cubicBezTo>
                    <a:pt x="243843" y="0"/>
                    <a:pt x="0" y="243843"/>
                    <a:pt x="0" y="545060"/>
                  </a:cubicBezTo>
                  <a:cubicBezTo>
                    <a:pt x="0" y="846277"/>
                    <a:pt x="243843" y="1090120"/>
                    <a:pt x="545060" y="1090120"/>
                  </a:cubicBezTo>
                  <a:cubicBezTo>
                    <a:pt x="846277" y="1090120"/>
                    <a:pt x="1090120" y="846277"/>
                    <a:pt x="1090120" y="545060"/>
                  </a:cubicBezTo>
                  <a:cubicBezTo>
                    <a:pt x="1090120" y="451826"/>
                    <a:pt x="1067170" y="365764"/>
                    <a:pt x="1025573" y="289742"/>
                  </a:cubicBezTo>
                  <a:lnTo>
                    <a:pt x="1015532" y="298348"/>
                  </a:lnTo>
                  <a:close/>
                </a:path>
              </a:pathLst>
            </a:custGeom>
            <a:solidFill>
              <a:srgbClr val="000000">
                <a:alpha val="5000"/>
              </a:srgbClr>
            </a:solidFill>
            <a:ln w="14288" cap="flat">
              <a:noFill/>
              <a:prstDash val="solid"/>
              <a:miter/>
            </a:ln>
          </p:spPr>
          <p:txBody>
            <a:bodyPr rtlCol="0" anchor="ctr"/>
            <a:lstStyle/>
            <a:p>
              <a:endParaRPr lang="en-IN"/>
            </a:p>
          </p:txBody>
        </p:sp>
        <p:sp>
          <p:nvSpPr>
            <p:cNvPr id="134" name="Freeform: Shape 133">
              <a:extLst>
                <a:ext uri="{FF2B5EF4-FFF2-40B4-BE49-F238E27FC236}">
                  <a16:creationId xmlns:a16="http://schemas.microsoft.com/office/drawing/2014/main" id="{DD082760-00B6-9B55-F316-1C32AF19DCB8}"/>
                </a:ext>
              </a:extLst>
            </p:cNvPr>
            <p:cNvSpPr/>
            <p:nvPr/>
          </p:nvSpPr>
          <p:spPr>
            <a:xfrm rot="723675">
              <a:off x="10015731" y="292248"/>
              <a:ext cx="688496" cy="688496"/>
            </a:xfrm>
            <a:custGeom>
              <a:avLst/>
              <a:gdLst>
                <a:gd name="connsiteX0" fmla="*/ 583788 w 688496"/>
                <a:gd name="connsiteY0" fmla="*/ 246711 h 688496"/>
                <a:gd name="connsiteX1" fmla="*/ 602434 w 688496"/>
                <a:gd name="connsiteY1" fmla="*/ 344248 h 688496"/>
                <a:gd name="connsiteX2" fmla="*/ 344248 w 688496"/>
                <a:gd name="connsiteY2" fmla="*/ 602434 h 688496"/>
                <a:gd name="connsiteX3" fmla="*/ 86062 w 688496"/>
                <a:gd name="connsiteY3" fmla="*/ 344248 h 688496"/>
                <a:gd name="connsiteX4" fmla="*/ 344248 w 688496"/>
                <a:gd name="connsiteY4" fmla="*/ 86062 h 688496"/>
                <a:gd name="connsiteX5" fmla="*/ 441785 w 688496"/>
                <a:gd name="connsiteY5" fmla="*/ 104709 h 688496"/>
                <a:gd name="connsiteX6" fmla="*/ 506332 w 688496"/>
                <a:gd name="connsiteY6" fmla="*/ 40162 h 688496"/>
                <a:gd name="connsiteX7" fmla="*/ 344248 w 688496"/>
                <a:gd name="connsiteY7" fmla="*/ 0 h 688496"/>
                <a:gd name="connsiteX8" fmla="*/ 0 w 688496"/>
                <a:gd name="connsiteY8" fmla="*/ 344248 h 688496"/>
                <a:gd name="connsiteX9" fmla="*/ 344248 w 688496"/>
                <a:gd name="connsiteY9" fmla="*/ 688497 h 688496"/>
                <a:gd name="connsiteX10" fmla="*/ 688497 w 688496"/>
                <a:gd name="connsiteY10" fmla="*/ 344248 h 688496"/>
                <a:gd name="connsiteX11" fmla="*/ 648334 w 688496"/>
                <a:gd name="connsiteY11" fmla="*/ 182165 h 688496"/>
                <a:gd name="connsiteX12" fmla="*/ 583788 w 688496"/>
                <a:gd name="connsiteY12" fmla="*/ 246711 h 68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496" h="688496">
                  <a:moveTo>
                    <a:pt x="583788" y="246711"/>
                  </a:moveTo>
                  <a:cubicBezTo>
                    <a:pt x="596697" y="276833"/>
                    <a:pt x="602434" y="309823"/>
                    <a:pt x="602434" y="344248"/>
                  </a:cubicBezTo>
                  <a:cubicBezTo>
                    <a:pt x="602434" y="486251"/>
                    <a:pt x="486251" y="602434"/>
                    <a:pt x="344248" y="602434"/>
                  </a:cubicBezTo>
                  <a:cubicBezTo>
                    <a:pt x="202246" y="602434"/>
                    <a:pt x="86062" y="486251"/>
                    <a:pt x="86062" y="344248"/>
                  </a:cubicBezTo>
                  <a:cubicBezTo>
                    <a:pt x="86062" y="202246"/>
                    <a:pt x="202246" y="86062"/>
                    <a:pt x="344248" y="86062"/>
                  </a:cubicBezTo>
                  <a:cubicBezTo>
                    <a:pt x="378673" y="86062"/>
                    <a:pt x="411664" y="93234"/>
                    <a:pt x="441785" y="104709"/>
                  </a:cubicBezTo>
                  <a:lnTo>
                    <a:pt x="506332" y="40162"/>
                  </a:lnTo>
                  <a:cubicBezTo>
                    <a:pt x="457563" y="14344"/>
                    <a:pt x="403057" y="0"/>
                    <a:pt x="344248" y="0"/>
                  </a:cubicBezTo>
                  <a:cubicBezTo>
                    <a:pt x="154912" y="0"/>
                    <a:pt x="0" y="154912"/>
                    <a:pt x="0" y="344248"/>
                  </a:cubicBezTo>
                  <a:cubicBezTo>
                    <a:pt x="0" y="533585"/>
                    <a:pt x="154912" y="688497"/>
                    <a:pt x="344248" y="688497"/>
                  </a:cubicBezTo>
                  <a:cubicBezTo>
                    <a:pt x="533585" y="688497"/>
                    <a:pt x="688497" y="533585"/>
                    <a:pt x="688497" y="344248"/>
                  </a:cubicBezTo>
                  <a:cubicBezTo>
                    <a:pt x="688497" y="285439"/>
                    <a:pt x="674153" y="230933"/>
                    <a:pt x="648334" y="182165"/>
                  </a:cubicBezTo>
                  <a:lnTo>
                    <a:pt x="583788" y="246711"/>
                  </a:lnTo>
                  <a:close/>
                </a:path>
              </a:pathLst>
            </a:custGeom>
            <a:solidFill>
              <a:srgbClr val="000000">
                <a:alpha val="5000"/>
              </a:srgbClr>
            </a:solidFill>
            <a:ln w="14288" cap="flat">
              <a:noFill/>
              <a:prstDash val="solid"/>
              <a:miter/>
            </a:ln>
          </p:spPr>
          <p:txBody>
            <a:bodyPr rtlCol="0" anchor="ctr"/>
            <a:lstStyle/>
            <a:p>
              <a:endParaRPr lang="en-IN"/>
            </a:p>
          </p:txBody>
        </p:sp>
        <p:sp>
          <p:nvSpPr>
            <p:cNvPr id="135" name="Freeform: Shape 134">
              <a:extLst>
                <a:ext uri="{FF2B5EF4-FFF2-40B4-BE49-F238E27FC236}">
                  <a16:creationId xmlns:a16="http://schemas.microsoft.com/office/drawing/2014/main" id="{DA9F84C1-AB73-BE93-18AE-8246EAAB167F}"/>
                </a:ext>
              </a:extLst>
            </p:cNvPr>
            <p:cNvSpPr/>
            <p:nvPr/>
          </p:nvSpPr>
          <p:spPr>
            <a:xfrm>
              <a:off x="961804" y="30376"/>
              <a:ext cx="12505" cy="3176"/>
            </a:xfrm>
            <a:custGeom>
              <a:avLst/>
              <a:gdLst>
                <a:gd name="connsiteX0" fmla="*/ 10918 w 12505"/>
                <a:gd name="connsiteY0" fmla="*/ 0 h 3176"/>
                <a:gd name="connsiteX1" fmla="*/ 1588 w 12505"/>
                <a:gd name="connsiteY1" fmla="*/ 0 h 3176"/>
                <a:gd name="connsiteX2" fmla="*/ 0 w 12505"/>
                <a:gd name="connsiteY2" fmla="*/ 1588 h 3176"/>
                <a:gd name="connsiteX3" fmla="*/ 1588 w 12505"/>
                <a:gd name="connsiteY3" fmla="*/ 3177 h 3176"/>
                <a:gd name="connsiteX4" fmla="*/ 10918 w 12505"/>
                <a:gd name="connsiteY4" fmla="*/ 3177 h 3176"/>
                <a:gd name="connsiteX5" fmla="*/ 12506 w 12505"/>
                <a:gd name="connsiteY5" fmla="*/ 1588 h 3176"/>
                <a:gd name="connsiteX6" fmla="*/ 10918 w 12505"/>
                <a:gd name="connsiteY6" fmla="*/ 0 h 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05" h="3176">
                  <a:moveTo>
                    <a:pt x="10918" y="0"/>
                  </a:moveTo>
                  <a:lnTo>
                    <a:pt x="1588" y="0"/>
                  </a:lnTo>
                  <a:cubicBezTo>
                    <a:pt x="711" y="0"/>
                    <a:pt x="0" y="711"/>
                    <a:pt x="0" y="1588"/>
                  </a:cubicBezTo>
                  <a:cubicBezTo>
                    <a:pt x="0" y="2466"/>
                    <a:pt x="711" y="3177"/>
                    <a:pt x="1588" y="3177"/>
                  </a:cubicBezTo>
                  <a:lnTo>
                    <a:pt x="10918" y="3177"/>
                  </a:lnTo>
                  <a:cubicBezTo>
                    <a:pt x="11795" y="3177"/>
                    <a:pt x="12506" y="2466"/>
                    <a:pt x="12506" y="1588"/>
                  </a:cubicBezTo>
                  <a:cubicBezTo>
                    <a:pt x="12506" y="711"/>
                    <a:pt x="11795" y="0"/>
                    <a:pt x="10918" y="0"/>
                  </a:cubicBezTo>
                  <a:close/>
                </a:path>
              </a:pathLst>
            </a:custGeom>
            <a:solidFill>
              <a:srgbClr val="000000">
                <a:alpha val="50000"/>
              </a:srgbClr>
            </a:solidFill>
            <a:ln w="992" cap="flat">
              <a:noFill/>
              <a:prstDash val="solid"/>
              <a:miter/>
            </a:ln>
          </p:spPr>
          <p:txBody>
            <a:bodyPr rtlCol="0" anchor="ctr"/>
            <a:lstStyle/>
            <a:p>
              <a:endParaRPr lang="en-IN"/>
            </a:p>
          </p:txBody>
        </p:sp>
        <p:sp>
          <p:nvSpPr>
            <p:cNvPr id="136" name="Freeform: Shape 135">
              <a:extLst>
                <a:ext uri="{FF2B5EF4-FFF2-40B4-BE49-F238E27FC236}">
                  <a16:creationId xmlns:a16="http://schemas.microsoft.com/office/drawing/2014/main" id="{7D4AF7AB-C924-887F-D2AB-E9BD51C3AD20}"/>
                </a:ext>
              </a:extLst>
            </p:cNvPr>
            <p:cNvSpPr/>
            <p:nvPr/>
          </p:nvSpPr>
          <p:spPr>
            <a:xfrm>
              <a:off x="964674" y="35617"/>
              <a:ext cx="6766" cy="3176"/>
            </a:xfrm>
            <a:custGeom>
              <a:avLst/>
              <a:gdLst>
                <a:gd name="connsiteX0" fmla="*/ 3378 w 6766"/>
                <a:gd name="connsiteY0" fmla="*/ 3177 h 3176"/>
                <a:gd name="connsiteX1" fmla="*/ 6767 w 6766"/>
                <a:gd name="connsiteY1" fmla="*/ 0 h 3176"/>
                <a:gd name="connsiteX2" fmla="*/ 0 w 6766"/>
                <a:gd name="connsiteY2" fmla="*/ 0 h 3176"/>
                <a:gd name="connsiteX3" fmla="*/ 3378 w 6766"/>
                <a:gd name="connsiteY3" fmla="*/ 3177 h 3176"/>
              </a:gdLst>
              <a:ahLst/>
              <a:cxnLst>
                <a:cxn ang="0">
                  <a:pos x="connsiteX0" y="connsiteY0"/>
                </a:cxn>
                <a:cxn ang="0">
                  <a:pos x="connsiteX1" y="connsiteY1"/>
                </a:cxn>
                <a:cxn ang="0">
                  <a:pos x="connsiteX2" y="connsiteY2"/>
                </a:cxn>
                <a:cxn ang="0">
                  <a:pos x="connsiteX3" y="connsiteY3"/>
                </a:cxn>
              </a:cxnLst>
              <a:rect l="l" t="t" r="r" b="b"/>
              <a:pathLst>
                <a:path w="6766" h="3176">
                  <a:moveTo>
                    <a:pt x="3378" y="3177"/>
                  </a:moveTo>
                  <a:cubicBezTo>
                    <a:pt x="5168" y="3175"/>
                    <a:pt x="6649" y="1786"/>
                    <a:pt x="6767" y="0"/>
                  </a:cubicBezTo>
                  <a:lnTo>
                    <a:pt x="0" y="0"/>
                  </a:lnTo>
                  <a:cubicBezTo>
                    <a:pt x="112" y="1784"/>
                    <a:pt x="1590" y="3175"/>
                    <a:pt x="3378" y="3177"/>
                  </a:cubicBezTo>
                  <a:close/>
                </a:path>
              </a:pathLst>
            </a:custGeom>
            <a:solidFill>
              <a:srgbClr val="000000">
                <a:alpha val="50000"/>
              </a:srgbClr>
            </a:solidFill>
            <a:ln w="992" cap="flat">
              <a:noFill/>
              <a:prstDash val="solid"/>
              <a:miter/>
            </a:ln>
          </p:spPr>
          <p:txBody>
            <a:bodyPr rtlCol="0" anchor="ctr"/>
            <a:lstStyle/>
            <a:p>
              <a:endParaRPr lang="en-IN"/>
            </a:p>
          </p:txBody>
        </p:sp>
        <p:sp>
          <p:nvSpPr>
            <p:cNvPr id="137" name="Freeform: Shape 136">
              <a:extLst>
                <a:ext uri="{FF2B5EF4-FFF2-40B4-BE49-F238E27FC236}">
                  <a16:creationId xmlns:a16="http://schemas.microsoft.com/office/drawing/2014/main" id="{11A70B47-83E9-516C-4B45-6F094D133383}"/>
                </a:ext>
              </a:extLst>
            </p:cNvPr>
            <p:cNvSpPr/>
            <p:nvPr/>
          </p:nvSpPr>
          <p:spPr>
            <a:xfrm>
              <a:off x="954519" y="80"/>
              <a:ext cx="27076" cy="28178"/>
            </a:xfrm>
            <a:custGeom>
              <a:avLst/>
              <a:gdLst>
                <a:gd name="connsiteX0" fmla="*/ 13533 w 27076"/>
                <a:gd name="connsiteY0" fmla="*/ 0 h 28178"/>
                <a:gd name="connsiteX1" fmla="*/ 13533 w 27076"/>
                <a:gd name="connsiteY1" fmla="*/ 0 h 28178"/>
                <a:gd name="connsiteX2" fmla="*/ 0 w 27076"/>
                <a:gd name="connsiteY2" fmla="*/ 13385 h 28178"/>
                <a:gd name="connsiteX3" fmla="*/ 0 w 27076"/>
                <a:gd name="connsiteY3" fmla="*/ 13851 h 28178"/>
                <a:gd name="connsiteX4" fmla="*/ 942 w 27076"/>
                <a:gd name="connsiteY4" fmla="*/ 18595 h 28178"/>
                <a:gd name="connsiteX5" fmla="*/ 3293 w 27076"/>
                <a:gd name="connsiteY5" fmla="*/ 22449 h 28178"/>
                <a:gd name="connsiteX6" fmla="*/ 6470 w 27076"/>
                <a:gd name="connsiteY6" fmla="*/ 27596 h 28178"/>
                <a:gd name="connsiteX7" fmla="*/ 7402 w 27076"/>
                <a:gd name="connsiteY7" fmla="*/ 28178 h 28178"/>
                <a:gd name="connsiteX8" fmla="*/ 19685 w 27076"/>
                <a:gd name="connsiteY8" fmla="*/ 28178 h 28178"/>
                <a:gd name="connsiteX9" fmla="*/ 20617 w 27076"/>
                <a:gd name="connsiteY9" fmla="*/ 27596 h 28178"/>
                <a:gd name="connsiteX10" fmla="*/ 23794 w 27076"/>
                <a:gd name="connsiteY10" fmla="*/ 22449 h 28178"/>
                <a:gd name="connsiteX11" fmla="*/ 26134 w 27076"/>
                <a:gd name="connsiteY11" fmla="*/ 18595 h 28178"/>
                <a:gd name="connsiteX12" fmla="*/ 27077 w 27076"/>
                <a:gd name="connsiteY12" fmla="*/ 13904 h 28178"/>
                <a:gd name="connsiteX13" fmla="*/ 27077 w 27076"/>
                <a:gd name="connsiteY13" fmla="*/ 13438 h 28178"/>
                <a:gd name="connsiteX14" fmla="*/ 13533 w 27076"/>
                <a:gd name="connsiteY14" fmla="*/ 0 h 28178"/>
                <a:gd name="connsiteX15" fmla="*/ 23953 w 27076"/>
                <a:gd name="connsiteY15" fmla="*/ 13766 h 28178"/>
                <a:gd name="connsiteX16" fmla="*/ 23212 w 27076"/>
                <a:gd name="connsiteY16" fmla="*/ 17419 h 28178"/>
                <a:gd name="connsiteX17" fmla="*/ 21443 w 27076"/>
                <a:gd name="connsiteY17" fmla="*/ 20278 h 28178"/>
                <a:gd name="connsiteX18" fmla="*/ 18404 w 27076"/>
                <a:gd name="connsiteY18" fmla="*/ 24970 h 28178"/>
                <a:gd name="connsiteX19" fmla="*/ 8673 w 27076"/>
                <a:gd name="connsiteY19" fmla="*/ 24970 h 28178"/>
                <a:gd name="connsiteX20" fmla="*/ 5623 w 27076"/>
                <a:gd name="connsiteY20" fmla="*/ 20278 h 28178"/>
                <a:gd name="connsiteX21" fmla="*/ 3865 w 27076"/>
                <a:gd name="connsiteY21" fmla="*/ 17419 h 28178"/>
                <a:gd name="connsiteX22" fmla="*/ 3124 w 27076"/>
                <a:gd name="connsiteY22" fmla="*/ 13766 h 28178"/>
                <a:gd name="connsiteX23" fmla="*/ 3124 w 27076"/>
                <a:gd name="connsiteY23" fmla="*/ 13385 h 28178"/>
                <a:gd name="connsiteX24" fmla="*/ 13533 w 27076"/>
                <a:gd name="connsiteY24" fmla="*/ 3092 h 28178"/>
                <a:gd name="connsiteX25" fmla="*/ 13533 w 27076"/>
                <a:gd name="connsiteY25" fmla="*/ 3092 h 28178"/>
                <a:gd name="connsiteX26" fmla="*/ 23953 w 27076"/>
                <a:gd name="connsiteY26" fmla="*/ 13385 h 2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076" h="28178">
                  <a:moveTo>
                    <a:pt x="13533" y="0"/>
                  </a:moveTo>
                  <a:lnTo>
                    <a:pt x="13533" y="0"/>
                  </a:lnTo>
                  <a:cubicBezTo>
                    <a:pt x="6138" y="51"/>
                    <a:pt x="132" y="5990"/>
                    <a:pt x="0" y="13385"/>
                  </a:cubicBezTo>
                  <a:lnTo>
                    <a:pt x="0" y="13851"/>
                  </a:lnTo>
                  <a:cubicBezTo>
                    <a:pt x="36" y="15475"/>
                    <a:pt x="355" y="17080"/>
                    <a:pt x="942" y="18595"/>
                  </a:cubicBezTo>
                  <a:cubicBezTo>
                    <a:pt x="1490" y="20010"/>
                    <a:pt x="2286" y="21315"/>
                    <a:pt x="3293" y="22449"/>
                  </a:cubicBezTo>
                  <a:cubicBezTo>
                    <a:pt x="4549" y="24035"/>
                    <a:pt x="5615" y="25762"/>
                    <a:pt x="6470" y="27596"/>
                  </a:cubicBezTo>
                  <a:cubicBezTo>
                    <a:pt x="6648" y="27948"/>
                    <a:pt x="7007" y="28173"/>
                    <a:pt x="7402" y="28178"/>
                  </a:cubicBezTo>
                  <a:lnTo>
                    <a:pt x="19685" y="28178"/>
                  </a:lnTo>
                  <a:cubicBezTo>
                    <a:pt x="20080" y="28173"/>
                    <a:pt x="20440" y="27948"/>
                    <a:pt x="20617" y="27596"/>
                  </a:cubicBezTo>
                  <a:cubicBezTo>
                    <a:pt x="21473" y="25763"/>
                    <a:pt x="22539" y="24036"/>
                    <a:pt x="23794" y="22449"/>
                  </a:cubicBezTo>
                  <a:cubicBezTo>
                    <a:pt x="24795" y="21312"/>
                    <a:pt x="25587" y="20007"/>
                    <a:pt x="26134" y="18595"/>
                  </a:cubicBezTo>
                  <a:cubicBezTo>
                    <a:pt x="26706" y="17094"/>
                    <a:pt x="27024" y="15509"/>
                    <a:pt x="27077" y="13904"/>
                  </a:cubicBezTo>
                  <a:lnTo>
                    <a:pt x="27077" y="13438"/>
                  </a:lnTo>
                  <a:cubicBezTo>
                    <a:pt x="26967" y="6021"/>
                    <a:pt x="20951" y="51"/>
                    <a:pt x="13533" y="0"/>
                  </a:cubicBezTo>
                  <a:close/>
                  <a:moveTo>
                    <a:pt x="23953" y="13766"/>
                  </a:moveTo>
                  <a:cubicBezTo>
                    <a:pt x="23909" y="15016"/>
                    <a:pt x="23659" y="16251"/>
                    <a:pt x="23212" y="17419"/>
                  </a:cubicBezTo>
                  <a:cubicBezTo>
                    <a:pt x="22794" y="18469"/>
                    <a:pt x="22196" y="19436"/>
                    <a:pt x="21443" y="20278"/>
                  </a:cubicBezTo>
                  <a:cubicBezTo>
                    <a:pt x="20254" y="21720"/>
                    <a:pt x="19234" y="23294"/>
                    <a:pt x="18404" y="24970"/>
                  </a:cubicBezTo>
                  <a:lnTo>
                    <a:pt x="8673" y="24970"/>
                  </a:lnTo>
                  <a:cubicBezTo>
                    <a:pt x="7839" y="23294"/>
                    <a:pt x="6816" y="21720"/>
                    <a:pt x="5623" y="20278"/>
                  </a:cubicBezTo>
                  <a:cubicBezTo>
                    <a:pt x="4874" y="19436"/>
                    <a:pt x="4279" y="18468"/>
                    <a:pt x="3865" y="17419"/>
                  </a:cubicBezTo>
                  <a:cubicBezTo>
                    <a:pt x="3418" y="16251"/>
                    <a:pt x="3168" y="15016"/>
                    <a:pt x="3124" y="13766"/>
                  </a:cubicBezTo>
                  <a:lnTo>
                    <a:pt x="3124" y="13385"/>
                  </a:lnTo>
                  <a:cubicBezTo>
                    <a:pt x="3222" y="7696"/>
                    <a:pt x="7843" y="3126"/>
                    <a:pt x="13533" y="3092"/>
                  </a:cubicBezTo>
                  <a:lnTo>
                    <a:pt x="13533" y="3092"/>
                  </a:lnTo>
                  <a:cubicBezTo>
                    <a:pt x="19225" y="3126"/>
                    <a:pt x="23850" y="7694"/>
                    <a:pt x="23953" y="13385"/>
                  </a:cubicBezTo>
                  <a:close/>
                </a:path>
              </a:pathLst>
            </a:custGeom>
            <a:solidFill>
              <a:srgbClr val="000000">
                <a:alpha val="50000"/>
              </a:srgbClr>
            </a:solidFill>
            <a:ln w="992" cap="flat">
              <a:noFill/>
              <a:prstDash val="solid"/>
              <a:miter/>
            </a:ln>
          </p:spPr>
          <p:txBody>
            <a:bodyPr rtlCol="0" anchor="ctr"/>
            <a:lstStyle/>
            <a:p>
              <a:endParaRPr lang="en-IN"/>
            </a:p>
          </p:txBody>
        </p:sp>
        <p:sp>
          <p:nvSpPr>
            <p:cNvPr id="138" name="Freeform: Shape 137">
              <a:extLst>
                <a:ext uri="{FF2B5EF4-FFF2-40B4-BE49-F238E27FC236}">
                  <a16:creationId xmlns:a16="http://schemas.microsoft.com/office/drawing/2014/main" id="{EC6EEFF6-1971-7F8D-B6D3-67F335F348E4}"/>
                </a:ext>
              </a:extLst>
            </p:cNvPr>
            <p:cNvSpPr/>
            <p:nvPr/>
          </p:nvSpPr>
          <p:spPr>
            <a:xfrm>
              <a:off x="962948" y="5967"/>
              <a:ext cx="11415" cy="15883"/>
            </a:xfrm>
            <a:custGeom>
              <a:avLst/>
              <a:gdLst>
                <a:gd name="connsiteX0" fmla="*/ 0 w 11415"/>
                <a:gd name="connsiteY0" fmla="*/ 10939 h 15883"/>
                <a:gd name="connsiteX1" fmla="*/ 5602 w 11415"/>
                <a:gd name="connsiteY1" fmla="*/ 0 h 15883"/>
                <a:gd name="connsiteX2" fmla="*/ 5602 w 11415"/>
                <a:gd name="connsiteY2" fmla="*/ 6332 h 15883"/>
                <a:gd name="connsiteX3" fmla="*/ 11415 w 11415"/>
                <a:gd name="connsiteY3" fmla="*/ 5178 h 15883"/>
                <a:gd name="connsiteX4" fmla="*/ 5602 w 11415"/>
                <a:gd name="connsiteY4" fmla="*/ 15884 h 15883"/>
                <a:gd name="connsiteX5" fmla="*/ 5602 w 11415"/>
                <a:gd name="connsiteY5" fmla="*/ 9668 h 15883"/>
                <a:gd name="connsiteX6" fmla="*/ 0 w 11415"/>
                <a:gd name="connsiteY6" fmla="*/ 10939 h 1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15" h="15883">
                  <a:moveTo>
                    <a:pt x="0" y="10939"/>
                  </a:moveTo>
                  <a:lnTo>
                    <a:pt x="5602" y="0"/>
                  </a:lnTo>
                  <a:lnTo>
                    <a:pt x="5602" y="6332"/>
                  </a:lnTo>
                  <a:lnTo>
                    <a:pt x="11415" y="5178"/>
                  </a:lnTo>
                  <a:lnTo>
                    <a:pt x="5602" y="15884"/>
                  </a:lnTo>
                  <a:lnTo>
                    <a:pt x="5602" y="9668"/>
                  </a:lnTo>
                  <a:lnTo>
                    <a:pt x="0" y="10939"/>
                  </a:lnTo>
                  <a:close/>
                </a:path>
              </a:pathLst>
            </a:custGeom>
            <a:solidFill>
              <a:srgbClr val="000000">
                <a:alpha val="50000"/>
              </a:srgbClr>
            </a:solidFill>
            <a:ln w="992" cap="flat">
              <a:noFill/>
              <a:prstDash val="solid"/>
              <a:miter/>
            </a:ln>
          </p:spPr>
          <p:txBody>
            <a:bodyPr rtlCol="0" anchor="ctr"/>
            <a:lstStyle/>
            <a:p>
              <a:endParaRPr lang="en-IN"/>
            </a:p>
          </p:txBody>
        </p:sp>
        <p:sp>
          <p:nvSpPr>
            <p:cNvPr id="139" name="Freeform: Shape 138">
              <a:extLst>
                <a:ext uri="{FF2B5EF4-FFF2-40B4-BE49-F238E27FC236}">
                  <a16:creationId xmlns:a16="http://schemas.microsoft.com/office/drawing/2014/main" id="{7DC20022-3CD1-8F2E-5D7A-0C8CD6CA4D37}"/>
                </a:ext>
              </a:extLst>
            </p:cNvPr>
            <p:cNvSpPr/>
            <p:nvPr/>
          </p:nvSpPr>
          <p:spPr>
            <a:xfrm>
              <a:off x="981755" y="37470"/>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endParaRPr lang="en-IN"/>
            </a:p>
          </p:txBody>
        </p:sp>
        <p:sp>
          <p:nvSpPr>
            <p:cNvPr id="140" name="Freeform: Shape 139">
              <a:extLst>
                <a:ext uri="{FF2B5EF4-FFF2-40B4-BE49-F238E27FC236}">
                  <a16:creationId xmlns:a16="http://schemas.microsoft.com/office/drawing/2014/main" id="{430C8627-1A56-193C-7E44-D79AE603E5B9}"/>
                </a:ext>
              </a:extLst>
            </p:cNvPr>
            <p:cNvSpPr/>
            <p:nvPr/>
          </p:nvSpPr>
          <p:spPr>
            <a:xfrm>
              <a:off x="937809" y="37470"/>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endParaRPr lang="en-IN"/>
            </a:p>
          </p:txBody>
        </p:sp>
        <p:sp>
          <p:nvSpPr>
            <p:cNvPr id="141" name="Freeform: Shape 140">
              <a:extLst>
                <a:ext uri="{FF2B5EF4-FFF2-40B4-BE49-F238E27FC236}">
                  <a16:creationId xmlns:a16="http://schemas.microsoft.com/office/drawing/2014/main" id="{91884C6C-51C1-A843-389D-877C16CEC916}"/>
                </a:ext>
              </a:extLst>
            </p:cNvPr>
            <p:cNvSpPr/>
            <p:nvPr/>
          </p:nvSpPr>
          <p:spPr>
            <a:xfrm>
              <a:off x="976608" y="56182"/>
              <a:ext cx="29862" cy="16498"/>
            </a:xfrm>
            <a:custGeom>
              <a:avLst/>
              <a:gdLst>
                <a:gd name="connsiteX0" fmla="*/ 28210 w 29862"/>
                <a:gd name="connsiteY0" fmla="*/ 4903 h 16498"/>
                <a:gd name="connsiteX1" fmla="*/ 20162 w 29862"/>
                <a:gd name="connsiteY1" fmla="*/ 1059 h 16498"/>
                <a:gd name="connsiteX2" fmla="*/ 13385 w 29862"/>
                <a:gd name="connsiteY2" fmla="*/ 0 h 16498"/>
                <a:gd name="connsiteX3" fmla="*/ 6608 w 29862"/>
                <a:gd name="connsiteY3" fmla="*/ 1059 h 16498"/>
                <a:gd name="connsiteX4" fmla="*/ 381 w 29862"/>
                <a:gd name="connsiteY4" fmla="*/ 3727 h 16498"/>
                <a:gd name="connsiteX5" fmla="*/ 0 w 29862"/>
                <a:gd name="connsiteY5" fmla="*/ 4162 h 16498"/>
                <a:gd name="connsiteX6" fmla="*/ 8471 w 29862"/>
                <a:gd name="connsiteY6" fmla="*/ 8397 h 16498"/>
                <a:gd name="connsiteX7" fmla="*/ 11574 w 29862"/>
                <a:gd name="connsiteY7" fmla="*/ 14613 h 16498"/>
                <a:gd name="connsiteX8" fmla="*/ 11574 w 29862"/>
                <a:gd name="connsiteY8" fmla="*/ 16498 h 16498"/>
                <a:gd name="connsiteX9" fmla="*/ 29862 w 29862"/>
                <a:gd name="connsiteY9" fmla="*/ 16498 h 16498"/>
                <a:gd name="connsiteX10" fmla="*/ 29862 w 29862"/>
                <a:gd name="connsiteY10" fmla="*/ 8207 h 16498"/>
                <a:gd name="connsiteX11" fmla="*/ 28210 w 29862"/>
                <a:gd name="connsiteY11" fmla="*/ 4903 h 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862" h="16498">
                  <a:moveTo>
                    <a:pt x="28210" y="4903"/>
                  </a:moveTo>
                  <a:cubicBezTo>
                    <a:pt x="25837" y="3055"/>
                    <a:pt x="23091" y="1743"/>
                    <a:pt x="20162" y="1059"/>
                  </a:cubicBezTo>
                  <a:cubicBezTo>
                    <a:pt x="17958" y="416"/>
                    <a:pt x="15680" y="60"/>
                    <a:pt x="13385" y="0"/>
                  </a:cubicBezTo>
                  <a:cubicBezTo>
                    <a:pt x="11084" y="-5"/>
                    <a:pt x="8797" y="352"/>
                    <a:pt x="6608" y="1059"/>
                  </a:cubicBezTo>
                  <a:cubicBezTo>
                    <a:pt x="4414" y="1644"/>
                    <a:pt x="2317" y="2542"/>
                    <a:pt x="381" y="3727"/>
                  </a:cubicBezTo>
                  <a:cubicBezTo>
                    <a:pt x="254" y="3876"/>
                    <a:pt x="138" y="4024"/>
                    <a:pt x="0" y="4162"/>
                  </a:cubicBezTo>
                  <a:cubicBezTo>
                    <a:pt x="3080" y="4990"/>
                    <a:pt x="5961" y="6431"/>
                    <a:pt x="8471" y="8397"/>
                  </a:cubicBezTo>
                  <a:cubicBezTo>
                    <a:pt x="10453" y="9843"/>
                    <a:pt x="11609" y="12161"/>
                    <a:pt x="11574" y="14613"/>
                  </a:cubicBezTo>
                  <a:lnTo>
                    <a:pt x="11574" y="16498"/>
                  </a:lnTo>
                  <a:lnTo>
                    <a:pt x="29862" y="16498"/>
                  </a:lnTo>
                  <a:lnTo>
                    <a:pt x="29862" y="8207"/>
                  </a:lnTo>
                  <a:cubicBezTo>
                    <a:pt x="29894" y="6899"/>
                    <a:pt x="29275" y="5662"/>
                    <a:pt x="28210" y="4903"/>
                  </a:cubicBezTo>
                  <a:close/>
                </a:path>
              </a:pathLst>
            </a:custGeom>
            <a:solidFill>
              <a:srgbClr val="000000">
                <a:alpha val="50000"/>
              </a:srgbClr>
            </a:solidFill>
            <a:ln w="992" cap="flat">
              <a:noFill/>
              <a:prstDash val="solid"/>
              <a:miter/>
            </a:ln>
          </p:spPr>
          <p:txBody>
            <a:bodyPr rtlCol="0" anchor="ctr"/>
            <a:lstStyle/>
            <a:p>
              <a:endParaRPr lang="en-IN"/>
            </a:p>
          </p:txBody>
        </p:sp>
        <p:sp>
          <p:nvSpPr>
            <p:cNvPr id="142" name="Freeform: Shape 141">
              <a:extLst>
                <a:ext uri="{FF2B5EF4-FFF2-40B4-BE49-F238E27FC236}">
                  <a16:creationId xmlns:a16="http://schemas.microsoft.com/office/drawing/2014/main" id="{BA44F18F-F511-FDE8-3B35-DCECC9188658}"/>
                </a:ext>
              </a:extLst>
            </p:cNvPr>
            <p:cNvSpPr/>
            <p:nvPr/>
          </p:nvSpPr>
          <p:spPr>
            <a:xfrm>
              <a:off x="929571" y="56182"/>
              <a:ext cx="29861" cy="16498"/>
            </a:xfrm>
            <a:custGeom>
              <a:avLst/>
              <a:gdLst>
                <a:gd name="connsiteX0" fmla="*/ 18309 w 29861"/>
                <a:gd name="connsiteY0" fmla="*/ 14613 h 16498"/>
                <a:gd name="connsiteX1" fmla="*/ 21274 w 29861"/>
                <a:gd name="connsiteY1" fmla="*/ 8503 h 16498"/>
                <a:gd name="connsiteX2" fmla="*/ 21401 w 29861"/>
                <a:gd name="connsiteY2" fmla="*/ 8397 h 16498"/>
                <a:gd name="connsiteX3" fmla="*/ 21539 w 29861"/>
                <a:gd name="connsiteY3" fmla="*/ 8302 h 16498"/>
                <a:gd name="connsiteX4" fmla="*/ 29862 w 29861"/>
                <a:gd name="connsiteY4" fmla="*/ 4172 h 16498"/>
                <a:gd name="connsiteX5" fmla="*/ 29258 w 29861"/>
                <a:gd name="connsiteY5" fmla="*/ 3484 h 16498"/>
                <a:gd name="connsiteX6" fmla="*/ 23296 w 29861"/>
                <a:gd name="connsiteY6" fmla="*/ 1059 h 16498"/>
                <a:gd name="connsiteX7" fmla="*/ 16519 w 29861"/>
                <a:gd name="connsiteY7" fmla="*/ 0 h 16498"/>
                <a:gd name="connsiteX8" fmla="*/ 9742 w 29861"/>
                <a:gd name="connsiteY8" fmla="*/ 1059 h 16498"/>
                <a:gd name="connsiteX9" fmla="*/ 1694 w 29861"/>
                <a:gd name="connsiteY9" fmla="*/ 4903 h 16498"/>
                <a:gd name="connsiteX10" fmla="*/ 0 w 29861"/>
                <a:gd name="connsiteY10" fmla="*/ 8207 h 16498"/>
                <a:gd name="connsiteX11" fmla="*/ 0 w 29861"/>
                <a:gd name="connsiteY11" fmla="*/ 16498 h 16498"/>
                <a:gd name="connsiteX12" fmla="*/ 18309 w 29861"/>
                <a:gd name="connsiteY12" fmla="*/ 16498 h 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861" h="16498">
                  <a:moveTo>
                    <a:pt x="18309" y="14613"/>
                  </a:moveTo>
                  <a:cubicBezTo>
                    <a:pt x="18311" y="12230"/>
                    <a:pt x="19403" y="9980"/>
                    <a:pt x="21274" y="8503"/>
                  </a:cubicBezTo>
                  <a:lnTo>
                    <a:pt x="21401" y="8397"/>
                  </a:lnTo>
                  <a:lnTo>
                    <a:pt x="21539" y="8302"/>
                  </a:lnTo>
                  <a:cubicBezTo>
                    <a:pt x="24078" y="6496"/>
                    <a:pt x="26887" y="5102"/>
                    <a:pt x="29862" y="4172"/>
                  </a:cubicBezTo>
                  <a:cubicBezTo>
                    <a:pt x="29650" y="3950"/>
                    <a:pt x="29459" y="3717"/>
                    <a:pt x="29258" y="3484"/>
                  </a:cubicBezTo>
                  <a:cubicBezTo>
                    <a:pt x="27397" y="2394"/>
                    <a:pt x="25389" y="1578"/>
                    <a:pt x="23296" y="1059"/>
                  </a:cubicBezTo>
                  <a:cubicBezTo>
                    <a:pt x="21092" y="415"/>
                    <a:pt x="18814" y="59"/>
                    <a:pt x="16519" y="0"/>
                  </a:cubicBezTo>
                  <a:cubicBezTo>
                    <a:pt x="14219" y="-4"/>
                    <a:pt x="11932" y="353"/>
                    <a:pt x="9742" y="1059"/>
                  </a:cubicBezTo>
                  <a:cubicBezTo>
                    <a:pt x="6854" y="1856"/>
                    <a:pt x="4129" y="3157"/>
                    <a:pt x="1694" y="4903"/>
                  </a:cubicBezTo>
                  <a:cubicBezTo>
                    <a:pt x="651" y="5685"/>
                    <a:pt x="26" y="6903"/>
                    <a:pt x="0" y="8207"/>
                  </a:cubicBezTo>
                  <a:lnTo>
                    <a:pt x="0" y="16498"/>
                  </a:lnTo>
                  <a:lnTo>
                    <a:pt x="18309" y="16498"/>
                  </a:lnTo>
                  <a:close/>
                </a:path>
              </a:pathLst>
            </a:custGeom>
            <a:solidFill>
              <a:srgbClr val="000000">
                <a:alpha val="50000"/>
              </a:srgbClr>
            </a:solidFill>
            <a:ln w="992" cap="flat">
              <a:noFill/>
              <a:prstDash val="solid"/>
              <a:miter/>
            </a:ln>
          </p:spPr>
          <p:txBody>
            <a:bodyPr rtlCol="0" anchor="ctr"/>
            <a:lstStyle/>
            <a:p>
              <a:endParaRPr lang="en-IN"/>
            </a:p>
          </p:txBody>
        </p:sp>
        <p:sp>
          <p:nvSpPr>
            <p:cNvPr id="143" name="Freeform: Shape 142">
              <a:extLst>
                <a:ext uri="{FF2B5EF4-FFF2-40B4-BE49-F238E27FC236}">
                  <a16:creationId xmlns:a16="http://schemas.microsoft.com/office/drawing/2014/main" id="{3A7B33CE-846F-9EC9-FE45-914ADE59117A}"/>
                </a:ext>
              </a:extLst>
            </p:cNvPr>
            <p:cNvSpPr/>
            <p:nvPr/>
          </p:nvSpPr>
          <p:spPr>
            <a:xfrm>
              <a:off x="951543" y="62599"/>
              <a:ext cx="32955" cy="16434"/>
            </a:xfrm>
            <a:custGeom>
              <a:avLst/>
              <a:gdLst>
                <a:gd name="connsiteX0" fmla="*/ 0 w 32955"/>
                <a:gd name="connsiteY0" fmla="*/ 16435 h 16434"/>
                <a:gd name="connsiteX1" fmla="*/ 0 w 32955"/>
                <a:gd name="connsiteY1" fmla="*/ 8196 h 16434"/>
                <a:gd name="connsiteX2" fmla="*/ 1652 w 32955"/>
                <a:gd name="connsiteY2" fmla="*/ 4903 h 16434"/>
                <a:gd name="connsiteX3" fmla="*/ 9700 w 32955"/>
                <a:gd name="connsiteY3" fmla="*/ 1059 h 16434"/>
                <a:gd name="connsiteX4" fmla="*/ 16477 w 32955"/>
                <a:gd name="connsiteY4" fmla="*/ 0 h 16434"/>
                <a:gd name="connsiteX5" fmla="*/ 23254 w 32955"/>
                <a:gd name="connsiteY5" fmla="*/ 1059 h 16434"/>
                <a:gd name="connsiteX6" fmla="*/ 31312 w 32955"/>
                <a:gd name="connsiteY6" fmla="*/ 4903 h 16434"/>
                <a:gd name="connsiteX7" fmla="*/ 32954 w 32955"/>
                <a:gd name="connsiteY7" fmla="*/ 8196 h 16434"/>
                <a:gd name="connsiteX8" fmla="*/ 32954 w 32955"/>
                <a:gd name="connsiteY8" fmla="*/ 16435 h 16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55" h="16434">
                  <a:moveTo>
                    <a:pt x="0" y="16435"/>
                  </a:moveTo>
                  <a:lnTo>
                    <a:pt x="0" y="8196"/>
                  </a:lnTo>
                  <a:cubicBezTo>
                    <a:pt x="5" y="6900"/>
                    <a:pt x="616" y="5682"/>
                    <a:pt x="1652" y="4903"/>
                  </a:cubicBezTo>
                  <a:cubicBezTo>
                    <a:pt x="4083" y="3150"/>
                    <a:pt x="6809" y="1848"/>
                    <a:pt x="9700" y="1059"/>
                  </a:cubicBezTo>
                  <a:cubicBezTo>
                    <a:pt x="11888" y="348"/>
                    <a:pt x="14176" y="-9"/>
                    <a:pt x="16477" y="0"/>
                  </a:cubicBezTo>
                  <a:cubicBezTo>
                    <a:pt x="18773" y="54"/>
                    <a:pt x="21051" y="410"/>
                    <a:pt x="23254" y="1059"/>
                  </a:cubicBezTo>
                  <a:cubicBezTo>
                    <a:pt x="26189" y="1736"/>
                    <a:pt x="28939" y="3049"/>
                    <a:pt x="31312" y="4903"/>
                  </a:cubicBezTo>
                  <a:cubicBezTo>
                    <a:pt x="32373" y="5660"/>
                    <a:pt x="32988" y="6894"/>
                    <a:pt x="32954" y="8196"/>
                  </a:cubicBezTo>
                  <a:lnTo>
                    <a:pt x="32954" y="16435"/>
                  </a:lnTo>
                  <a:close/>
                </a:path>
              </a:pathLst>
            </a:custGeom>
            <a:solidFill>
              <a:srgbClr val="000000">
                <a:alpha val="50000"/>
              </a:srgbClr>
            </a:solidFill>
            <a:ln w="992" cap="flat">
              <a:noFill/>
              <a:prstDash val="solid"/>
              <a:miter/>
            </a:ln>
          </p:spPr>
          <p:txBody>
            <a:bodyPr rtlCol="0" anchor="ctr"/>
            <a:lstStyle/>
            <a:p>
              <a:endParaRPr lang="en-IN"/>
            </a:p>
          </p:txBody>
        </p:sp>
        <p:sp>
          <p:nvSpPr>
            <p:cNvPr id="144" name="Freeform: Shape 143">
              <a:extLst>
                <a:ext uri="{FF2B5EF4-FFF2-40B4-BE49-F238E27FC236}">
                  <a16:creationId xmlns:a16="http://schemas.microsoft.com/office/drawing/2014/main" id="{F277F80C-BEDD-969A-BDF6-0C3F1E539B1C}"/>
                </a:ext>
              </a:extLst>
            </p:cNvPr>
            <p:cNvSpPr/>
            <p:nvPr/>
          </p:nvSpPr>
          <p:spPr>
            <a:xfrm>
              <a:off x="959782" y="43877"/>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endParaRPr lang="en-IN"/>
            </a:p>
          </p:txBody>
        </p:sp>
        <p:grpSp>
          <p:nvGrpSpPr>
            <p:cNvPr id="145" name="Graphic 73" descr="Box">
              <a:extLst>
                <a:ext uri="{FF2B5EF4-FFF2-40B4-BE49-F238E27FC236}">
                  <a16:creationId xmlns:a16="http://schemas.microsoft.com/office/drawing/2014/main" id="{9DB7885D-A487-0FA1-4675-4A7427CB27AF}"/>
                </a:ext>
              </a:extLst>
            </p:cNvPr>
            <p:cNvGrpSpPr/>
            <p:nvPr/>
          </p:nvGrpSpPr>
          <p:grpSpPr>
            <a:xfrm>
              <a:off x="6281286" y="416153"/>
              <a:ext cx="57759" cy="68961"/>
              <a:chOff x="6281286" y="416153"/>
              <a:chExt cx="57759" cy="68961"/>
            </a:xfrm>
            <a:solidFill>
              <a:srgbClr val="000000">
                <a:alpha val="50000"/>
              </a:srgbClr>
            </a:solidFill>
          </p:grpSpPr>
          <p:sp>
            <p:nvSpPr>
              <p:cNvPr id="160" name="Freeform: Shape 159">
                <a:extLst>
                  <a:ext uri="{FF2B5EF4-FFF2-40B4-BE49-F238E27FC236}">
                    <a16:creationId xmlns:a16="http://schemas.microsoft.com/office/drawing/2014/main" id="{426A32A3-D9A7-D73B-BFDF-8C1247DBFCBF}"/>
                  </a:ext>
                </a:extLst>
              </p:cNvPr>
              <p:cNvSpPr/>
              <p:nvPr/>
            </p:nvSpPr>
            <p:spPr>
              <a:xfrm>
                <a:off x="6281286" y="425692"/>
                <a:ext cx="42007" cy="25466"/>
              </a:xfrm>
              <a:custGeom>
                <a:avLst/>
                <a:gdLst>
                  <a:gd name="connsiteX0" fmla="*/ 13127 w 42007"/>
                  <a:gd name="connsiteY0" fmla="*/ 0 h 25466"/>
                  <a:gd name="connsiteX1" fmla="*/ 0 w 42007"/>
                  <a:gd name="connsiteY1" fmla="*/ 7964 h 25466"/>
                  <a:gd name="connsiteX2" fmla="*/ 28880 w 42007"/>
                  <a:gd name="connsiteY2" fmla="*/ 25467 h 25466"/>
                  <a:gd name="connsiteX3" fmla="*/ 42007 w 42007"/>
                  <a:gd name="connsiteY3" fmla="*/ 17503 h 25466"/>
                </a:gdLst>
                <a:ahLst/>
                <a:cxnLst>
                  <a:cxn ang="0">
                    <a:pos x="connsiteX0" y="connsiteY0"/>
                  </a:cxn>
                  <a:cxn ang="0">
                    <a:pos x="connsiteX1" y="connsiteY1"/>
                  </a:cxn>
                  <a:cxn ang="0">
                    <a:pos x="connsiteX2" y="connsiteY2"/>
                  </a:cxn>
                  <a:cxn ang="0">
                    <a:pos x="connsiteX3" y="connsiteY3"/>
                  </a:cxn>
                </a:cxnLst>
                <a:rect l="l" t="t" r="r" b="b"/>
                <a:pathLst>
                  <a:path w="42007" h="25466">
                    <a:moveTo>
                      <a:pt x="13127" y="0"/>
                    </a:moveTo>
                    <a:lnTo>
                      <a:pt x="0" y="7964"/>
                    </a:lnTo>
                    <a:lnTo>
                      <a:pt x="28880" y="25467"/>
                    </a:lnTo>
                    <a:lnTo>
                      <a:pt x="42007" y="17503"/>
                    </a:lnTo>
                    <a:close/>
                  </a:path>
                </a:pathLst>
              </a:custGeom>
              <a:solidFill>
                <a:srgbClr val="000000">
                  <a:alpha val="50000"/>
                </a:srgbClr>
              </a:solidFill>
              <a:ln w="794" cap="flat">
                <a:noFill/>
                <a:prstDash val="solid"/>
                <a:miter/>
              </a:ln>
            </p:spPr>
            <p:txBody>
              <a:bodyPr rtlCol="0" anchor="ctr"/>
              <a:lstStyle/>
              <a:p>
                <a:endParaRPr lang="en-IN"/>
              </a:p>
            </p:txBody>
          </p:sp>
          <p:sp>
            <p:nvSpPr>
              <p:cNvPr id="161" name="Freeform: Shape 160">
                <a:extLst>
                  <a:ext uri="{FF2B5EF4-FFF2-40B4-BE49-F238E27FC236}">
                    <a16:creationId xmlns:a16="http://schemas.microsoft.com/office/drawing/2014/main" id="{609895A8-C757-21A4-E839-0ADADC719C77}"/>
                  </a:ext>
                </a:extLst>
              </p:cNvPr>
              <p:cNvSpPr/>
              <p:nvPr/>
            </p:nvSpPr>
            <p:spPr>
              <a:xfrm>
                <a:off x="6297738" y="416153"/>
                <a:ext cx="41306" cy="25029"/>
              </a:xfrm>
              <a:custGeom>
                <a:avLst/>
                <a:gdLst>
                  <a:gd name="connsiteX0" fmla="*/ 41307 w 41306"/>
                  <a:gd name="connsiteY0" fmla="*/ 17503 h 25029"/>
                  <a:gd name="connsiteX1" fmla="*/ 12427 w 41306"/>
                  <a:gd name="connsiteY1" fmla="*/ 0 h 25029"/>
                  <a:gd name="connsiteX2" fmla="*/ 0 w 41306"/>
                  <a:gd name="connsiteY2" fmla="*/ 7526 h 25029"/>
                  <a:gd name="connsiteX3" fmla="*/ 28880 w 41306"/>
                  <a:gd name="connsiteY3" fmla="*/ 25029 h 25029"/>
                </a:gdLst>
                <a:ahLst/>
                <a:cxnLst>
                  <a:cxn ang="0">
                    <a:pos x="connsiteX0" y="connsiteY0"/>
                  </a:cxn>
                  <a:cxn ang="0">
                    <a:pos x="connsiteX1" y="connsiteY1"/>
                  </a:cxn>
                  <a:cxn ang="0">
                    <a:pos x="connsiteX2" y="connsiteY2"/>
                  </a:cxn>
                  <a:cxn ang="0">
                    <a:pos x="connsiteX3" y="connsiteY3"/>
                  </a:cxn>
                </a:cxnLst>
                <a:rect l="l" t="t" r="r" b="b"/>
                <a:pathLst>
                  <a:path w="41306" h="25029">
                    <a:moveTo>
                      <a:pt x="41307" y="17503"/>
                    </a:moveTo>
                    <a:lnTo>
                      <a:pt x="12427" y="0"/>
                    </a:lnTo>
                    <a:lnTo>
                      <a:pt x="0" y="7526"/>
                    </a:lnTo>
                    <a:lnTo>
                      <a:pt x="28880" y="25029"/>
                    </a:lnTo>
                    <a:close/>
                  </a:path>
                </a:pathLst>
              </a:custGeom>
              <a:solidFill>
                <a:srgbClr val="000000">
                  <a:alpha val="50000"/>
                </a:srgbClr>
              </a:solidFill>
              <a:ln w="794" cap="flat">
                <a:noFill/>
                <a:prstDash val="solid"/>
                <a:miter/>
              </a:ln>
            </p:spPr>
            <p:txBody>
              <a:bodyPr rtlCol="0" anchor="ctr"/>
              <a:lstStyle/>
              <a:p>
                <a:endParaRPr lang="en-IN"/>
              </a:p>
            </p:txBody>
          </p:sp>
          <p:sp>
            <p:nvSpPr>
              <p:cNvPr id="162" name="Freeform: Shape 161">
                <a:extLst>
                  <a:ext uri="{FF2B5EF4-FFF2-40B4-BE49-F238E27FC236}">
                    <a16:creationId xmlns:a16="http://schemas.microsoft.com/office/drawing/2014/main" id="{078557D2-BC50-6436-2D5F-771E5B6D8105}"/>
                  </a:ext>
                </a:extLst>
              </p:cNvPr>
              <p:cNvSpPr/>
              <p:nvPr/>
            </p:nvSpPr>
            <p:spPr>
              <a:xfrm>
                <a:off x="6281286" y="437769"/>
                <a:ext cx="27129" cy="47345"/>
              </a:xfrm>
              <a:custGeom>
                <a:avLst/>
                <a:gdLst>
                  <a:gd name="connsiteX0" fmla="*/ 0 w 27129"/>
                  <a:gd name="connsiteY0" fmla="*/ 2888 h 47345"/>
                  <a:gd name="connsiteX1" fmla="*/ 0 w 27129"/>
                  <a:gd name="connsiteY1" fmla="*/ 30893 h 47345"/>
                  <a:gd name="connsiteX2" fmla="*/ 27130 w 27129"/>
                  <a:gd name="connsiteY2" fmla="*/ 47345 h 47345"/>
                  <a:gd name="connsiteX3" fmla="*/ 27130 w 27129"/>
                  <a:gd name="connsiteY3" fmla="*/ 16453 h 47345"/>
                  <a:gd name="connsiteX4" fmla="*/ 0 w 27129"/>
                  <a:gd name="connsiteY4" fmla="*/ 0 h 47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29" h="47345">
                    <a:moveTo>
                      <a:pt x="0" y="2888"/>
                    </a:moveTo>
                    <a:lnTo>
                      <a:pt x="0" y="30893"/>
                    </a:lnTo>
                    <a:lnTo>
                      <a:pt x="27130" y="47345"/>
                    </a:lnTo>
                    <a:lnTo>
                      <a:pt x="27130" y="16453"/>
                    </a:lnTo>
                    <a:lnTo>
                      <a:pt x="0" y="0"/>
                    </a:lnTo>
                    <a:close/>
                  </a:path>
                </a:pathLst>
              </a:custGeom>
              <a:solidFill>
                <a:srgbClr val="000000">
                  <a:alpha val="50000"/>
                </a:srgbClr>
              </a:solidFill>
              <a:ln w="794" cap="flat">
                <a:noFill/>
                <a:prstDash val="solid"/>
                <a:miter/>
              </a:ln>
            </p:spPr>
            <p:txBody>
              <a:bodyPr rtlCol="0" anchor="ctr"/>
              <a:lstStyle/>
              <a:p>
                <a:endParaRPr lang="en-IN"/>
              </a:p>
            </p:txBody>
          </p:sp>
          <p:sp>
            <p:nvSpPr>
              <p:cNvPr id="163" name="Freeform: Shape 162">
                <a:extLst>
                  <a:ext uri="{FF2B5EF4-FFF2-40B4-BE49-F238E27FC236}">
                    <a16:creationId xmlns:a16="http://schemas.microsoft.com/office/drawing/2014/main" id="{93926286-6E96-5523-B232-8CB393028DE9}"/>
                  </a:ext>
                </a:extLst>
              </p:cNvPr>
              <p:cNvSpPr/>
              <p:nvPr/>
            </p:nvSpPr>
            <p:spPr>
              <a:xfrm>
                <a:off x="6311916" y="437769"/>
                <a:ext cx="27129" cy="47345"/>
              </a:xfrm>
              <a:custGeom>
                <a:avLst/>
                <a:gdLst>
                  <a:gd name="connsiteX0" fmla="*/ 9627 w 27129"/>
                  <a:gd name="connsiteY0" fmla="*/ 21266 h 47345"/>
                  <a:gd name="connsiteX1" fmla="*/ 3501 w 27129"/>
                  <a:gd name="connsiteY1" fmla="*/ 24767 h 47345"/>
                  <a:gd name="connsiteX2" fmla="*/ 3501 w 27129"/>
                  <a:gd name="connsiteY2" fmla="*/ 18641 h 47345"/>
                  <a:gd name="connsiteX3" fmla="*/ 9627 w 27129"/>
                  <a:gd name="connsiteY3" fmla="*/ 15140 h 47345"/>
                  <a:gd name="connsiteX4" fmla="*/ 9627 w 27129"/>
                  <a:gd name="connsiteY4" fmla="*/ 21266 h 47345"/>
                  <a:gd name="connsiteX5" fmla="*/ 0 w 27129"/>
                  <a:gd name="connsiteY5" fmla="*/ 16453 h 47345"/>
                  <a:gd name="connsiteX6" fmla="*/ 0 w 27129"/>
                  <a:gd name="connsiteY6" fmla="*/ 47345 h 47345"/>
                  <a:gd name="connsiteX7" fmla="*/ 27130 w 27129"/>
                  <a:gd name="connsiteY7" fmla="*/ 30893 h 47345"/>
                  <a:gd name="connsiteX8" fmla="*/ 27130 w 27129"/>
                  <a:gd name="connsiteY8" fmla="*/ 0 h 47345"/>
                  <a:gd name="connsiteX9" fmla="*/ 0 w 27129"/>
                  <a:gd name="connsiteY9" fmla="*/ 16453 h 47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129" h="47345">
                    <a:moveTo>
                      <a:pt x="9627" y="21266"/>
                    </a:moveTo>
                    <a:lnTo>
                      <a:pt x="3501" y="24767"/>
                    </a:lnTo>
                    <a:lnTo>
                      <a:pt x="3501" y="18641"/>
                    </a:lnTo>
                    <a:lnTo>
                      <a:pt x="9627" y="15140"/>
                    </a:lnTo>
                    <a:lnTo>
                      <a:pt x="9627" y="21266"/>
                    </a:lnTo>
                    <a:close/>
                    <a:moveTo>
                      <a:pt x="0" y="16453"/>
                    </a:moveTo>
                    <a:lnTo>
                      <a:pt x="0" y="47345"/>
                    </a:lnTo>
                    <a:lnTo>
                      <a:pt x="27130" y="30893"/>
                    </a:lnTo>
                    <a:lnTo>
                      <a:pt x="27130" y="0"/>
                    </a:lnTo>
                    <a:lnTo>
                      <a:pt x="0" y="16453"/>
                    </a:lnTo>
                    <a:close/>
                  </a:path>
                </a:pathLst>
              </a:custGeom>
              <a:solidFill>
                <a:srgbClr val="000000">
                  <a:alpha val="50000"/>
                </a:srgbClr>
              </a:solidFill>
              <a:ln w="794" cap="flat">
                <a:noFill/>
                <a:prstDash val="solid"/>
                <a:miter/>
              </a:ln>
            </p:spPr>
            <p:txBody>
              <a:bodyPr rtlCol="0" anchor="ctr"/>
              <a:lstStyle/>
              <a:p>
                <a:endParaRPr lang="en-IN"/>
              </a:p>
            </p:txBody>
          </p:sp>
        </p:grpSp>
        <p:sp>
          <p:nvSpPr>
            <p:cNvPr id="146" name="Freeform: Shape 145">
              <a:extLst>
                <a:ext uri="{FF2B5EF4-FFF2-40B4-BE49-F238E27FC236}">
                  <a16:creationId xmlns:a16="http://schemas.microsoft.com/office/drawing/2014/main" id="{CB84B9EC-618F-264F-4AEB-C0E8830036F9}"/>
                </a:ext>
              </a:extLst>
            </p:cNvPr>
            <p:cNvSpPr/>
            <p:nvPr/>
          </p:nvSpPr>
          <p:spPr>
            <a:xfrm>
              <a:off x="9403756" y="104128"/>
              <a:ext cx="77012" cy="13477"/>
            </a:xfrm>
            <a:custGeom>
              <a:avLst/>
              <a:gdLst>
                <a:gd name="connsiteX0" fmla="*/ 38506 w 77012"/>
                <a:gd name="connsiteY0" fmla="*/ 3851 h 13477"/>
                <a:gd name="connsiteX1" fmla="*/ 41394 w 77012"/>
                <a:gd name="connsiteY1" fmla="*/ 6739 h 13477"/>
                <a:gd name="connsiteX2" fmla="*/ 38506 w 77012"/>
                <a:gd name="connsiteY2" fmla="*/ 9627 h 13477"/>
                <a:gd name="connsiteX3" fmla="*/ 35618 w 77012"/>
                <a:gd name="connsiteY3" fmla="*/ 6739 h 13477"/>
                <a:gd name="connsiteX4" fmla="*/ 38506 w 77012"/>
                <a:gd name="connsiteY4" fmla="*/ 3851 h 13477"/>
                <a:gd name="connsiteX5" fmla="*/ 0 w 77012"/>
                <a:gd name="connsiteY5" fmla="*/ 13477 h 13477"/>
                <a:gd name="connsiteX6" fmla="*/ 77013 w 77012"/>
                <a:gd name="connsiteY6" fmla="*/ 13477 h 13477"/>
                <a:gd name="connsiteX7" fmla="*/ 77013 w 77012"/>
                <a:gd name="connsiteY7" fmla="*/ 0 h 13477"/>
                <a:gd name="connsiteX8" fmla="*/ 0 w 77012"/>
                <a:gd name="connsiteY8" fmla="*/ 0 h 13477"/>
                <a:gd name="connsiteX9" fmla="*/ 0 w 77012"/>
                <a:gd name="connsiteY9" fmla="*/ 13477 h 1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012" h="13477">
                  <a:moveTo>
                    <a:pt x="38506" y="3851"/>
                  </a:moveTo>
                  <a:cubicBezTo>
                    <a:pt x="40143" y="3851"/>
                    <a:pt x="41394" y="5102"/>
                    <a:pt x="41394" y="6739"/>
                  </a:cubicBezTo>
                  <a:cubicBezTo>
                    <a:pt x="41394" y="8375"/>
                    <a:pt x="40143" y="9627"/>
                    <a:pt x="38506" y="9627"/>
                  </a:cubicBezTo>
                  <a:cubicBezTo>
                    <a:pt x="36870" y="9627"/>
                    <a:pt x="35618" y="8375"/>
                    <a:pt x="35618" y="6739"/>
                  </a:cubicBezTo>
                  <a:cubicBezTo>
                    <a:pt x="35618" y="5102"/>
                    <a:pt x="36870" y="3851"/>
                    <a:pt x="38506" y="3851"/>
                  </a:cubicBezTo>
                  <a:close/>
                  <a:moveTo>
                    <a:pt x="0" y="13477"/>
                  </a:moveTo>
                  <a:lnTo>
                    <a:pt x="77013" y="13477"/>
                  </a:lnTo>
                  <a:lnTo>
                    <a:pt x="77013" y="0"/>
                  </a:lnTo>
                  <a:lnTo>
                    <a:pt x="0" y="0"/>
                  </a:lnTo>
                  <a:lnTo>
                    <a:pt x="0" y="13477"/>
                  </a:lnTo>
                  <a:close/>
                </a:path>
              </a:pathLst>
            </a:custGeom>
            <a:solidFill>
              <a:srgbClr val="000000">
                <a:alpha val="50000"/>
              </a:srgbClr>
            </a:solidFill>
            <a:ln w="893" cap="flat">
              <a:noFill/>
              <a:prstDash val="solid"/>
              <a:miter/>
            </a:ln>
          </p:spPr>
          <p:txBody>
            <a:bodyPr rtlCol="0" anchor="ctr"/>
            <a:lstStyle/>
            <a:p>
              <a:endParaRPr lang="en-IN"/>
            </a:p>
          </p:txBody>
        </p:sp>
        <p:sp>
          <p:nvSpPr>
            <p:cNvPr id="147" name="Freeform: Shape 146">
              <a:extLst>
                <a:ext uri="{FF2B5EF4-FFF2-40B4-BE49-F238E27FC236}">
                  <a16:creationId xmlns:a16="http://schemas.microsoft.com/office/drawing/2014/main" id="{136DE629-A6CF-9DF8-0EED-5848A71B928B}"/>
                </a:ext>
              </a:extLst>
            </p:cNvPr>
            <p:cNvSpPr/>
            <p:nvPr/>
          </p:nvSpPr>
          <p:spPr>
            <a:xfrm>
              <a:off x="9423009" y="71398"/>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endParaRPr lang="en-IN"/>
            </a:p>
          </p:txBody>
        </p:sp>
        <p:sp>
          <p:nvSpPr>
            <p:cNvPr id="148" name="Freeform: Shape 147">
              <a:extLst>
                <a:ext uri="{FF2B5EF4-FFF2-40B4-BE49-F238E27FC236}">
                  <a16:creationId xmlns:a16="http://schemas.microsoft.com/office/drawing/2014/main" id="{64CA3512-774E-9CCA-46FB-4F79670B4B7B}"/>
                </a:ext>
              </a:extLst>
            </p:cNvPr>
            <p:cNvSpPr/>
            <p:nvPr/>
          </p:nvSpPr>
          <p:spPr>
            <a:xfrm>
              <a:off x="9423009" y="63697"/>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BD76AA46-9338-EFB7-6B3A-A2C7889E7CE0}"/>
                </a:ext>
              </a:extLst>
            </p:cNvPr>
            <p:cNvSpPr/>
            <p:nvPr/>
          </p:nvSpPr>
          <p:spPr>
            <a:xfrm>
              <a:off x="9423009" y="55995"/>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endParaRPr lang="en-IN"/>
            </a:p>
          </p:txBody>
        </p:sp>
        <p:sp>
          <p:nvSpPr>
            <p:cNvPr id="150" name="Freeform: Shape 149">
              <a:extLst>
                <a:ext uri="{FF2B5EF4-FFF2-40B4-BE49-F238E27FC236}">
                  <a16:creationId xmlns:a16="http://schemas.microsoft.com/office/drawing/2014/main" id="{2F91E215-E2BA-7917-2AD2-E0492C595159}"/>
                </a:ext>
              </a:extLst>
            </p:cNvPr>
            <p:cNvSpPr/>
            <p:nvPr/>
          </p:nvSpPr>
          <p:spPr>
            <a:xfrm>
              <a:off x="9403756" y="48294"/>
              <a:ext cx="77012" cy="51983"/>
            </a:xfrm>
            <a:custGeom>
              <a:avLst/>
              <a:gdLst>
                <a:gd name="connsiteX0" fmla="*/ 65461 w 77012"/>
                <a:gd name="connsiteY0" fmla="*/ 30805 h 51983"/>
                <a:gd name="connsiteX1" fmla="*/ 42357 w 77012"/>
                <a:gd name="connsiteY1" fmla="*/ 30805 h 51983"/>
                <a:gd name="connsiteX2" fmla="*/ 42357 w 77012"/>
                <a:gd name="connsiteY2" fmla="*/ 21178 h 51983"/>
                <a:gd name="connsiteX3" fmla="*/ 65461 w 77012"/>
                <a:gd name="connsiteY3" fmla="*/ 21178 h 51983"/>
                <a:gd name="connsiteX4" fmla="*/ 65461 w 77012"/>
                <a:gd name="connsiteY4" fmla="*/ 30805 h 51983"/>
                <a:gd name="connsiteX5" fmla="*/ 32730 w 77012"/>
                <a:gd name="connsiteY5" fmla="*/ 30805 h 51983"/>
                <a:gd name="connsiteX6" fmla="*/ 15403 w 77012"/>
                <a:gd name="connsiteY6" fmla="*/ 30805 h 51983"/>
                <a:gd name="connsiteX7" fmla="*/ 15403 w 77012"/>
                <a:gd name="connsiteY7" fmla="*/ 3851 h 51983"/>
                <a:gd name="connsiteX8" fmla="*/ 32730 w 77012"/>
                <a:gd name="connsiteY8" fmla="*/ 3851 h 51983"/>
                <a:gd name="connsiteX9" fmla="*/ 32730 w 77012"/>
                <a:gd name="connsiteY9" fmla="*/ 30805 h 51983"/>
                <a:gd name="connsiteX10" fmla="*/ 71237 w 77012"/>
                <a:gd name="connsiteY10" fmla="*/ 30805 h 51983"/>
                <a:gd name="connsiteX11" fmla="*/ 71237 w 77012"/>
                <a:gd name="connsiteY11" fmla="*/ 19253 h 51983"/>
                <a:gd name="connsiteX12" fmla="*/ 67386 w 77012"/>
                <a:gd name="connsiteY12" fmla="*/ 15403 h 51983"/>
                <a:gd name="connsiteX13" fmla="*/ 36581 w 77012"/>
                <a:gd name="connsiteY13" fmla="*/ 15403 h 51983"/>
                <a:gd name="connsiteX14" fmla="*/ 36581 w 77012"/>
                <a:gd name="connsiteY14" fmla="*/ 1925 h 51983"/>
                <a:gd name="connsiteX15" fmla="*/ 34656 w 77012"/>
                <a:gd name="connsiteY15" fmla="*/ 0 h 51983"/>
                <a:gd name="connsiteX16" fmla="*/ 13477 w 77012"/>
                <a:gd name="connsiteY16" fmla="*/ 0 h 51983"/>
                <a:gd name="connsiteX17" fmla="*/ 11552 w 77012"/>
                <a:gd name="connsiteY17" fmla="*/ 1925 h 51983"/>
                <a:gd name="connsiteX18" fmla="*/ 11552 w 77012"/>
                <a:gd name="connsiteY18" fmla="*/ 15403 h 51983"/>
                <a:gd name="connsiteX19" fmla="*/ 9627 w 77012"/>
                <a:gd name="connsiteY19" fmla="*/ 15403 h 51983"/>
                <a:gd name="connsiteX20" fmla="*/ 5776 w 77012"/>
                <a:gd name="connsiteY20" fmla="*/ 19253 h 51983"/>
                <a:gd name="connsiteX21" fmla="*/ 5776 w 77012"/>
                <a:gd name="connsiteY21" fmla="*/ 30805 h 51983"/>
                <a:gd name="connsiteX22" fmla="*/ 0 w 77012"/>
                <a:gd name="connsiteY22" fmla="*/ 44282 h 51983"/>
                <a:gd name="connsiteX23" fmla="*/ 0 w 77012"/>
                <a:gd name="connsiteY23" fmla="*/ 51983 h 51983"/>
                <a:gd name="connsiteX24" fmla="*/ 77013 w 77012"/>
                <a:gd name="connsiteY24" fmla="*/ 51983 h 51983"/>
                <a:gd name="connsiteX25" fmla="*/ 77013 w 77012"/>
                <a:gd name="connsiteY25" fmla="*/ 44282 h 51983"/>
                <a:gd name="connsiteX26" fmla="*/ 71237 w 77012"/>
                <a:gd name="connsiteY26" fmla="*/ 30805 h 51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7012" h="51983">
                  <a:moveTo>
                    <a:pt x="65461" y="30805"/>
                  </a:moveTo>
                  <a:lnTo>
                    <a:pt x="42357" y="30805"/>
                  </a:lnTo>
                  <a:lnTo>
                    <a:pt x="42357" y="21178"/>
                  </a:lnTo>
                  <a:lnTo>
                    <a:pt x="65461" y="21178"/>
                  </a:lnTo>
                  <a:lnTo>
                    <a:pt x="65461" y="30805"/>
                  </a:lnTo>
                  <a:close/>
                  <a:moveTo>
                    <a:pt x="32730" y="30805"/>
                  </a:moveTo>
                  <a:lnTo>
                    <a:pt x="15403" y="30805"/>
                  </a:lnTo>
                  <a:lnTo>
                    <a:pt x="15403" y="3851"/>
                  </a:lnTo>
                  <a:lnTo>
                    <a:pt x="32730" y="3851"/>
                  </a:lnTo>
                  <a:lnTo>
                    <a:pt x="32730" y="30805"/>
                  </a:lnTo>
                  <a:close/>
                  <a:moveTo>
                    <a:pt x="71237" y="30805"/>
                  </a:moveTo>
                  <a:lnTo>
                    <a:pt x="71237" y="19253"/>
                  </a:lnTo>
                  <a:cubicBezTo>
                    <a:pt x="71237" y="17135"/>
                    <a:pt x="69504" y="15403"/>
                    <a:pt x="67386" y="15403"/>
                  </a:cubicBezTo>
                  <a:lnTo>
                    <a:pt x="36581" y="15403"/>
                  </a:lnTo>
                  <a:lnTo>
                    <a:pt x="36581" y="1925"/>
                  </a:lnTo>
                  <a:cubicBezTo>
                    <a:pt x="36581" y="866"/>
                    <a:pt x="35715" y="0"/>
                    <a:pt x="34656" y="0"/>
                  </a:cubicBezTo>
                  <a:lnTo>
                    <a:pt x="13477" y="0"/>
                  </a:lnTo>
                  <a:cubicBezTo>
                    <a:pt x="12418" y="0"/>
                    <a:pt x="11552" y="866"/>
                    <a:pt x="11552" y="1925"/>
                  </a:cubicBezTo>
                  <a:lnTo>
                    <a:pt x="11552" y="15403"/>
                  </a:lnTo>
                  <a:lnTo>
                    <a:pt x="9627" y="15403"/>
                  </a:lnTo>
                  <a:cubicBezTo>
                    <a:pt x="7509" y="15403"/>
                    <a:pt x="5776" y="17135"/>
                    <a:pt x="5776" y="19253"/>
                  </a:cubicBezTo>
                  <a:lnTo>
                    <a:pt x="5776" y="30805"/>
                  </a:lnTo>
                  <a:lnTo>
                    <a:pt x="0" y="44282"/>
                  </a:lnTo>
                  <a:lnTo>
                    <a:pt x="0" y="51983"/>
                  </a:lnTo>
                  <a:lnTo>
                    <a:pt x="77013" y="51983"/>
                  </a:lnTo>
                  <a:lnTo>
                    <a:pt x="77013" y="44282"/>
                  </a:lnTo>
                  <a:lnTo>
                    <a:pt x="71237" y="30805"/>
                  </a:lnTo>
                  <a:close/>
                </a:path>
              </a:pathLst>
            </a:custGeom>
            <a:solidFill>
              <a:srgbClr val="000000">
                <a:alpha val="50000"/>
              </a:srgbClr>
            </a:solidFill>
            <a:ln w="893" cap="flat">
              <a:noFill/>
              <a:prstDash val="solid"/>
              <a:miter/>
            </a:ln>
          </p:spPr>
          <p:txBody>
            <a:bodyPr rtlCol="0" anchor="ctr"/>
            <a:lstStyle/>
            <a:p>
              <a:endParaRPr lang="en-IN"/>
            </a:p>
          </p:txBody>
        </p:sp>
        <p:sp>
          <p:nvSpPr>
            <p:cNvPr id="151" name="Graphic 77" descr="Dollar">
              <a:extLst>
                <a:ext uri="{FF2B5EF4-FFF2-40B4-BE49-F238E27FC236}">
                  <a16:creationId xmlns:a16="http://schemas.microsoft.com/office/drawing/2014/main" id="{F7EE54A2-48F9-E9C6-8C0B-405E56648184}"/>
                </a:ext>
              </a:extLst>
            </p:cNvPr>
            <p:cNvSpPr/>
            <p:nvPr/>
          </p:nvSpPr>
          <p:spPr>
            <a:xfrm>
              <a:off x="6458420" y="619903"/>
              <a:ext cx="38389" cy="82788"/>
            </a:xfrm>
            <a:custGeom>
              <a:avLst/>
              <a:gdLst>
                <a:gd name="connsiteX0" fmla="*/ 33154 w 38389"/>
                <a:gd name="connsiteY0" fmla="*/ 43320 h 82788"/>
                <a:gd name="connsiteX1" fmla="*/ 21669 w 38389"/>
                <a:gd name="connsiteY1" fmla="*/ 37996 h 82788"/>
                <a:gd name="connsiteX2" fmla="*/ 21669 w 38389"/>
                <a:gd name="connsiteY2" fmla="*/ 14719 h 82788"/>
                <a:gd name="connsiteX3" fmla="*/ 31931 w 38389"/>
                <a:gd name="connsiteY3" fmla="*/ 19600 h 82788"/>
                <a:gd name="connsiteX4" fmla="*/ 36552 w 38389"/>
                <a:gd name="connsiteY4" fmla="*/ 15171 h 82788"/>
                <a:gd name="connsiteX5" fmla="*/ 21669 w 38389"/>
                <a:gd name="connsiteY5" fmla="*/ 8365 h 82788"/>
                <a:gd name="connsiteX6" fmla="*/ 21669 w 38389"/>
                <a:gd name="connsiteY6" fmla="*/ 0 h 82788"/>
                <a:gd name="connsiteX7" fmla="*/ 15893 w 38389"/>
                <a:gd name="connsiteY7" fmla="*/ 0 h 82788"/>
                <a:gd name="connsiteX8" fmla="*/ 15893 w 38389"/>
                <a:gd name="connsiteY8" fmla="*/ 8731 h 82788"/>
                <a:gd name="connsiteX9" fmla="*/ 10233 w 38389"/>
                <a:gd name="connsiteY9" fmla="*/ 10753 h 82788"/>
                <a:gd name="connsiteX10" fmla="*/ 2204 w 38389"/>
                <a:gd name="connsiteY10" fmla="*/ 31931 h 82788"/>
                <a:gd name="connsiteX11" fmla="*/ 15893 w 38389"/>
                <a:gd name="connsiteY11" fmla="*/ 42732 h 82788"/>
                <a:gd name="connsiteX12" fmla="*/ 15893 w 38389"/>
                <a:gd name="connsiteY12" fmla="*/ 67935 h 82788"/>
                <a:gd name="connsiteX13" fmla="*/ 4621 w 38389"/>
                <a:gd name="connsiteY13" fmla="*/ 61610 h 82788"/>
                <a:gd name="connsiteX14" fmla="*/ 0 w 38389"/>
                <a:gd name="connsiteY14" fmla="*/ 66029 h 82788"/>
                <a:gd name="connsiteX15" fmla="*/ 7749 w 38389"/>
                <a:gd name="connsiteY15" fmla="*/ 72199 h 82788"/>
                <a:gd name="connsiteX16" fmla="*/ 15893 w 38389"/>
                <a:gd name="connsiteY16" fmla="*/ 74346 h 82788"/>
                <a:gd name="connsiteX17" fmla="*/ 15893 w 38389"/>
                <a:gd name="connsiteY17" fmla="*/ 82788 h 82788"/>
                <a:gd name="connsiteX18" fmla="*/ 21669 w 38389"/>
                <a:gd name="connsiteY18" fmla="*/ 82788 h 82788"/>
                <a:gd name="connsiteX19" fmla="*/ 21669 w 38389"/>
                <a:gd name="connsiteY19" fmla="*/ 74125 h 82788"/>
                <a:gd name="connsiteX20" fmla="*/ 36995 w 38389"/>
                <a:gd name="connsiteY20" fmla="*/ 62573 h 82788"/>
                <a:gd name="connsiteX21" fmla="*/ 33154 w 38389"/>
                <a:gd name="connsiteY21" fmla="*/ 43320 h 82788"/>
                <a:gd name="connsiteX22" fmla="*/ 11080 w 38389"/>
                <a:gd name="connsiteY22" fmla="*/ 33433 h 82788"/>
                <a:gd name="connsiteX23" fmla="*/ 12688 w 38389"/>
                <a:gd name="connsiteY23" fmla="*/ 16741 h 82788"/>
                <a:gd name="connsiteX24" fmla="*/ 15893 w 38389"/>
                <a:gd name="connsiteY24" fmla="*/ 15268 h 82788"/>
                <a:gd name="connsiteX25" fmla="*/ 15893 w 38389"/>
                <a:gd name="connsiteY25" fmla="*/ 36148 h 82788"/>
                <a:gd name="connsiteX26" fmla="*/ 11080 w 38389"/>
                <a:gd name="connsiteY26" fmla="*/ 33433 h 82788"/>
                <a:gd name="connsiteX27" fmla="*/ 28495 w 38389"/>
                <a:gd name="connsiteY27" fmla="*/ 64065 h 82788"/>
                <a:gd name="connsiteX28" fmla="*/ 21669 w 38389"/>
                <a:gd name="connsiteY28" fmla="*/ 67675 h 82788"/>
                <a:gd name="connsiteX29" fmla="*/ 21669 w 38389"/>
                <a:gd name="connsiteY29" fmla="*/ 44677 h 82788"/>
                <a:gd name="connsiteX30" fmla="*/ 31508 w 38389"/>
                <a:gd name="connsiteY30" fmla="*/ 51772 h 82788"/>
                <a:gd name="connsiteX31" fmla="*/ 28495 w 38389"/>
                <a:gd name="connsiteY31" fmla="*/ 64065 h 8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389" h="82788">
                  <a:moveTo>
                    <a:pt x="33154" y="43320"/>
                  </a:moveTo>
                  <a:cubicBezTo>
                    <a:pt x="29900" y="40547"/>
                    <a:pt x="25674" y="39247"/>
                    <a:pt x="21669" y="37996"/>
                  </a:cubicBezTo>
                  <a:lnTo>
                    <a:pt x="21669" y="14719"/>
                  </a:lnTo>
                  <a:cubicBezTo>
                    <a:pt x="25558" y="15088"/>
                    <a:pt x="29191" y="16817"/>
                    <a:pt x="31931" y="19600"/>
                  </a:cubicBezTo>
                  <a:lnTo>
                    <a:pt x="36552" y="15171"/>
                  </a:lnTo>
                  <a:cubicBezTo>
                    <a:pt x="32598" y="11149"/>
                    <a:pt x="27299" y="8726"/>
                    <a:pt x="21669" y="8365"/>
                  </a:cubicBezTo>
                  <a:lnTo>
                    <a:pt x="21669" y="0"/>
                  </a:lnTo>
                  <a:lnTo>
                    <a:pt x="15893" y="0"/>
                  </a:lnTo>
                  <a:lnTo>
                    <a:pt x="15893" y="8731"/>
                  </a:lnTo>
                  <a:cubicBezTo>
                    <a:pt x="13916" y="9116"/>
                    <a:pt x="12007" y="9798"/>
                    <a:pt x="10233" y="10753"/>
                  </a:cubicBezTo>
                  <a:cubicBezTo>
                    <a:pt x="2936" y="14729"/>
                    <a:pt x="-789" y="24066"/>
                    <a:pt x="2204" y="31931"/>
                  </a:cubicBezTo>
                  <a:cubicBezTo>
                    <a:pt x="4524" y="37996"/>
                    <a:pt x="10118" y="40701"/>
                    <a:pt x="15893" y="42732"/>
                  </a:cubicBezTo>
                  <a:lnTo>
                    <a:pt x="15893" y="67935"/>
                  </a:lnTo>
                  <a:cubicBezTo>
                    <a:pt x="11417" y="67386"/>
                    <a:pt x="7701" y="64816"/>
                    <a:pt x="4621" y="61610"/>
                  </a:cubicBezTo>
                  <a:lnTo>
                    <a:pt x="0" y="66029"/>
                  </a:lnTo>
                  <a:cubicBezTo>
                    <a:pt x="2200" y="68525"/>
                    <a:pt x="4823" y="70614"/>
                    <a:pt x="7749" y="72199"/>
                  </a:cubicBezTo>
                  <a:cubicBezTo>
                    <a:pt x="10307" y="73416"/>
                    <a:pt x="13069" y="74144"/>
                    <a:pt x="15893" y="74346"/>
                  </a:cubicBezTo>
                  <a:lnTo>
                    <a:pt x="15893" y="82788"/>
                  </a:lnTo>
                  <a:lnTo>
                    <a:pt x="21669" y="82788"/>
                  </a:lnTo>
                  <a:lnTo>
                    <a:pt x="21669" y="74125"/>
                  </a:lnTo>
                  <a:cubicBezTo>
                    <a:pt x="28292" y="73017"/>
                    <a:pt x="34376" y="68945"/>
                    <a:pt x="36995" y="62573"/>
                  </a:cubicBezTo>
                  <a:cubicBezTo>
                    <a:pt x="39613" y="56200"/>
                    <a:pt x="38660" y="48027"/>
                    <a:pt x="33154" y="43320"/>
                  </a:cubicBezTo>
                  <a:close/>
                  <a:moveTo>
                    <a:pt x="11080" y="33433"/>
                  </a:moveTo>
                  <a:cubicBezTo>
                    <a:pt x="5786" y="28966"/>
                    <a:pt x="7076" y="20322"/>
                    <a:pt x="12688" y="16741"/>
                  </a:cubicBezTo>
                  <a:cubicBezTo>
                    <a:pt x="13683" y="16103"/>
                    <a:pt x="14761" y="15607"/>
                    <a:pt x="15893" y="15268"/>
                  </a:cubicBezTo>
                  <a:lnTo>
                    <a:pt x="15893" y="36148"/>
                  </a:lnTo>
                  <a:cubicBezTo>
                    <a:pt x="14151" y="35514"/>
                    <a:pt x="12524" y="34597"/>
                    <a:pt x="11080" y="33433"/>
                  </a:cubicBezTo>
                  <a:close/>
                  <a:moveTo>
                    <a:pt x="28495" y="64065"/>
                  </a:moveTo>
                  <a:cubicBezTo>
                    <a:pt x="26616" y="65902"/>
                    <a:pt x="24245" y="67155"/>
                    <a:pt x="21669" y="67675"/>
                  </a:cubicBezTo>
                  <a:lnTo>
                    <a:pt x="21669" y="44677"/>
                  </a:lnTo>
                  <a:cubicBezTo>
                    <a:pt x="25520" y="45996"/>
                    <a:pt x="29939" y="47671"/>
                    <a:pt x="31508" y="51772"/>
                  </a:cubicBezTo>
                  <a:cubicBezTo>
                    <a:pt x="33077" y="55873"/>
                    <a:pt x="31498" y="61004"/>
                    <a:pt x="28495" y="64065"/>
                  </a:cubicBezTo>
                  <a:close/>
                </a:path>
              </a:pathLst>
            </a:custGeom>
            <a:solidFill>
              <a:srgbClr val="000000">
                <a:alpha val="50000"/>
              </a:srgbClr>
            </a:solidFill>
            <a:ln w="893" cap="flat">
              <a:noFill/>
              <a:prstDash val="solid"/>
              <a:miter/>
            </a:ln>
          </p:spPr>
          <p:txBody>
            <a:bodyPr rtlCol="0" anchor="ctr"/>
            <a:lstStyle/>
            <a:p>
              <a:endParaRPr lang="en-IN"/>
            </a:p>
          </p:txBody>
        </p:sp>
        <p:sp>
          <p:nvSpPr>
            <p:cNvPr id="152" name="Graphic 79" descr="Send">
              <a:extLst>
                <a:ext uri="{FF2B5EF4-FFF2-40B4-BE49-F238E27FC236}">
                  <a16:creationId xmlns:a16="http://schemas.microsoft.com/office/drawing/2014/main" id="{CE87DBDB-E5BF-8424-D6E0-B6107E3F0C3D}"/>
                </a:ext>
              </a:extLst>
            </p:cNvPr>
            <p:cNvSpPr/>
            <p:nvPr/>
          </p:nvSpPr>
          <p:spPr>
            <a:xfrm>
              <a:off x="1620626" y="1299258"/>
              <a:ext cx="77123" cy="71299"/>
            </a:xfrm>
            <a:custGeom>
              <a:avLst/>
              <a:gdLst>
                <a:gd name="connsiteX0" fmla="*/ 63920 w 77123"/>
                <a:gd name="connsiteY0" fmla="*/ 59962 h 71299"/>
                <a:gd name="connsiteX1" fmla="*/ 46593 w 77123"/>
                <a:gd name="connsiteY1" fmla="*/ 53994 h 71299"/>
                <a:gd name="connsiteX2" fmla="*/ 46496 w 77123"/>
                <a:gd name="connsiteY2" fmla="*/ 53994 h 71299"/>
                <a:gd name="connsiteX3" fmla="*/ 39565 w 77123"/>
                <a:gd name="connsiteY3" fmla="*/ 51587 h 71299"/>
                <a:gd name="connsiteX4" fmla="*/ 72007 w 77123"/>
                <a:gd name="connsiteY4" fmla="*/ 8749 h 71299"/>
                <a:gd name="connsiteX5" fmla="*/ 63920 w 77123"/>
                <a:gd name="connsiteY5" fmla="*/ 59962 h 71299"/>
                <a:gd name="connsiteX6" fmla="*/ 42261 w 77123"/>
                <a:gd name="connsiteY6" fmla="*/ 56689 h 71299"/>
                <a:gd name="connsiteX7" fmla="*/ 35907 w 77123"/>
                <a:gd name="connsiteY7" fmla="*/ 63043 h 71299"/>
                <a:gd name="connsiteX8" fmla="*/ 37640 w 77123"/>
                <a:gd name="connsiteY8" fmla="*/ 55149 h 71299"/>
                <a:gd name="connsiteX9" fmla="*/ 42261 w 77123"/>
                <a:gd name="connsiteY9" fmla="*/ 56689 h 71299"/>
                <a:gd name="connsiteX10" fmla="*/ 42261 w 77123"/>
                <a:gd name="connsiteY10" fmla="*/ 56689 h 71299"/>
                <a:gd name="connsiteX11" fmla="*/ 34559 w 77123"/>
                <a:gd name="connsiteY11" fmla="*/ 51780 h 71299"/>
                <a:gd name="connsiteX12" fmla="*/ 34174 w 77123"/>
                <a:gd name="connsiteY12" fmla="*/ 52550 h 71299"/>
                <a:gd name="connsiteX13" fmla="*/ 33886 w 77123"/>
                <a:gd name="connsiteY13" fmla="*/ 53801 h 71299"/>
                <a:gd name="connsiteX14" fmla="*/ 31960 w 77123"/>
                <a:gd name="connsiteY14" fmla="*/ 62562 h 71299"/>
                <a:gd name="connsiteX15" fmla="*/ 27339 w 77123"/>
                <a:gd name="connsiteY15" fmla="*/ 49084 h 71299"/>
                <a:gd name="connsiteX16" fmla="*/ 63343 w 77123"/>
                <a:gd name="connsiteY16" fmla="*/ 14429 h 71299"/>
                <a:gd name="connsiteX17" fmla="*/ 35715 w 77123"/>
                <a:gd name="connsiteY17" fmla="*/ 50336 h 71299"/>
                <a:gd name="connsiteX18" fmla="*/ 34559 w 77123"/>
                <a:gd name="connsiteY18" fmla="*/ 51780 h 71299"/>
                <a:gd name="connsiteX19" fmla="*/ 6739 w 77123"/>
                <a:gd name="connsiteY19" fmla="*/ 40421 h 71299"/>
                <a:gd name="connsiteX20" fmla="*/ 63150 w 77123"/>
                <a:gd name="connsiteY20" fmla="*/ 10386 h 71299"/>
                <a:gd name="connsiteX21" fmla="*/ 24548 w 77123"/>
                <a:gd name="connsiteY21" fmla="*/ 46485 h 71299"/>
                <a:gd name="connsiteX22" fmla="*/ 6739 w 77123"/>
                <a:gd name="connsiteY22" fmla="*/ 40421 h 71299"/>
                <a:gd name="connsiteX23" fmla="*/ 76242 w 77123"/>
                <a:gd name="connsiteY23" fmla="*/ 374 h 71299"/>
                <a:gd name="connsiteX24" fmla="*/ 74125 w 77123"/>
                <a:gd name="connsiteY24" fmla="*/ 278 h 71299"/>
                <a:gd name="connsiteX25" fmla="*/ 1059 w 77123"/>
                <a:gd name="connsiteY25" fmla="*/ 39073 h 71299"/>
                <a:gd name="connsiteX26" fmla="*/ 0 w 77123"/>
                <a:gd name="connsiteY26" fmla="*/ 40902 h 71299"/>
                <a:gd name="connsiteX27" fmla="*/ 1251 w 77123"/>
                <a:gd name="connsiteY27" fmla="*/ 42538 h 71299"/>
                <a:gd name="connsiteX28" fmla="*/ 21275 w 77123"/>
                <a:gd name="connsiteY28" fmla="*/ 49373 h 71299"/>
                <a:gd name="connsiteX29" fmla="*/ 23778 w 77123"/>
                <a:gd name="connsiteY29" fmla="*/ 50240 h 71299"/>
                <a:gd name="connsiteX30" fmla="*/ 24355 w 77123"/>
                <a:gd name="connsiteY30" fmla="*/ 51876 h 71299"/>
                <a:gd name="connsiteX31" fmla="*/ 30324 w 77123"/>
                <a:gd name="connsiteY31" fmla="*/ 69782 h 71299"/>
                <a:gd name="connsiteX32" fmla="*/ 30324 w 77123"/>
                <a:gd name="connsiteY32" fmla="*/ 69878 h 71299"/>
                <a:gd name="connsiteX33" fmla="*/ 30324 w 77123"/>
                <a:gd name="connsiteY33" fmla="*/ 69974 h 71299"/>
                <a:gd name="connsiteX34" fmla="*/ 31768 w 77123"/>
                <a:gd name="connsiteY34" fmla="*/ 71226 h 71299"/>
                <a:gd name="connsiteX35" fmla="*/ 33597 w 77123"/>
                <a:gd name="connsiteY35" fmla="*/ 70744 h 71299"/>
                <a:gd name="connsiteX36" fmla="*/ 33693 w 77123"/>
                <a:gd name="connsiteY36" fmla="*/ 70648 h 71299"/>
                <a:gd name="connsiteX37" fmla="*/ 34271 w 77123"/>
                <a:gd name="connsiteY37" fmla="*/ 70070 h 71299"/>
                <a:gd name="connsiteX38" fmla="*/ 46400 w 77123"/>
                <a:gd name="connsiteY38" fmla="*/ 58133 h 71299"/>
                <a:gd name="connsiteX39" fmla="*/ 64883 w 77123"/>
                <a:gd name="connsiteY39" fmla="*/ 64487 h 71299"/>
                <a:gd name="connsiteX40" fmla="*/ 66520 w 77123"/>
                <a:gd name="connsiteY40" fmla="*/ 64294 h 71299"/>
                <a:gd name="connsiteX41" fmla="*/ 67482 w 77123"/>
                <a:gd name="connsiteY41" fmla="*/ 62947 h 71299"/>
                <a:gd name="connsiteX42" fmla="*/ 77109 w 77123"/>
                <a:gd name="connsiteY42" fmla="*/ 2299 h 71299"/>
                <a:gd name="connsiteX43" fmla="*/ 76242 w 77123"/>
                <a:gd name="connsiteY43" fmla="*/ 374 h 7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7123" h="71299">
                  <a:moveTo>
                    <a:pt x="63920" y="59962"/>
                  </a:moveTo>
                  <a:lnTo>
                    <a:pt x="46593" y="53994"/>
                  </a:lnTo>
                  <a:lnTo>
                    <a:pt x="46496" y="53994"/>
                  </a:lnTo>
                  <a:lnTo>
                    <a:pt x="39565" y="51587"/>
                  </a:lnTo>
                  <a:lnTo>
                    <a:pt x="72007" y="8749"/>
                  </a:lnTo>
                  <a:lnTo>
                    <a:pt x="63920" y="59962"/>
                  </a:lnTo>
                  <a:close/>
                  <a:moveTo>
                    <a:pt x="42261" y="56689"/>
                  </a:moveTo>
                  <a:lnTo>
                    <a:pt x="35907" y="63043"/>
                  </a:lnTo>
                  <a:lnTo>
                    <a:pt x="37640" y="55149"/>
                  </a:lnTo>
                  <a:lnTo>
                    <a:pt x="42261" y="56689"/>
                  </a:lnTo>
                  <a:lnTo>
                    <a:pt x="42261" y="56689"/>
                  </a:lnTo>
                  <a:close/>
                  <a:moveTo>
                    <a:pt x="34559" y="51780"/>
                  </a:moveTo>
                  <a:cubicBezTo>
                    <a:pt x="34367" y="51972"/>
                    <a:pt x="34271" y="52261"/>
                    <a:pt x="34174" y="52550"/>
                  </a:cubicBezTo>
                  <a:lnTo>
                    <a:pt x="33886" y="53801"/>
                  </a:lnTo>
                  <a:lnTo>
                    <a:pt x="31960" y="62562"/>
                  </a:lnTo>
                  <a:lnTo>
                    <a:pt x="27339" y="49084"/>
                  </a:lnTo>
                  <a:lnTo>
                    <a:pt x="63343" y="14429"/>
                  </a:lnTo>
                  <a:lnTo>
                    <a:pt x="35715" y="50336"/>
                  </a:lnTo>
                  <a:lnTo>
                    <a:pt x="34559" y="51780"/>
                  </a:lnTo>
                  <a:close/>
                  <a:moveTo>
                    <a:pt x="6739" y="40421"/>
                  </a:moveTo>
                  <a:lnTo>
                    <a:pt x="63150" y="10386"/>
                  </a:lnTo>
                  <a:lnTo>
                    <a:pt x="24548" y="46485"/>
                  </a:lnTo>
                  <a:lnTo>
                    <a:pt x="6739" y="40421"/>
                  </a:lnTo>
                  <a:close/>
                  <a:moveTo>
                    <a:pt x="76242" y="374"/>
                  </a:moveTo>
                  <a:cubicBezTo>
                    <a:pt x="75665" y="-107"/>
                    <a:pt x="74798" y="-107"/>
                    <a:pt x="74125" y="278"/>
                  </a:cubicBezTo>
                  <a:lnTo>
                    <a:pt x="1059" y="39073"/>
                  </a:lnTo>
                  <a:cubicBezTo>
                    <a:pt x="385" y="39458"/>
                    <a:pt x="0" y="40132"/>
                    <a:pt x="0" y="40902"/>
                  </a:cubicBezTo>
                  <a:cubicBezTo>
                    <a:pt x="0" y="41672"/>
                    <a:pt x="578" y="42346"/>
                    <a:pt x="1251" y="42538"/>
                  </a:cubicBezTo>
                  <a:lnTo>
                    <a:pt x="21275" y="49373"/>
                  </a:lnTo>
                  <a:lnTo>
                    <a:pt x="23778" y="50240"/>
                  </a:lnTo>
                  <a:lnTo>
                    <a:pt x="24355" y="51876"/>
                  </a:lnTo>
                  <a:lnTo>
                    <a:pt x="30324" y="69782"/>
                  </a:lnTo>
                  <a:lnTo>
                    <a:pt x="30324" y="69878"/>
                  </a:lnTo>
                  <a:lnTo>
                    <a:pt x="30324" y="69974"/>
                  </a:lnTo>
                  <a:cubicBezTo>
                    <a:pt x="30516" y="70552"/>
                    <a:pt x="31094" y="71033"/>
                    <a:pt x="31768" y="71226"/>
                  </a:cubicBezTo>
                  <a:cubicBezTo>
                    <a:pt x="32442" y="71418"/>
                    <a:pt x="33115" y="71226"/>
                    <a:pt x="33597" y="70744"/>
                  </a:cubicBezTo>
                  <a:lnTo>
                    <a:pt x="33693" y="70648"/>
                  </a:lnTo>
                  <a:lnTo>
                    <a:pt x="34271" y="70070"/>
                  </a:lnTo>
                  <a:lnTo>
                    <a:pt x="46400" y="58133"/>
                  </a:lnTo>
                  <a:lnTo>
                    <a:pt x="64883" y="64487"/>
                  </a:lnTo>
                  <a:cubicBezTo>
                    <a:pt x="65461" y="64679"/>
                    <a:pt x="66038" y="64583"/>
                    <a:pt x="66520" y="64294"/>
                  </a:cubicBezTo>
                  <a:cubicBezTo>
                    <a:pt x="67001" y="64006"/>
                    <a:pt x="67386" y="63524"/>
                    <a:pt x="67482" y="62947"/>
                  </a:cubicBezTo>
                  <a:lnTo>
                    <a:pt x="77109" y="2299"/>
                  </a:lnTo>
                  <a:cubicBezTo>
                    <a:pt x="77205" y="1433"/>
                    <a:pt x="76820" y="759"/>
                    <a:pt x="76242" y="374"/>
                  </a:cubicBezTo>
                  <a:close/>
                </a:path>
              </a:pathLst>
            </a:custGeom>
            <a:solidFill>
              <a:srgbClr val="000000">
                <a:alpha val="50000"/>
              </a:srgbClr>
            </a:solidFill>
            <a:ln w="893" cap="flat">
              <a:noFill/>
              <a:prstDash val="solid"/>
              <a:miter/>
            </a:ln>
          </p:spPr>
          <p:txBody>
            <a:bodyPr rtlCol="0" anchor="ctr"/>
            <a:lstStyle/>
            <a:p>
              <a:endParaRPr lang="en-IN"/>
            </a:p>
          </p:txBody>
        </p:sp>
        <p:sp>
          <p:nvSpPr>
            <p:cNvPr id="153" name="Graphic 17" descr="Building">
              <a:extLst>
                <a:ext uri="{FF2B5EF4-FFF2-40B4-BE49-F238E27FC236}">
                  <a16:creationId xmlns:a16="http://schemas.microsoft.com/office/drawing/2014/main" id="{AD6F915F-783A-0445-5A30-54275E82F29C}"/>
                </a:ext>
              </a:extLst>
            </p:cNvPr>
            <p:cNvSpPr/>
            <p:nvPr/>
          </p:nvSpPr>
          <p:spPr>
            <a:xfrm>
              <a:off x="8403595" y="2696234"/>
              <a:ext cx="212272" cy="318408"/>
            </a:xfrm>
            <a:custGeom>
              <a:avLst/>
              <a:gdLst>
                <a:gd name="connsiteX0" fmla="*/ 170576 w 212272"/>
                <a:gd name="connsiteY0" fmla="*/ 87183 h 318408"/>
                <a:gd name="connsiteX1" fmla="*/ 147832 w 212272"/>
                <a:gd name="connsiteY1" fmla="*/ 87183 h 318408"/>
                <a:gd name="connsiteX2" fmla="*/ 147832 w 212272"/>
                <a:gd name="connsiteY2" fmla="*/ 64440 h 318408"/>
                <a:gd name="connsiteX3" fmla="*/ 170576 w 212272"/>
                <a:gd name="connsiteY3" fmla="*/ 64440 h 318408"/>
                <a:gd name="connsiteX4" fmla="*/ 170576 w 212272"/>
                <a:gd name="connsiteY4" fmla="*/ 87183 h 318408"/>
                <a:gd name="connsiteX5" fmla="*/ 170576 w 212272"/>
                <a:gd name="connsiteY5" fmla="*/ 147832 h 318408"/>
                <a:gd name="connsiteX6" fmla="*/ 147832 w 212272"/>
                <a:gd name="connsiteY6" fmla="*/ 147832 h 318408"/>
                <a:gd name="connsiteX7" fmla="*/ 147832 w 212272"/>
                <a:gd name="connsiteY7" fmla="*/ 125089 h 318408"/>
                <a:gd name="connsiteX8" fmla="*/ 170576 w 212272"/>
                <a:gd name="connsiteY8" fmla="*/ 125089 h 318408"/>
                <a:gd name="connsiteX9" fmla="*/ 170576 w 212272"/>
                <a:gd name="connsiteY9" fmla="*/ 147832 h 318408"/>
                <a:gd name="connsiteX10" fmla="*/ 170576 w 212272"/>
                <a:gd name="connsiteY10" fmla="*/ 208482 h 318408"/>
                <a:gd name="connsiteX11" fmla="*/ 147832 w 212272"/>
                <a:gd name="connsiteY11" fmla="*/ 208482 h 318408"/>
                <a:gd name="connsiteX12" fmla="*/ 147832 w 212272"/>
                <a:gd name="connsiteY12" fmla="*/ 185738 h 318408"/>
                <a:gd name="connsiteX13" fmla="*/ 170576 w 212272"/>
                <a:gd name="connsiteY13" fmla="*/ 185738 h 318408"/>
                <a:gd name="connsiteX14" fmla="*/ 170576 w 212272"/>
                <a:gd name="connsiteY14" fmla="*/ 208482 h 318408"/>
                <a:gd name="connsiteX15" fmla="*/ 170576 w 212272"/>
                <a:gd name="connsiteY15" fmla="*/ 269131 h 318408"/>
                <a:gd name="connsiteX16" fmla="*/ 147832 w 212272"/>
                <a:gd name="connsiteY16" fmla="*/ 269131 h 318408"/>
                <a:gd name="connsiteX17" fmla="*/ 147832 w 212272"/>
                <a:gd name="connsiteY17" fmla="*/ 246387 h 318408"/>
                <a:gd name="connsiteX18" fmla="*/ 170576 w 212272"/>
                <a:gd name="connsiteY18" fmla="*/ 246387 h 318408"/>
                <a:gd name="connsiteX19" fmla="*/ 170576 w 212272"/>
                <a:gd name="connsiteY19" fmla="*/ 269131 h 318408"/>
                <a:gd name="connsiteX20" fmla="*/ 117508 w 212272"/>
                <a:gd name="connsiteY20" fmla="*/ 87183 h 318408"/>
                <a:gd name="connsiteX21" fmla="*/ 94764 w 212272"/>
                <a:gd name="connsiteY21" fmla="*/ 87183 h 318408"/>
                <a:gd name="connsiteX22" fmla="*/ 94764 w 212272"/>
                <a:gd name="connsiteY22" fmla="*/ 64440 h 318408"/>
                <a:gd name="connsiteX23" fmla="*/ 117508 w 212272"/>
                <a:gd name="connsiteY23" fmla="*/ 64440 h 318408"/>
                <a:gd name="connsiteX24" fmla="*/ 117508 w 212272"/>
                <a:gd name="connsiteY24" fmla="*/ 87183 h 318408"/>
                <a:gd name="connsiteX25" fmla="*/ 117508 w 212272"/>
                <a:gd name="connsiteY25" fmla="*/ 147832 h 318408"/>
                <a:gd name="connsiteX26" fmla="*/ 94764 w 212272"/>
                <a:gd name="connsiteY26" fmla="*/ 147832 h 318408"/>
                <a:gd name="connsiteX27" fmla="*/ 94764 w 212272"/>
                <a:gd name="connsiteY27" fmla="*/ 125089 h 318408"/>
                <a:gd name="connsiteX28" fmla="*/ 117508 w 212272"/>
                <a:gd name="connsiteY28" fmla="*/ 125089 h 318408"/>
                <a:gd name="connsiteX29" fmla="*/ 117508 w 212272"/>
                <a:gd name="connsiteY29" fmla="*/ 147832 h 318408"/>
                <a:gd name="connsiteX30" fmla="*/ 117508 w 212272"/>
                <a:gd name="connsiteY30" fmla="*/ 208482 h 318408"/>
                <a:gd name="connsiteX31" fmla="*/ 94764 w 212272"/>
                <a:gd name="connsiteY31" fmla="*/ 208482 h 318408"/>
                <a:gd name="connsiteX32" fmla="*/ 94764 w 212272"/>
                <a:gd name="connsiteY32" fmla="*/ 185738 h 318408"/>
                <a:gd name="connsiteX33" fmla="*/ 117508 w 212272"/>
                <a:gd name="connsiteY33" fmla="*/ 185738 h 318408"/>
                <a:gd name="connsiteX34" fmla="*/ 117508 w 212272"/>
                <a:gd name="connsiteY34" fmla="*/ 208482 h 318408"/>
                <a:gd name="connsiteX35" fmla="*/ 117508 w 212272"/>
                <a:gd name="connsiteY35" fmla="*/ 291874 h 318408"/>
                <a:gd name="connsiteX36" fmla="*/ 94764 w 212272"/>
                <a:gd name="connsiteY36" fmla="*/ 291874 h 318408"/>
                <a:gd name="connsiteX37" fmla="*/ 94764 w 212272"/>
                <a:gd name="connsiteY37" fmla="*/ 246387 h 318408"/>
                <a:gd name="connsiteX38" fmla="*/ 117508 w 212272"/>
                <a:gd name="connsiteY38" fmla="*/ 246387 h 318408"/>
                <a:gd name="connsiteX39" fmla="*/ 117508 w 212272"/>
                <a:gd name="connsiteY39" fmla="*/ 291874 h 318408"/>
                <a:gd name="connsiteX40" fmla="*/ 64440 w 212272"/>
                <a:gd name="connsiteY40" fmla="*/ 87183 h 318408"/>
                <a:gd name="connsiteX41" fmla="*/ 41696 w 212272"/>
                <a:gd name="connsiteY41" fmla="*/ 87183 h 318408"/>
                <a:gd name="connsiteX42" fmla="*/ 41696 w 212272"/>
                <a:gd name="connsiteY42" fmla="*/ 64440 h 318408"/>
                <a:gd name="connsiteX43" fmla="*/ 64440 w 212272"/>
                <a:gd name="connsiteY43" fmla="*/ 64440 h 318408"/>
                <a:gd name="connsiteX44" fmla="*/ 64440 w 212272"/>
                <a:gd name="connsiteY44" fmla="*/ 87183 h 318408"/>
                <a:gd name="connsiteX45" fmla="*/ 64440 w 212272"/>
                <a:gd name="connsiteY45" fmla="*/ 147832 h 318408"/>
                <a:gd name="connsiteX46" fmla="*/ 41696 w 212272"/>
                <a:gd name="connsiteY46" fmla="*/ 147832 h 318408"/>
                <a:gd name="connsiteX47" fmla="*/ 41696 w 212272"/>
                <a:gd name="connsiteY47" fmla="*/ 125089 h 318408"/>
                <a:gd name="connsiteX48" fmla="*/ 64440 w 212272"/>
                <a:gd name="connsiteY48" fmla="*/ 125089 h 318408"/>
                <a:gd name="connsiteX49" fmla="*/ 64440 w 212272"/>
                <a:gd name="connsiteY49" fmla="*/ 147832 h 318408"/>
                <a:gd name="connsiteX50" fmla="*/ 64440 w 212272"/>
                <a:gd name="connsiteY50" fmla="*/ 208482 h 318408"/>
                <a:gd name="connsiteX51" fmla="*/ 41696 w 212272"/>
                <a:gd name="connsiteY51" fmla="*/ 208482 h 318408"/>
                <a:gd name="connsiteX52" fmla="*/ 41696 w 212272"/>
                <a:gd name="connsiteY52" fmla="*/ 185738 h 318408"/>
                <a:gd name="connsiteX53" fmla="*/ 64440 w 212272"/>
                <a:gd name="connsiteY53" fmla="*/ 185738 h 318408"/>
                <a:gd name="connsiteX54" fmla="*/ 64440 w 212272"/>
                <a:gd name="connsiteY54" fmla="*/ 208482 h 318408"/>
                <a:gd name="connsiteX55" fmla="*/ 64440 w 212272"/>
                <a:gd name="connsiteY55" fmla="*/ 269131 h 318408"/>
                <a:gd name="connsiteX56" fmla="*/ 41696 w 212272"/>
                <a:gd name="connsiteY56" fmla="*/ 269131 h 318408"/>
                <a:gd name="connsiteX57" fmla="*/ 41696 w 212272"/>
                <a:gd name="connsiteY57" fmla="*/ 246387 h 318408"/>
                <a:gd name="connsiteX58" fmla="*/ 64440 w 212272"/>
                <a:gd name="connsiteY58" fmla="*/ 246387 h 318408"/>
                <a:gd name="connsiteX59" fmla="*/ 64440 w 212272"/>
                <a:gd name="connsiteY59" fmla="*/ 269131 h 318408"/>
                <a:gd name="connsiteX60" fmla="*/ 197110 w 212272"/>
                <a:gd name="connsiteY60" fmla="*/ 291874 h 318408"/>
                <a:gd name="connsiteX61" fmla="*/ 197110 w 212272"/>
                <a:gd name="connsiteY61" fmla="*/ 37906 h 318408"/>
                <a:gd name="connsiteX62" fmla="*/ 185738 w 212272"/>
                <a:gd name="connsiteY62" fmla="*/ 37906 h 318408"/>
                <a:gd name="connsiteX63" fmla="*/ 185738 w 212272"/>
                <a:gd name="connsiteY63" fmla="*/ 15162 h 318408"/>
                <a:gd name="connsiteX64" fmla="*/ 174366 w 212272"/>
                <a:gd name="connsiteY64" fmla="*/ 15162 h 318408"/>
                <a:gd name="connsiteX65" fmla="*/ 174366 w 212272"/>
                <a:gd name="connsiteY65" fmla="*/ 0 h 318408"/>
                <a:gd name="connsiteX66" fmla="*/ 37906 w 212272"/>
                <a:gd name="connsiteY66" fmla="*/ 0 h 318408"/>
                <a:gd name="connsiteX67" fmla="*/ 37906 w 212272"/>
                <a:gd name="connsiteY67" fmla="*/ 15162 h 318408"/>
                <a:gd name="connsiteX68" fmla="*/ 26534 w 212272"/>
                <a:gd name="connsiteY68" fmla="*/ 15162 h 318408"/>
                <a:gd name="connsiteX69" fmla="*/ 26534 w 212272"/>
                <a:gd name="connsiteY69" fmla="*/ 37906 h 318408"/>
                <a:gd name="connsiteX70" fmla="*/ 15162 w 212272"/>
                <a:gd name="connsiteY70" fmla="*/ 37906 h 318408"/>
                <a:gd name="connsiteX71" fmla="*/ 15162 w 212272"/>
                <a:gd name="connsiteY71" fmla="*/ 291874 h 318408"/>
                <a:gd name="connsiteX72" fmla="*/ 0 w 212272"/>
                <a:gd name="connsiteY72" fmla="*/ 291874 h 318408"/>
                <a:gd name="connsiteX73" fmla="*/ 0 w 212272"/>
                <a:gd name="connsiteY73" fmla="*/ 318408 h 318408"/>
                <a:gd name="connsiteX74" fmla="*/ 212272 w 212272"/>
                <a:gd name="connsiteY74" fmla="*/ 318408 h 318408"/>
                <a:gd name="connsiteX75" fmla="*/ 212272 w 212272"/>
                <a:gd name="connsiteY75" fmla="*/ 291874 h 318408"/>
                <a:gd name="connsiteX76" fmla="*/ 197110 w 212272"/>
                <a:gd name="connsiteY76" fmla="*/ 291874 h 31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12272" h="318408">
                  <a:moveTo>
                    <a:pt x="170576" y="87183"/>
                  </a:moveTo>
                  <a:lnTo>
                    <a:pt x="147832" y="87183"/>
                  </a:lnTo>
                  <a:lnTo>
                    <a:pt x="147832" y="64440"/>
                  </a:lnTo>
                  <a:lnTo>
                    <a:pt x="170576" y="64440"/>
                  </a:lnTo>
                  <a:lnTo>
                    <a:pt x="170576" y="87183"/>
                  </a:lnTo>
                  <a:close/>
                  <a:moveTo>
                    <a:pt x="170576" y="147832"/>
                  </a:moveTo>
                  <a:lnTo>
                    <a:pt x="147832" y="147832"/>
                  </a:lnTo>
                  <a:lnTo>
                    <a:pt x="147832" y="125089"/>
                  </a:lnTo>
                  <a:lnTo>
                    <a:pt x="170576" y="125089"/>
                  </a:lnTo>
                  <a:lnTo>
                    <a:pt x="170576" y="147832"/>
                  </a:lnTo>
                  <a:close/>
                  <a:moveTo>
                    <a:pt x="170576" y="208482"/>
                  </a:moveTo>
                  <a:lnTo>
                    <a:pt x="147832" y="208482"/>
                  </a:lnTo>
                  <a:lnTo>
                    <a:pt x="147832" y="185738"/>
                  </a:lnTo>
                  <a:lnTo>
                    <a:pt x="170576" y="185738"/>
                  </a:lnTo>
                  <a:lnTo>
                    <a:pt x="170576" y="208482"/>
                  </a:lnTo>
                  <a:close/>
                  <a:moveTo>
                    <a:pt x="170576" y="269131"/>
                  </a:moveTo>
                  <a:lnTo>
                    <a:pt x="147832" y="269131"/>
                  </a:lnTo>
                  <a:lnTo>
                    <a:pt x="147832" y="246387"/>
                  </a:lnTo>
                  <a:lnTo>
                    <a:pt x="170576" y="246387"/>
                  </a:lnTo>
                  <a:lnTo>
                    <a:pt x="170576" y="269131"/>
                  </a:lnTo>
                  <a:close/>
                  <a:moveTo>
                    <a:pt x="117508" y="87183"/>
                  </a:moveTo>
                  <a:lnTo>
                    <a:pt x="94764" y="87183"/>
                  </a:lnTo>
                  <a:lnTo>
                    <a:pt x="94764" y="64440"/>
                  </a:lnTo>
                  <a:lnTo>
                    <a:pt x="117508" y="64440"/>
                  </a:lnTo>
                  <a:lnTo>
                    <a:pt x="117508" y="87183"/>
                  </a:lnTo>
                  <a:close/>
                  <a:moveTo>
                    <a:pt x="117508" y="147832"/>
                  </a:moveTo>
                  <a:lnTo>
                    <a:pt x="94764" y="147832"/>
                  </a:lnTo>
                  <a:lnTo>
                    <a:pt x="94764" y="125089"/>
                  </a:lnTo>
                  <a:lnTo>
                    <a:pt x="117508" y="125089"/>
                  </a:lnTo>
                  <a:lnTo>
                    <a:pt x="117508" y="147832"/>
                  </a:lnTo>
                  <a:close/>
                  <a:moveTo>
                    <a:pt x="117508" y="208482"/>
                  </a:moveTo>
                  <a:lnTo>
                    <a:pt x="94764" y="208482"/>
                  </a:lnTo>
                  <a:lnTo>
                    <a:pt x="94764" y="185738"/>
                  </a:lnTo>
                  <a:lnTo>
                    <a:pt x="117508" y="185738"/>
                  </a:lnTo>
                  <a:lnTo>
                    <a:pt x="117508" y="208482"/>
                  </a:lnTo>
                  <a:close/>
                  <a:moveTo>
                    <a:pt x="117508" y="291874"/>
                  </a:moveTo>
                  <a:lnTo>
                    <a:pt x="94764" y="291874"/>
                  </a:lnTo>
                  <a:lnTo>
                    <a:pt x="94764" y="246387"/>
                  </a:lnTo>
                  <a:lnTo>
                    <a:pt x="117508" y="246387"/>
                  </a:lnTo>
                  <a:lnTo>
                    <a:pt x="117508" y="291874"/>
                  </a:lnTo>
                  <a:close/>
                  <a:moveTo>
                    <a:pt x="64440" y="87183"/>
                  </a:moveTo>
                  <a:lnTo>
                    <a:pt x="41696" y="87183"/>
                  </a:lnTo>
                  <a:lnTo>
                    <a:pt x="41696" y="64440"/>
                  </a:lnTo>
                  <a:lnTo>
                    <a:pt x="64440" y="64440"/>
                  </a:lnTo>
                  <a:lnTo>
                    <a:pt x="64440" y="87183"/>
                  </a:lnTo>
                  <a:close/>
                  <a:moveTo>
                    <a:pt x="64440" y="147832"/>
                  </a:moveTo>
                  <a:lnTo>
                    <a:pt x="41696" y="147832"/>
                  </a:lnTo>
                  <a:lnTo>
                    <a:pt x="41696" y="125089"/>
                  </a:lnTo>
                  <a:lnTo>
                    <a:pt x="64440" y="125089"/>
                  </a:lnTo>
                  <a:lnTo>
                    <a:pt x="64440" y="147832"/>
                  </a:lnTo>
                  <a:close/>
                  <a:moveTo>
                    <a:pt x="64440" y="208482"/>
                  </a:moveTo>
                  <a:lnTo>
                    <a:pt x="41696" y="208482"/>
                  </a:lnTo>
                  <a:lnTo>
                    <a:pt x="41696" y="185738"/>
                  </a:lnTo>
                  <a:lnTo>
                    <a:pt x="64440" y="185738"/>
                  </a:lnTo>
                  <a:lnTo>
                    <a:pt x="64440" y="208482"/>
                  </a:lnTo>
                  <a:close/>
                  <a:moveTo>
                    <a:pt x="64440" y="269131"/>
                  </a:moveTo>
                  <a:lnTo>
                    <a:pt x="41696" y="269131"/>
                  </a:lnTo>
                  <a:lnTo>
                    <a:pt x="41696" y="246387"/>
                  </a:lnTo>
                  <a:lnTo>
                    <a:pt x="64440" y="246387"/>
                  </a:lnTo>
                  <a:lnTo>
                    <a:pt x="64440" y="269131"/>
                  </a:lnTo>
                  <a:close/>
                  <a:moveTo>
                    <a:pt x="197110" y="291874"/>
                  </a:moveTo>
                  <a:lnTo>
                    <a:pt x="197110" y="37906"/>
                  </a:lnTo>
                  <a:lnTo>
                    <a:pt x="185738" y="37906"/>
                  </a:lnTo>
                  <a:lnTo>
                    <a:pt x="185738" y="15162"/>
                  </a:lnTo>
                  <a:lnTo>
                    <a:pt x="174366" y="15162"/>
                  </a:lnTo>
                  <a:lnTo>
                    <a:pt x="174366" y="0"/>
                  </a:lnTo>
                  <a:lnTo>
                    <a:pt x="37906" y="0"/>
                  </a:lnTo>
                  <a:lnTo>
                    <a:pt x="37906" y="15162"/>
                  </a:lnTo>
                  <a:lnTo>
                    <a:pt x="26534" y="15162"/>
                  </a:lnTo>
                  <a:lnTo>
                    <a:pt x="26534" y="37906"/>
                  </a:lnTo>
                  <a:lnTo>
                    <a:pt x="15162" y="37906"/>
                  </a:lnTo>
                  <a:lnTo>
                    <a:pt x="15162" y="291874"/>
                  </a:lnTo>
                  <a:lnTo>
                    <a:pt x="0" y="291874"/>
                  </a:lnTo>
                  <a:lnTo>
                    <a:pt x="0" y="318408"/>
                  </a:lnTo>
                  <a:lnTo>
                    <a:pt x="212272" y="318408"/>
                  </a:lnTo>
                  <a:lnTo>
                    <a:pt x="212272" y="291874"/>
                  </a:lnTo>
                  <a:lnTo>
                    <a:pt x="197110" y="291874"/>
                  </a:lnTo>
                  <a:close/>
                </a:path>
              </a:pathLst>
            </a:custGeom>
            <a:solidFill>
              <a:schemeClr val="tx1">
                <a:lumMod val="95000"/>
                <a:lumOff val="5000"/>
                <a:alpha val="50000"/>
              </a:schemeClr>
            </a:solidFill>
            <a:ln w="3770" cap="flat">
              <a:noFill/>
              <a:prstDash val="solid"/>
              <a:miter/>
            </a:ln>
          </p:spPr>
          <p:txBody>
            <a:bodyPr rtlCol="0" anchor="ctr"/>
            <a:lstStyle/>
            <a:p>
              <a:endParaRPr lang="en-IN"/>
            </a:p>
          </p:txBody>
        </p:sp>
        <p:sp>
          <p:nvSpPr>
            <p:cNvPr id="154" name="Graphic 34" descr="Satellite dish">
              <a:extLst>
                <a:ext uri="{FF2B5EF4-FFF2-40B4-BE49-F238E27FC236}">
                  <a16:creationId xmlns:a16="http://schemas.microsoft.com/office/drawing/2014/main" id="{D11BFFF9-78F5-CE8E-6453-059626D3FABC}"/>
                </a:ext>
              </a:extLst>
            </p:cNvPr>
            <p:cNvSpPr/>
            <p:nvPr/>
          </p:nvSpPr>
          <p:spPr>
            <a:xfrm>
              <a:off x="5991251" y="1239036"/>
              <a:ext cx="177934" cy="222422"/>
            </a:xfrm>
            <a:custGeom>
              <a:avLst/>
              <a:gdLst>
                <a:gd name="connsiteX0" fmla="*/ 152018 w 177934"/>
                <a:gd name="connsiteY0" fmla="*/ 31327 h 222422"/>
                <a:gd name="connsiteX1" fmla="*/ 152018 w 177934"/>
                <a:gd name="connsiteY1" fmla="*/ 128156 h 222422"/>
                <a:gd name="connsiteX2" fmla="*/ 104173 w 177934"/>
                <a:gd name="connsiteY2" fmla="*/ 80311 h 222422"/>
                <a:gd name="connsiteX3" fmla="*/ 152018 w 177934"/>
                <a:gd name="connsiteY3" fmla="*/ 31327 h 222422"/>
                <a:gd name="connsiteX4" fmla="*/ 46645 w 177934"/>
                <a:gd name="connsiteY4" fmla="*/ 22783 h 222422"/>
                <a:gd name="connsiteX5" fmla="*/ 144329 w 177934"/>
                <a:gd name="connsiteY5" fmla="*/ 22783 h 222422"/>
                <a:gd name="connsiteX6" fmla="*/ 96199 w 177934"/>
                <a:gd name="connsiteY6" fmla="*/ 72622 h 222422"/>
                <a:gd name="connsiteX7" fmla="*/ 46645 w 177934"/>
                <a:gd name="connsiteY7" fmla="*/ 22783 h 222422"/>
                <a:gd name="connsiteX8" fmla="*/ 43797 w 177934"/>
                <a:gd name="connsiteY8" fmla="*/ 177140 h 222422"/>
                <a:gd name="connsiteX9" fmla="*/ 33545 w 177934"/>
                <a:gd name="connsiteY9" fmla="*/ 166888 h 222422"/>
                <a:gd name="connsiteX10" fmla="*/ 43797 w 177934"/>
                <a:gd name="connsiteY10" fmla="*/ 144674 h 222422"/>
                <a:gd name="connsiteX11" fmla="*/ 54050 w 177934"/>
                <a:gd name="connsiteY11" fmla="*/ 166888 h 222422"/>
                <a:gd name="connsiteX12" fmla="*/ 43797 w 177934"/>
                <a:gd name="connsiteY12" fmla="*/ 177140 h 222422"/>
                <a:gd name="connsiteX13" fmla="*/ 51772 w 177934"/>
                <a:gd name="connsiteY13" fmla="*/ 185399 h 222422"/>
                <a:gd name="connsiteX14" fmla="*/ 59176 w 177934"/>
                <a:gd name="connsiteY14" fmla="*/ 177995 h 222422"/>
                <a:gd name="connsiteX15" fmla="*/ 72277 w 177934"/>
                <a:gd name="connsiteY15" fmla="*/ 205904 h 222422"/>
                <a:gd name="connsiteX16" fmla="*/ 51772 w 177934"/>
                <a:gd name="connsiteY16" fmla="*/ 185399 h 222422"/>
                <a:gd name="connsiteX17" fmla="*/ 15318 w 177934"/>
                <a:gd name="connsiteY17" fmla="*/ 205620 h 222422"/>
                <a:gd name="connsiteX18" fmla="*/ 28419 w 177934"/>
                <a:gd name="connsiteY18" fmla="*/ 177710 h 222422"/>
                <a:gd name="connsiteX19" fmla="*/ 35823 w 177934"/>
                <a:gd name="connsiteY19" fmla="*/ 185115 h 222422"/>
                <a:gd name="connsiteX20" fmla="*/ 15318 w 177934"/>
                <a:gd name="connsiteY20" fmla="*/ 205620 h 222422"/>
                <a:gd name="connsiteX21" fmla="*/ 43797 w 177934"/>
                <a:gd name="connsiteY21" fmla="*/ 193089 h 222422"/>
                <a:gd name="connsiteX22" fmla="*/ 61455 w 177934"/>
                <a:gd name="connsiteY22" fmla="*/ 210746 h 222422"/>
                <a:gd name="connsiteX23" fmla="*/ 26140 w 177934"/>
                <a:gd name="connsiteY23" fmla="*/ 210746 h 222422"/>
                <a:gd name="connsiteX24" fmla="*/ 43797 w 177934"/>
                <a:gd name="connsiteY24" fmla="*/ 193089 h 222422"/>
                <a:gd name="connsiteX25" fmla="*/ 177934 w 177934"/>
                <a:gd name="connsiteY25" fmla="*/ 154357 h 222422"/>
                <a:gd name="connsiteX26" fmla="*/ 163410 w 177934"/>
                <a:gd name="connsiteY26" fmla="*/ 139548 h 222422"/>
                <a:gd name="connsiteX27" fmla="*/ 163410 w 177934"/>
                <a:gd name="connsiteY27" fmla="*/ 28479 h 222422"/>
                <a:gd name="connsiteX28" fmla="*/ 166258 w 177934"/>
                <a:gd name="connsiteY28" fmla="*/ 25631 h 222422"/>
                <a:gd name="connsiteX29" fmla="*/ 166258 w 177934"/>
                <a:gd name="connsiteY29" fmla="*/ 8544 h 222422"/>
                <a:gd name="connsiteX30" fmla="*/ 149170 w 177934"/>
                <a:gd name="connsiteY30" fmla="*/ 8544 h 222422"/>
                <a:gd name="connsiteX31" fmla="*/ 146322 w 177934"/>
                <a:gd name="connsiteY31" fmla="*/ 11392 h 222422"/>
                <a:gd name="connsiteX32" fmla="*/ 35254 w 177934"/>
                <a:gd name="connsiteY32" fmla="*/ 11392 h 222422"/>
                <a:gd name="connsiteX33" fmla="*/ 23577 w 177934"/>
                <a:gd name="connsiteY33" fmla="*/ 0 h 222422"/>
                <a:gd name="connsiteX34" fmla="*/ 9622 w 177934"/>
                <a:gd name="connsiteY34" fmla="*/ 54395 h 222422"/>
                <a:gd name="connsiteX35" fmla="*/ 38102 w 177934"/>
                <a:gd name="connsiteY35" fmla="*/ 129865 h 222422"/>
                <a:gd name="connsiteX36" fmla="*/ 794 w 177934"/>
                <a:gd name="connsiteY36" fmla="*/ 210176 h 222422"/>
                <a:gd name="connsiteX37" fmla="*/ 1364 w 177934"/>
                <a:gd name="connsiteY37" fmla="*/ 218435 h 222422"/>
                <a:gd name="connsiteX38" fmla="*/ 8483 w 177934"/>
                <a:gd name="connsiteY38" fmla="*/ 222422 h 222422"/>
                <a:gd name="connsiteX39" fmla="*/ 79396 w 177934"/>
                <a:gd name="connsiteY39" fmla="*/ 222422 h 222422"/>
                <a:gd name="connsiteX40" fmla="*/ 86516 w 177934"/>
                <a:gd name="connsiteY40" fmla="*/ 218435 h 222422"/>
                <a:gd name="connsiteX41" fmla="*/ 87086 w 177934"/>
                <a:gd name="connsiteY41" fmla="*/ 210176 h 222422"/>
                <a:gd name="connsiteX42" fmla="*/ 57467 w 177934"/>
                <a:gd name="connsiteY42" fmla="*/ 146953 h 222422"/>
                <a:gd name="connsiteX43" fmla="*/ 123539 w 177934"/>
                <a:gd name="connsiteY43" fmla="*/ 168027 h 222422"/>
                <a:gd name="connsiteX44" fmla="*/ 177934 w 177934"/>
                <a:gd name="connsiteY44" fmla="*/ 154357 h 22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7934" h="222422">
                  <a:moveTo>
                    <a:pt x="152018" y="31327"/>
                  </a:moveTo>
                  <a:lnTo>
                    <a:pt x="152018" y="128156"/>
                  </a:lnTo>
                  <a:lnTo>
                    <a:pt x="104173" y="80311"/>
                  </a:lnTo>
                  <a:lnTo>
                    <a:pt x="152018" y="31327"/>
                  </a:lnTo>
                  <a:close/>
                  <a:moveTo>
                    <a:pt x="46645" y="22783"/>
                  </a:moveTo>
                  <a:lnTo>
                    <a:pt x="144329" y="22783"/>
                  </a:lnTo>
                  <a:lnTo>
                    <a:pt x="96199" y="72622"/>
                  </a:lnTo>
                  <a:lnTo>
                    <a:pt x="46645" y="22783"/>
                  </a:lnTo>
                  <a:close/>
                  <a:moveTo>
                    <a:pt x="43797" y="177140"/>
                  </a:moveTo>
                  <a:lnTo>
                    <a:pt x="33545" y="166888"/>
                  </a:lnTo>
                  <a:lnTo>
                    <a:pt x="43797" y="144674"/>
                  </a:lnTo>
                  <a:lnTo>
                    <a:pt x="54050" y="166888"/>
                  </a:lnTo>
                  <a:lnTo>
                    <a:pt x="43797" y="177140"/>
                  </a:lnTo>
                  <a:close/>
                  <a:moveTo>
                    <a:pt x="51772" y="185399"/>
                  </a:moveTo>
                  <a:lnTo>
                    <a:pt x="59176" y="177995"/>
                  </a:lnTo>
                  <a:lnTo>
                    <a:pt x="72277" y="205904"/>
                  </a:lnTo>
                  <a:lnTo>
                    <a:pt x="51772" y="185399"/>
                  </a:lnTo>
                  <a:close/>
                  <a:moveTo>
                    <a:pt x="15318" y="205620"/>
                  </a:moveTo>
                  <a:lnTo>
                    <a:pt x="28419" y="177710"/>
                  </a:lnTo>
                  <a:lnTo>
                    <a:pt x="35823" y="185115"/>
                  </a:lnTo>
                  <a:lnTo>
                    <a:pt x="15318" y="205620"/>
                  </a:lnTo>
                  <a:close/>
                  <a:moveTo>
                    <a:pt x="43797" y="193089"/>
                  </a:moveTo>
                  <a:lnTo>
                    <a:pt x="61455" y="210746"/>
                  </a:lnTo>
                  <a:lnTo>
                    <a:pt x="26140" y="210746"/>
                  </a:lnTo>
                  <a:lnTo>
                    <a:pt x="43797" y="193089"/>
                  </a:lnTo>
                  <a:close/>
                  <a:moveTo>
                    <a:pt x="177934" y="154357"/>
                  </a:moveTo>
                  <a:lnTo>
                    <a:pt x="163410" y="139548"/>
                  </a:lnTo>
                  <a:lnTo>
                    <a:pt x="163410" y="28479"/>
                  </a:lnTo>
                  <a:lnTo>
                    <a:pt x="166258" y="25631"/>
                  </a:lnTo>
                  <a:cubicBezTo>
                    <a:pt x="171099" y="20790"/>
                    <a:pt x="171099" y="13385"/>
                    <a:pt x="166258" y="8544"/>
                  </a:cubicBezTo>
                  <a:cubicBezTo>
                    <a:pt x="161416" y="3702"/>
                    <a:pt x="154012" y="3702"/>
                    <a:pt x="149170" y="8544"/>
                  </a:cubicBezTo>
                  <a:lnTo>
                    <a:pt x="146322" y="11392"/>
                  </a:lnTo>
                  <a:lnTo>
                    <a:pt x="35254" y="11392"/>
                  </a:lnTo>
                  <a:lnTo>
                    <a:pt x="23577" y="0"/>
                  </a:lnTo>
                  <a:cubicBezTo>
                    <a:pt x="14749" y="15948"/>
                    <a:pt x="9622" y="34745"/>
                    <a:pt x="9622" y="54395"/>
                  </a:cubicBezTo>
                  <a:cubicBezTo>
                    <a:pt x="9622" y="83444"/>
                    <a:pt x="20445" y="109645"/>
                    <a:pt x="38102" y="129865"/>
                  </a:cubicBezTo>
                  <a:lnTo>
                    <a:pt x="794" y="210176"/>
                  </a:lnTo>
                  <a:cubicBezTo>
                    <a:pt x="-345" y="212739"/>
                    <a:pt x="-345" y="215872"/>
                    <a:pt x="1364" y="218435"/>
                  </a:cubicBezTo>
                  <a:cubicBezTo>
                    <a:pt x="3072" y="220998"/>
                    <a:pt x="5635" y="222422"/>
                    <a:pt x="8483" y="222422"/>
                  </a:cubicBezTo>
                  <a:lnTo>
                    <a:pt x="79396" y="222422"/>
                  </a:lnTo>
                  <a:cubicBezTo>
                    <a:pt x="82244" y="222422"/>
                    <a:pt x="85092" y="220998"/>
                    <a:pt x="86516" y="218435"/>
                  </a:cubicBezTo>
                  <a:cubicBezTo>
                    <a:pt x="87940" y="215872"/>
                    <a:pt x="88225" y="213024"/>
                    <a:pt x="87086" y="210176"/>
                  </a:cubicBezTo>
                  <a:lnTo>
                    <a:pt x="57467" y="146953"/>
                  </a:lnTo>
                  <a:cubicBezTo>
                    <a:pt x="76264" y="160053"/>
                    <a:pt x="99047" y="168027"/>
                    <a:pt x="123539" y="168027"/>
                  </a:cubicBezTo>
                  <a:cubicBezTo>
                    <a:pt x="143190" y="168312"/>
                    <a:pt x="161701" y="162901"/>
                    <a:pt x="177934" y="154357"/>
                  </a:cubicBezTo>
                  <a:close/>
                </a:path>
              </a:pathLst>
            </a:custGeom>
            <a:solidFill>
              <a:srgbClr val="282829">
                <a:alpha val="50000"/>
              </a:srgbClr>
            </a:solidFill>
            <a:ln w="2778" cap="flat">
              <a:noFill/>
              <a:prstDash val="solid"/>
              <a:miter/>
            </a:ln>
          </p:spPr>
          <p:txBody>
            <a:bodyPr rtlCol="0" anchor="ctr"/>
            <a:lstStyle/>
            <a:p>
              <a:endParaRPr lang="en-IN"/>
            </a:p>
          </p:txBody>
        </p:sp>
        <p:sp>
          <p:nvSpPr>
            <p:cNvPr id="155" name="Graphic 66" descr="Lock">
              <a:extLst>
                <a:ext uri="{FF2B5EF4-FFF2-40B4-BE49-F238E27FC236}">
                  <a16:creationId xmlns:a16="http://schemas.microsoft.com/office/drawing/2014/main" id="{C17EFD57-3E30-C133-631F-F446BD3BD77F}"/>
                </a:ext>
              </a:extLst>
            </p:cNvPr>
            <p:cNvSpPr/>
            <p:nvPr userDrawn="1"/>
          </p:nvSpPr>
          <p:spPr>
            <a:xfrm>
              <a:off x="4454165" y="4523310"/>
              <a:ext cx="271479" cy="298626"/>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endParaRPr lang="en-IN"/>
            </a:p>
          </p:txBody>
        </p:sp>
        <p:sp>
          <p:nvSpPr>
            <p:cNvPr id="156" name="Graphic 79" descr="Send">
              <a:extLst>
                <a:ext uri="{FF2B5EF4-FFF2-40B4-BE49-F238E27FC236}">
                  <a16:creationId xmlns:a16="http://schemas.microsoft.com/office/drawing/2014/main" id="{D33519C7-6FDE-71CF-A17E-70E884ED3A37}"/>
                </a:ext>
              </a:extLst>
            </p:cNvPr>
            <p:cNvSpPr/>
            <p:nvPr userDrawn="1"/>
          </p:nvSpPr>
          <p:spPr>
            <a:xfrm>
              <a:off x="8981684" y="4746280"/>
              <a:ext cx="271479" cy="234914"/>
            </a:xfrm>
            <a:custGeom>
              <a:avLst/>
              <a:gdLst>
                <a:gd name="connsiteX0" fmla="*/ 63920 w 77123"/>
                <a:gd name="connsiteY0" fmla="*/ 59962 h 71299"/>
                <a:gd name="connsiteX1" fmla="*/ 46593 w 77123"/>
                <a:gd name="connsiteY1" fmla="*/ 53994 h 71299"/>
                <a:gd name="connsiteX2" fmla="*/ 46496 w 77123"/>
                <a:gd name="connsiteY2" fmla="*/ 53994 h 71299"/>
                <a:gd name="connsiteX3" fmla="*/ 39565 w 77123"/>
                <a:gd name="connsiteY3" fmla="*/ 51587 h 71299"/>
                <a:gd name="connsiteX4" fmla="*/ 72007 w 77123"/>
                <a:gd name="connsiteY4" fmla="*/ 8749 h 71299"/>
                <a:gd name="connsiteX5" fmla="*/ 63920 w 77123"/>
                <a:gd name="connsiteY5" fmla="*/ 59962 h 71299"/>
                <a:gd name="connsiteX6" fmla="*/ 42261 w 77123"/>
                <a:gd name="connsiteY6" fmla="*/ 56689 h 71299"/>
                <a:gd name="connsiteX7" fmla="*/ 35907 w 77123"/>
                <a:gd name="connsiteY7" fmla="*/ 63043 h 71299"/>
                <a:gd name="connsiteX8" fmla="*/ 37640 w 77123"/>
                <a:gd name="connsiteY8" fmla="*/ 55149 h 71299"/>
                <a:gd name="connsiteX9" fmla="*/ 42261 w 77123"/>
                <a:gd name="connsiteY9" fmla="*/ 56689 h 71299"/>
                <a:gd name="connsiteX10" fmla="*/ 42261 w 77123"/>
                <a:gd name="connsiteY10" fmla="*/ 56689 h 71299"/>
                <a:gd name="connsiteX11" fmla="*/ 34559 w 77123"/>
                <a:gd name="connsiteY11" fmla="*/ 51780 h 71299"/>
                <a:gd name="connsiteX12" fmla="*/ 34174 w 77123"/>
                <a:gd name="connsiteY12" fmla="*/ 52550 h 71299"/>
                <a:gd name="connsiteX13" fmla="*/ 33886 w 77123"/>
                <a:gd name="connsiteY13" fmla="*/ 53801 h 71299"/>
                <a:gd name="connsiteX14" fmla="*/ 31960 w 77123"/>
                <a:gd name="connsiteY14" fmla="*/ 62562 h 71299"/>
                <a:gd name="connsiteX15" fmla="*/ 27339 w 77123"/>
                <a:gd name="connsiteY15" fmla="*/ 49084 h 71299"/>
                <a:gd name="connsiteX16" fmla="*/ 63343 w 77123"/>
                <a:gd name="connsiteY16" fmla="*/ 14429 h 71299"/>
                <a:gd name="connsiteX17" fmla="*/ 35715 w 77123"/>
                <a:gd name="connsiteY17" fmla="*/ 50336 h 71299"/>
                <a:gd name="connsiteX18" fmla="*/ 34559 w 77123"/>
                <a:gd name="connsiteY18" fmla="*/ 51780 h 71299"/>
                <a:gd name="connsiteX19" fmla="*/ 6739 w 77123"/>
                <a:gd name="connsiteY19" fmla="*/ 40421 h 71299"/>
                <a:gd name="connsiteX20" fmla="*/ 63150 w 77123"/>
                <a:gd name="connsiteY20" fmla="*/ 10386 h 71299"/>
                <a:gd name="connsiteX21" fmla="*/ 24548 w 77123"/>
                <a:gd name="connsiteY21" fmla="*/ 46485 h 71299"/>
                <a:gd name="connsiteX22" fmla="*/ 6739 w 77123"/>
                <a:gd name="connsiteY22" fmla="*/ 40421 h 71299"/>
                <a:gd name="connsiteX23" fmla="*/ 76242 w 77123"/>
                <a:gd name="connsiteY23" fmla="*/ 374 h 71299"/>
                <a:gd name="connsiteX24" fmla="*/ 74125 w 77123"/>
                <a:gd name="connsiteY24" fmla="*/ 278 h 71299"/>
                <a:gd name="connsiteX25" fmla="*/ 1059 w 77123"/>
                <a:gd name="connsiteY25" fmla="*/ 39073 h 71299"/>
                <a:gd name="connsiteX26" fmla="*/ 0 w 77123"/>
                <a:gd name="connsiteY26" fmla="*/ 40902 h 71299"/>
                <a:gd name="connsiteX27" fmla="*/ 1251 w 77123"/>
                <a:gd name="connsiteY27" fmla="*/ 42538 h 71299"/>
                <a:gd name="connsiteX28" fmla="*/ 21275 w 77123"/>
                <a:gd name="connsiteY28" fmla="*/ 49373 h 71299"/>
                <a:gd name="connsiteX29" fmla="*/ 23778 w 77123"/>
                <a:gd name="connsiteY29" fmla="*/ 50240 h 71299"/>
                <a:gd name="connsiteX30" fmla="*/ 24355 w 77123"/>
                <a:gd name="connsiteY30" fmla="*/ 51876 h 71299"/>
                <a:gd name="connsiteX31" fmla="*/ 30324 w 77123"/>
                <a:gd name="connsiteY31" fmla="*/ 69782 h 71299"/>
                <a:gd name="connsiteX32" fmla="*/ 30324 w 77123"/>
                <a:gd name="connsiteY32" fmla="*/ 69878 h 71299"/>
                <a:gd name="connsiteX33" fmla="*/ 30324 w 77123"/>
                <a:gd name="connsiteY33" fmla="*/ 69974 h 71299"/>
                <a:gd name="connsiteX34" fmla="*/ 31768 w 77123"/>
                <a:gd name="connsiteY34" fmla="*/ 71226 h 71299"/>
                <a:gd name="connsiteX35" fmla="*/ 33597 w 77123"/>
                <a:gd name="connsiteY35" fmla="*/ 70744 h 71299"/>
                <a:gd name="connsiteX36" fmla="*/ 33693 w 77123"/>
                <a:gd name="connsiteY36" fmla="*/ 70648 h 71299"/>
                <a:gd name="connsiteX37" fmla="*/ 34271 w 77123"/>
                <a:gd name="connsiteY37" fmla="*/ 70070 h 71299"/>
                <a:gd name="connsiteX38" fmla="*/ 46400 w 77123"/>
                <a:gd name="connsiteY38" fmla="*/ 58133 h 71299"/>
                <a:gd name="connsiteX39" fmla="*/ 64883 w 77123"/>
                <a:gd name="connsiteY39" fmla="*/ 64487 h 71299"/>
                <a:gd name="connsiteX40" fmla="*/ 66520 w 77123"/>
                <a:gd name="connsiteY40" fmla="*/ 64294 h 71299"/>
                <a:gd name="connsiteX41" fmla="*/ 67482 w 77123"/>
                <a:gd name="connsiteY41" fmla="*/ 62947 h 71299"/>
                <a:gd name="connsiteX42" fmla="*/ 77109 w 77123"/>
                <a:gd name="connsiteY42" fmla="*/ 2299 h 71299"/>
                <a:gd name="connsiteX43" fmla="*/ 76242 w 77123"/>
                <a:gd name="connsiteY43" fmla="*/ 374 h 7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7123" h="71299">
                  <a:moveTo>
                    <a:pt x="63920" y="59962"/>
                  </a:moveTo>
                  <a:lnTo>
                    <a:pt x="46593" y="53994"/>
                  </a:lnTo>
                  <a:lnTo>
                    <a:pt x="46496" y="53994"/>
                  </a:lnTo>
                  <a:lnTo>
                    <a:pt x="39565" y="51587"/>
                  </a:lnTo>
                  <a:lnTo>
                    <a:pt x="72007" y="8749"/>
                  </a:lnTo>
                  <a:lnTo>
                    <a:pt x="63920" y="59962"/>
                  </a:lnTo>
                  <a:close/>
                  <a:moveTo>
                    <a:pt x="42261" y="56689"/>
                  </a:moveTo>
                  <a:lnTo>
                    <a:pt x="35907" y="63043"/>
                  </a:lnTo>
                  <a:lnTo>
                    <a:pt x="37640" y="55149"/>
                  </a:lnTo>
                  <a:lnTo>
                    <a:pt x="42261" y="56689"/>
                  </a:lnTo>
                  <a:lnTo>
                    <a:pt x="42261" y="56689"/>
                  </a:lnTo>
                  <a:close/>
                  <a:moveTo>
                    <a:pt x="34559" y="51780"/>
                  </a:moveTo>
                  <a:cubicBezTo>
                    <a:pt x="34367" y="51972"/>
                    <a:pt x="34271" y="52261"/>
                    <a:pt x="34174" y="52550"/>
                  </a:cubicBezTo>
                  <a:lnTo>
                    <a:pt x="33886" y="53801"/>
                  </a:lnTo>
                  <a:lnTo>
                    <a:pt x="31960" y="62562"/>
                  </a:lnTo>
                  <a:lnTo>
                    <a:pt x="27339" y="49084"/>
                  </a:lnTo>
                  <a:lnTo>
                    <a:pt x="63343" y="14429"/>
                  </a:lnTo>
                  <a:lnTo>
                    <a:pt x="35715" y="50336"/>
                  </a:lnTo>
                  <a:lnTo>
                    <a:pt x="34559" y="51780"/>
                  </a:lnTo>
                  <a:close/>
                  <a:moveTo>
                    <a:pt x="6739" y="40421"/>
                  </a:moveTo>
                  <a:lnTo>
                    <a:pt x="63150" y="10386"/>
                  </a:lnTo>
                  <a:lnTo>
                    <a:pt x="24548" y="46485"/>
                  </a:lnTo>
                  <a:lnTo>
                    <a:pt x="6739" y="40421"/>
                  </a:lnTo>
                  <a:close/>
                  <a:moveTo>
                    <a:pt x="76242" y="374"/>
                  </a:moveTo>
                  <a:cubicBezTo>
                    <a:pt x="75665" y="-107"/>
                    <a:pt x="74798" y="-107"/>
                    <a:pt x="74125" y="278"/>
                  </a:cubicBezTo>
                  <a:lnTo>
                    <a:pt x="1059" y="39073"/>
                  </a:lnTo>
                  <a:cubicBezTo>
                    <a:pt x="385" y="39458"/>
                    <a:pt x="0" y="40132"/>
                    <a:pt x="0" y="40902"/>
                  </a:cubicBezTo>
                  <a:cubicBezTo>
                    <a:pt x="0" y="41672"/>
                    <a:pt x="578" y="42346"/>
                    <a:pt x="1251" y="42538"/>
                  </a:cubicBezTo>
                  <a:lnTo>
                    <a:pt x="21275" y="49373"/>
                  </a:lnTo>
                  <a:lnTo>
                    <a:pt x="23778" y="50240"/>
                  </a:lnTo>
                  <a:lnTo>
                    <a:pt x="24355" y="51876"/>
                  </a:lnTo>
                  <a:lnTo>
                    <a:pt x="30324" y="69782"/>
                  </a:lnTo>
                  <a:lnTo>
                    <a:pt x="30324" y="69878"/>
                  </a:lnTo>
                  <a:lnTo>
                    <a:pt x="30324" y="69974"/>
                  </a:lnTo>
                  <a:cubicBezTo>
                    <a:pt x="30516" y="70552"/>
                    <a:pt x="31094" y="71033"/>
                    <a:pt x="31768" y="71226"/>
                  </a:cubicBezTo>
                  <a:cubicBezTo>
                    <a:pt x="32442" y="71418"/>
                    <a:pt x="33115" y="71226"/>
                    <a:pt x="33597" y="70744"/>
                  </a:cubicBezTo>
                  <a:lnTo>
                    <a:pt x="33693" y="70648"/>
                  </a:lnTo>
                  <a:lnTo>
                    <a:pt x="34271" y="70070"/>
                  </a:lnTo>
                  <a:lnTo>
                    <a:pt x="46400" y="58133"/>
                  </a:lnTo>
                  <a:lnTo>
                    <a:pt x="64883" y="64487"/>
                  </a:lnTo>
                  <a:cubicBezTo>
                    <a:pt x="65461" y="64679"/>
                    <a:pt x="66038" y="64583"/>
                    <a:pt x="66520" y="64294"/>
                  </a:cubicBezTo>
                  <a:cubicBezTo>
                    <a:pt x="67001" y="64006"/>
                    <a:pt x="67386" y="63524"/>
                    <a:pt x="67482" y="62947"/>
                  </a:cubicBezTo>
                  <a:lnTo>
                    <a:pt x="77109" y="2299"/>
                  </a:lnTo>
                  <a:cubicBezTo>
                    <a:pt x="77205" y="1433"/>
                    <a:pt x="76820" y="759"/>
                    <a:pt x="76242" y="374"/>
                  </a:cubicBezTo>
                  <a:close/>
                </a:path>
              </a:pathLst>
            </a:custGeom>
            <a:solidFill>
              <a:srgbClr val="000000">
                <a:alpha val="50000"/>
              </a:srgbClr>
            </a:solidFill>
            <a:ln w="893" cap="flat">
              <a:noFill/>
              <a:prstDash val="solid"/>
              <a:miter/>
            </a:ln>
          </p:spPr>
          <p:txBody>
            <a:bodyPr rtlCol="0" anchor="ctr"/>
            <a:lstStyle/>
            <a:p>
              <a:endParaRPr lang="en-IN"/>
            </a:p>
          </p:txBody>
        </p:sp>
        <p:sp>
          <p:nvSpPr>
            <p:cNvPr id="157" name="Graphic 57" descr="Heart with pulse">
              <a:extLst>
                <a:ext uri="{FF2B5EF4-FFF2-40B4-BE49-F238E27FC236}">
                  <a16:creationId xmlns:a16="http://schemas.microsoft.com/office/drawing/2014/main" id="{110F8312-F475-3098-0B1A-EF1F59059923}"/>
                </a:ext>
              </a:extLst>
            </p:cNvPr>
            <p:cNvSpPr/>
            <p:nvPr userDrawn="1"/>
          </p:nvSpPr>
          <p:spPr>
            <a:xfrm>
              <a:off x="6910501" y="4458142"/>
              <a:ext cx="219522" cy="174925"/>
            </a:xfrm>
            <a:custGeom>
              <a:avLst/>
              <a:gdLst>
                <a:gd name="connsiteX0" fmla="*/ 41327 w 82049"/>
                <a:gd name="connsiteY0" fmla="*/ 77561 h 77827"/>
                <a:gd name="connsiteX1" fmla="*/ 56460 w 82049"/>
                <a:gd name="connsiteY1" fmla="*/ 64143 h 77827"/>
                <a:gd name="connsiteX2" fmla="*/ 74734 w 82049"/>
                <a:gd name="connsiteY2" fmla="*/ 42089 h 77827"/>
                <a:gd name="connsiteX3" fmla="*/ 81002 w 82049"/>
                <a:gd name="connsiteY3" fmla="*/ 14986 h 77827"/>
                <a:gd name="connsiteX4" fmla="*/ 63091 w 82049"/>
                <a:gd name="connsiteY4" fmla="*/ 82 h 77827"/>
                <a:gd name="connsiteX5" fmla="*/ 40988 w 82049"/>
                <a:gd name="connsiteY5" fmla="*/ 16218 h 77827"/>
                <a:gd name="connsiteX6" fmla="*/ 21434 w 82049"/>
                <a:gd name="connsiteY6" fmla="*/ 34 h 77827"/>
                <a:gd name="connsiteX7" fmla="*/ 2013 w 82049"/>
                <a:gd name="connsiteY7" fmla="*/ 12498 h 77827"/>
                <a:gd name="connsiteX8" fmla="*/ 5854 w 82049"/>
                <a:gd name="connsiteY8" fmla="*/ 39770 h 77827"/>
                <a:gd name="connsiteX9" fmla="*/ 23898 w 82049"/>
                <a:gd name="connsiteY9" fmla="*/ 62525 h 77827"/>
                <a:gd name="connsiteX10" fmla="*/ 40988 w 82049"/>
                <a:gd name="connsiteY10" fmla="*/ 77827 h 77827"/>
                <a:gd name="connsiteX11" fmla="*/ 21664 w 82049"/>
                <a:gd name="connsiteY11" fmla="*/ 36497 h 77827"/>
                <a:gd name="connsiteX12" fmla="*/ 25287 w 82049"/>
                <a:gd name="connsiteY12" fmla="*/ 25627 h 77827"/>
                <a:gd name="connsiteX13" fmla="*/ 27437 w 82049"/>
                <a:gd name="connsiteY13" fmla="*/ 19165 h 77827"/>
                <a:gd name="connsiteX14" fmla="*/ 31169 w 82049"/>
                <a:gd name="connsiteY14" fmla="*/ 16206 h 77827"/>
                <a:gd name="connsiteX15" fmla="*/ 32896 w 82049"/>
                <a:gd name="connsiteY15" fmla="*/ 19515 h 77827"/>
                <a:gd name="connsiteX16" fmla="*/ 33899 w 82049"/>
                <a:gd name="connsiteY16" fmla="*/ 24866 h 77827"/>
                <a:gd name="connsiteX17" fmla="*/ 36797 w 82049"/>
                <a:gd name="connsiteY17" fmla="*/ 40325 h 77827"/>
                <a:gd name="connsiteX18" fmla="*/ 38718 w 82049"/>
                <a:gd name="connsiteY18" fmla="*/ 50592 h 77827"/>
                <a:gd name="connsiteX19" fmla="*/ 45723 w 82049"/>
                <a:gd name="connsiteY19" fmla="*/ 32064 h 77827"/>
                <a:gd name="connsiteX20" fmla="*/ 47269 w 82049"/>
                <a:gd name="connsiteY20" fmla="*/ 27982 h 77827"/>
                <a:gd name="connsiteX21" fmla="*/ 49684 w 82049"/>
                <a:gd name="connsiteY21" fmla="*/ 25434 h 77827"/>
                <a:gd name="connsiteX22" fmla="*/ 52595 w 82049"/>
                <a:gd name="connsiteY22" fmla="*/ 28332 h 77827"/>
                <a:gd name="connsiteX23" fmla="*/ 54081 w 82049"/>
                <a:gd name="connsiteY23" fmla="*/ 33429 h 77827"/>
                <a:gd name="connsiteX24" fmla="*/ 57028 w 82049"/>
                <a:gd name="connsiteY24" fmla="*/ 43562 h 77827"/>
                <a:gd name="connsiteX25" fmla="*/ 59939 w 82049"/>
                <a:gd name="connsiteY25" fmla="*/ 40362 h 77827"/>
                <a:gd name="connsiteX26" fmla="*/ 63067 w 82049"/>
                <a:gd name="connsiteY26" fmla="*/ 37004 h 77827"/>
                <a:gd name="connsiteX27" fmla="*/ 67898 w 82049"/>
                <a:gd name="connsiteY27" fmla="*/ 36545 h 77827"/>
                <a:gd name="connsiteX28" fmla="*/ 72391 w 82049"/>
                <a:gd name="connsiteY28" fmla="*/ 36545 h 77827"/>
                <a:gd name="connsiteX29" fmla="*/ 69432 w 82049"/>
                <a:gd name="connsiteY29" fmla="*/ 41376 h 77827"/>
                <a:gd name="connsiteX30" fmla="*/ 65506 w 82049"/>
                <a:gd name="connsiteY30" fmla="*/ 41376 h 77827"/>
                <a:gd name="connsiteX31" fmla="*/ 57740 w 82049"/>
                <a:gd name="connsiteY31" fmla="*/ 49927 h 77827"/>
                <a:gd name="connsiteX32" fmla="*/ 54338 w 82049"/>
                <a:gd name="connsiteY32" fmla="*/ 50230 h 77827"/>
                <a:gd name="connsiteX33" fmla="*/ 53827 w 82049"/>
                <a:gd name="connsiteY33" fmla="*/ 49637 h 77827"/>
                <a:gd name="connsiteX34" fmla="*/ 53260 w 82049"/>
                <a:gd name="connsiteY34" fmla="*/ 47995 h 77827"/>
                <a:gd name="connsiteX35" fmla="*/ 51243 w 82049"/>
                <a:gd name="connsiteY35" fmla="*/ 41098 h 77827"/>
                <a:gd name="connsiteX36" fmla="*/ 49600 w 82049"/>
                <a:gd name="connsiteY36" fmla="*/ 35446 h 77827"/>
                <a:gd name="connsiteX37" fmla="*/ 40385 w 82049"/>
                <a:gd name="connsiteY37" fmla="*/ 59807 h 77827"/>
                <a:gd name="connsiteX38" fmla="*/ 39285 w 82049"/>
                <a:gd name="connsiteY38" fmla="*/ 61474 h 77827"/>
                <a:gd name="connsiteX39" fmla="*/ 35927 w 82049"/>
                <a:gd name="connsiteY39" fmla="*/ 60850 h 77827"/>
                <a:gd name="connsiteX40" fmla="*/ 35541 w 82049"/>
                <a:gd name="connsiteY40" fmla="*/ 59916 h 77827"/>
                <a:gd name="connsiteX41" fmla="*/ 34901 w 82049"/>
                <a:gd name="connsiteY41" fmla="*/ 56534 h 77827"/>
                <a:gd name="connsiteX42" fmla="*/ 31846 w 82049"/>
                <a:gd name="connsiteY42" fmla="*/ 40229 h 77827"/>
                <a:gd name="connsiteX43" fmla="*/ 29563 w 82049"/>
                <a:gd name="connsiteY43" fmla="*/ 28042 h 77827"/>
                <a:gd name="connsiteX44" fmla="*/ 26157 w 82049"/>
                <a:gd name="connsiteY44" fmla="*/ 38272 h 77827"/>
                <a:gd name="connsiteX45" fmla="*/ 23270 w 82049"/>
                <a:gd name="connsiteY45" fmla="*/ 41376 h 77827"/>
                <a:gd name="connsiteX46" fmla="*/ 17944 w 82049"/>
                <a:gd name="connsiteY46" fmla="*/ 41376 h 77827"/>
                <a:gd name="connsiteX47" fmla="*/ 12509 w 82049"/>
                <a:gd name="connsiteY47" fmla="*/ 41376 h 77827"/>
                <a:gd name="connsiteX48" fmla="*/ 9550 w 82049"/>
                <a:gd name="connsiteY48" fmla="*/ 36545 h 7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2049" h="77827">
                  <a:moveTo>
                    <a:pt x="41327" y="77561"/>
                  </a:moveTo>
                  <a:cubicBezTo>
                    <a:pt x="46623" y="73380"/>
                    <a:pt x="51675" y="68900"/>
                    <a:pt x="56460" y="64143"/>
                  </a:cubicBezTo>
                  <a:cubicBezTo>
                    <a:pt x="63396" y="57535"/>
                    <a:pt x="69530" y="50132"/>
                    <a:pt x="74734" y="42089"/>
                  </a:cubicBezTo>
                  <a:cubicBezTo>
                    <a:pt x="79565" y="34311"/>
                    <a:pt x="84179" y="24214"/>
                    <a:pt x="81002" y="14986"/>
                  </a:cubicBezTo>
                  <a:cubicBezTo>
                    <a:pt x="78430" y="7353"/>
                    <a:pt x="71292" y="867"/>
                    <a:pt x="63091" y="82"/>
                  </a:cubicBezTo>
                  <a:cubicBezTo>
                    <a:pt x="52728" y="-944"/>
                    <a:pt x="45228" y="7824"/>
                    <a:pt x="40988" y="16218"/>
                  </a:cubicBezTo>
                  <a:cubicBezTo>
                    <a:pt x="37111" y="8537"/>
                    <a:pt x="30698" y="614"/>
                    <a:pt x="21434" y="34"/>
                  </a:cubicBezTo>
                  <a:cubicBezTo>
                    <a:pt x="13209" y="-473"/>
                    <a:pt x="5552" y="5312"/>
                    <a:pt x="2013" y="12498"/>
                  </a:cubicBezTo>
                  <a:cubicBezTo>
                    <a:pt x="-2419" y="21520"/>
                    <a:pt x="1192" y="31666"/>
                    <a:pt x="5854" y="39770"/>
                  </a:cubicBezTo>
                  <a:cubicBezTo>
                    <a:pt x="10685" y="48224"/>
                    <a:pt x="17111" y="55652"/>
                    <a:pt x="23898" y="62525"/>
                  </a:cubicBezTo>
                  <a:cubicBezTo>
                    <a:pt x="29249" y="67999"/>
                    <a:pt x="34958" y="73111"/>
                    <a:pt x="40988" y="77827"/>
                  </a:cubicBezTo>
                  <a:close/>
                  <a:moveTo>
                    <a:pt x="21664" y="36497"/>
                  </a:moveTo>
                  <a:lnTo>
                    <a:pt x="25287" y="25627"/>
                  </a:lnTo>
                  <a:lnTo>
                    <a:pt x="27437" y="19165"/>
                  </a:lnTo>
                  <a:cubicBezTo>
                    <a:pt x="27993" y="17486"/>
                    <a:pt x="28850" y="15240"/>
                    <a:pt x="31169" y="16206"/>
                  </a:cubicBezTo>
                  <a:cubicBezTo>
                    <a:pt x="32570" y="16798"/>
                    <a:pt x="32655" y="18247"/>
                    <a:pt x="32896" y="19515"/>
                  </a:cubicBezTo>
                  <a:lnTo>
                    <a:pt x="33899" y="24866"/>
                  </a:lnTo>
                  <a:lnTo>
                    <a:pt x="36797" y="40325"/>
                  </a:lnTo>
                  <a:lnTo>
                    <a:pt x="38718" y="50592"/>
                  </a:lnTo>
                  <a:lnTo>
                    <a:pt x="45723" y="32064"/>
                  </a:lnTo>
                  <a:lnTo>
                    <a:pt x="47269" y="27982"/>
                  </a:lnTo>
                  <a:cubicBezTo>
                    <a:pt x="47716" y="26774"/>
                    <a:pt x="48175" y="25566"/>
                    <a:pt x="49684" y="25434"/>
                  </a:cubicBezTo>
                  <a:cubicBezTo>
                    <a:pt x="51605" y="25240"/>
                    <a:pt x="52172" y="26883"/>
                    <a:pt x="52595" y="28332"/>
                  </a:cubicBezTo>
                  <a:lnTo>
                    <a:pt x="54081" y="33429"/>
                  </a:lnTo>
                  <a:lnTo>
                    <a:pt x="57028" y="43562"/>
                  </a:lnTo>
                  <a:lnTo>
                    <a:pt x="59939" y="40362"/>
                  </a:lnTo>
                  <a:cubicBezTo>
                    <a:pt x="60870" y="39143"/>
                    <a:pt x="61917" y="38019"/>
                    <a:pt x="63067" y="37004"/>
                  </a:cubicBezTo>
                  <a:cubicBezTo>
                    <a:pt x="64274" y="36159"/>
                    <a:pt x="66509" y="36545"/>
                    <a:pt x="67898" y="36545"/>
                  </a:cubicBezTo>
                  <a:lnTo>
                    <a:pt x="72391" y="36545"/>
                  </a:lnTo>
                  <a:cubicBezTo>
                    <a:pt x="71497" y="38151"/>
                    <a:pt x="70507" y="39770"/>
                    <a:pt x="69432" y="41376"/>
                  </a:cubicBezTo>
                  <a:lnTo>
                    <a:pt x="65506" y="41376"/>
                  </a:lnTo>
                  <a:cubicBezTo>
                    <a:pt x="62934" y="44215"/>
                    <a:pt x="60470" y="47234"/>
                    <a:pt x="57740" y="49927"/>
                  </a:cubicBezTo>
                  <a:cubicBezTo>
                    <a:pt x="56884" y="50950"/>
                    <a:pt x="55361" y="51086"/>
                    <a:pt x="54338" y="50230"/>
                  </a:cubicBezTo>
                  <a:cubicBezTo>
                    <a:pt x="54136" y="50061"/>
                    <a:pt x="53964" y="49861"/>
                    <a:pt x="53827" y="49637"/>
                  </a:cubicBezTo>
                  <a:cubicBezTo>
                    <a:pt x="53565" y="49118"/>
                    <a:pt x="53374" y="48566"/>
                    <a:pt x="53260" y="47995"/>
                  </a:cubicBezTo>
                  <a:lnTo>
                    <a:pt x="51243" y="41098"/>
                  </a:lnTo>
                  <a:lnTo>
                    <a:pt x="49600" y="35446"/>
                  </a:lnTo>
                  <a:cubicBezTo>
                    <a:pt x="46520" y="43574"/>
                    <a:pt x="43561" y="51715"/>
                    <a:pt x="40385" y="59807"/>
                  </a:cubicBezTo>
                  <a:cubicBezTo>
                    <a:pt x="40207" y="60466"/>
                    <a:pt x="39821" y="61051"/>
                    <a:pt x="39285" y="61474"/>
                  </a:cubicBezTo>
                  <a:cubicBezTo>
                    <a:pt x="38186" y="62229"/>
                    <a:pt x="36682" y="61950"/>
                    <a:pt x="35927" y="60850"/>
                  </a:cubicBezTo>
                  <a:cubicBezTo>
                    <a:pt x="35734" y="60569"/>
                    <a:pt x="35602" y="60251"/>
                    <a:pt x="35541" y="59916"/>
                  </a:cubicBezTo>
                  <a:cubicBezTo>
                    <a:pt x="35264" y="58805"/>
                    <a:pt x="35119" y="57645"/>
                    <a:pt x="34901" y="56534"/>
                  </a:cubicBezTo>
                  <a:lnTo>
                    <a:pt x="31846" y="40229"/>
                  </a:lnTo>
                  <a:lnTo>
                    <a:pt x="29563" y="28042"/>
                  </a:lnTo>
                  <a:lnTo>
                    <a:pt x="26157" y="38272"/>
                  </a:lnTo>
                  <a:cubicBezTo>
                    <a:pt x="25638" y="39794"/>
                    <a:pt x="25227" y="41280"/>
                    <a:pt x="23270" y="41376"/>
                  </a:cubicBezTo>
                  <a:cubicBezTo>
                    <a:pt x="21495" y="41461"/>
                    <a:pt x="19707" y="41376"/>
                    <a:pt x="17944" y="41376"/>
                  </a:cubicBezTo>
                  <a:lnTo>
                    <a:pt x="12509" y="41376"/>
                  </a:lnTo>
                  <a:cubicBezTo>
                    <a:pt x="11446" y="39770"/>
                    <a:pt x="10444" y="38151"/>
                    <a:pt x="9550" y="36545"/>
                  </a:cubicBezTo>
                  <a:close/>
                </a:path>
              </a:pathLst>
            </a:custGeom>
            <a:solidFill>
              <a:srgbClr val="000000">
                <a:alpha val="50000"/>
              </a:srgbClr>
            </a:solidFill>
            <a:ln w="1191" cap="flat">
              <a:noFill/>
              <a:prstDash val="solid"/>
              <a:miter/>
            </a:ln>
          </p:spPr>
          <p:txBody>
            <a:bodyPr rtlCol="0" anchor="ctr"/>
            <a:lstStyle/>
            <a:p>
              <a:endParaRPr lang="en-IN"/>
            </a:p>
          </p:txBody>
        </p:sp>
        <p:sp>
          <p:nvSpPr>
            <p:cNvPr id="158" name="Freeform: Shape 157">
              <a:extLst>
                <a:ext uri="{FF2B5EF4-FFF2-40B4-BE49-F238E27FC236}">
                  <a16:creationId xmlns:a16="http://schemas.microsoft.com/office/drawing/2014/main" id="{6BFD8A65-2581-6F6C-242E-0F3B14C6A70F}"/>
                </a:ext>
              </a:extLst>
            </p:cNvPr>
            <p:cNvSpPr/>
            <p:nvPr userDrawn="1"/>
          </p:nvSpPr>
          <p:spPr>
            <a:xfrm>
              <a:off x="5279136" y="3864865"/>
              <a:ext cx="139252" cy="162354"/>
            </a:xfrm>
            <a:custGeom>
              <a:avLst/>
              <a:gdLst>
                <a:gd name="connsiteX0" fmla="*/ 22958 w 73864"/>
                <a:gd name="connsiteY0" fmla="*/ 22958 h 67875"/>
                <a:gd name="connsiteX1" fmla="*/ 11978 w 73864"/>
                <a:gd name="connsiteY1" fmla="*/ 22958 h 67875"/>
                <a:gd name="connsiteX2" fmla="*/ 11978 w 73864"/>
                <a:gd name="connsiteY2" fmla="*/ 15971 h 67875"/>
                <a:gd name="connsiteX3" fmla="*/ 22958 w 73864"/>
                <a:gd name="connsiteY3" fmla="*/ 15971 h 67875"/>
                <a:gd name="connsiteX4" fmla="*/ 22958 w 73864"/>
                <a:gd name="connsiteY4" fmla="*/ 22958 h 67875"/>
                <a:gd name="connsiteX5" fmla="*/ 37930 w 73864"/>
                <a:gd name="connsiteY5" fmla="*/ 15971 h 67875"/>
                <a:gd name="connsiteX6" fmla="*/ 37930 w 73864"/>
                <a:gd name="connsiteY6" fmla="*/ 22958 h 67875"/>
                <a:gd name="connsiteX7" fmla="*/ 26951 w 73864"/>
                <a:gd name="connsiteY7" fmla="*/ 22958 h 67875"/>
                <a:gd name="connsiteX8" fmla="*/ 26951 w 73864"/>
                <a:gd name="connsiteY8" fmla="*/ 15971 h 67875"/>
                <a:gd name="connsiteX9" fmla="*/ 37930 w 73864"/>
                <a:gd name="connsiteY9" fmla="*/ 15971 h 67875"/>
                <a:gd name="connsiteX10" fmla="*/ 52903 w 73864"/>
                <a:gd name="connsiteY10" fmla="*/ 15971 h 67875"/>
                <a:gd name="connsiteX11" fmla="*/ 52903 w 73864"/>
                <a:gd name="connsiteY11" fmla="*/ 22958 h 67875"/>
                <a:gd name="connsiteX12" fmla="*/ 41923 w 73864"/>
                <a:gd name="connsiteY12" fmla="*/ 22958 h 67875"/>
                <a:gd name="connsiteX13" fmla="*/ 41923 w 73864"/>
                <a:gd name="connsiteY13" fmla="*/ 15971 h 67875"/>
                <a:gd name="connsiteX14" fmla="*/ 52903 w 73864"/>
                <a:gd name="connsiteY14" fmla="*/ 15971 h 67875"/>
                <a:gd name="connsiteX15" fmla="*/ 67875 w 73864"/>
                <a:gd name="connsiteY15" fmla="*/ 15971 h 67875"/>
                <a:gd name="connsiteX16" fmla="*/ 67875 w 73864"/>
                <a:gd name="connsiteY16" fmla="*/ 22958 h 67875"/>
                <a:gd name="connsiteX17" fmla="*/ 56896 w 73864"/>
                <a:gd name="connsiteY17" fmla="*/ 22958 h 67875"/>
                <a:gd name="connsiteX18" fmla="*/ 56896 w 73864"/>
                <a:gd name="connsiteY18" fmla="*/ 15971 h 67875"/>
                <a:gd name="connsiteX19" fmla="*/ 67875 w 73864"/>
                <a:gd name="connsiteY19" fmla="*/ 15971 h 67875"/>
                <a:gd name="connsiteX20" fmla="*/ 67875 w 73864"/>
                <a:gd name="connsiteY20" fmla="*/ 33938 h 67875"/>
                <a:gd name="connsiteX21" fmla="*/ 56896 w 73864"/>
                <a:gd name="connsiteY21" fmla="*/ 33938 h 67875"/>
                <a:gd name="connsiteX22" fmla="*/ 56896 w 73864"/>
                <a:gd name="connsiteY22" fmla="*/ 26951 h 67875"/>
                <a:gd name="connsiteX23" fmla="*/ 67875 w 73864"/>
                <a:gd name="connsiteY23" fmla="*/ 26951 h 67875"/>
                <a:gd name="connsiteX24" fmla="*/ 67875 w 73864"/>
                <a:gd name="connsiteY24" fmla="*/ 33938 h 67875"/>
                <a:gd name="connsiteX25" fmla="*/ 67875 w 73864"/>
                <a:gd name="connsiteY25" fmla="*/ 42422 h 67875"/>
                <a:gd name="connsiteX26" fmla="*/ 56896 w 73864"/>
                <a:gd name="connsiteY26" fmla="*/ 43420 h 67875"/>
                <a:gd name="connsiteX27" fmla="*/ 56896 w 73864"/>
                <a:gd name="connsiteY27" fmla="*/ 37930 h 67875"/>
                <a:gd name="connsiteX28" fmla="*/ 67875 w 73864"/>
                <a:gd name="connsiteY28" fmla="*/ 37930 h 67875"/>
                <a:gd name="connsiteX29" fmla="*/ 67875 w 73864"/>
                <a:gd name="connsiteY29" fmla="*/ 42422 h 67875"/>
                <a:gd name="connsiteX30" fmla="*/ 22958 w 73864"/>
                <a:gd name="connsiteY30" fmla="*/ 37930 h 67875"/>
                <a:gd name="connsiteX31" fmla="*/ 22958 w 73864"/>
                <a:gd name="connsiteY31" fmla="*/ 46415 h 67875"/>
                <a:gd name="connsiteX32" fmla="*/ 11978 w 73864"/>
                <a:gd name="connsiteY32" fmla="*/ 47413 h 67875"/>
                <a:gd name="connsiteX33" fmla="*/ 11978 w 73864"/>
                <a:gd name="connsiteY33" fmla="*/ 37930 h 67875"/>
                <a:gd name="connsiteX34" fmla="*/ 22958 w 73864"/>
                <a:gd name="connsiteY34" fmla="*/ 37930 h 67875"/>
                <a:gd name="connsiteX35" fmla="*/ 22958 w 73864"/>
                <a:gd name="connsiteY35" fmla="*/ 33938 h 67875"/>
                <a:gd name="connsiteX36" fmla="*/ 11978 w 73864"/>
                <a:gd name="connsiteY36" fmla="*/ 33938 h 67875"/>
                <a:gd name="connsiteX37" fmla="*/ 11978 w 73864"/>
                <a:gd name="connsiteY37" fmla="*/ 26951 h 67875"/>
                <a:gd name="connsiteX38" fmla="*/ 22958 w 73864"/>
                <a:gd name="connsiteY38" fmla="*/ 26951 h 67875"/>
                <a:gd name="connsiteX39" fmla="*/ 22958 w 73864"/>
                <a:gd name="connsiteY39" fmla="*/ 33938 h 67875"/>
                <a:gd name="connsiteX40" fmla="*/ 37930 w 73864"/>
                <a:gd name="connsiteY40" fmla="*/ 33938 h 67875"/>
                <a:gd name="connsiteX41" fmla="*/ 26951 w 73864"/>
                <a:gd name="connsiteY41" fmla="*/ 33938 h 67875"/>
                <a:gd name="connsiteX42" fmla="*/ 26951 w 73864"/>
                <a:gd name="connsiteY42" fmla="*/ 26951 h 67875"/>
                <a:gd name="connsiteX43" fmla="*/ 37930 w 73864"/>
                <a:gd name="connsiteY43" fmla="*/ 26951 h 67875"/>
                <a:gd name="connsiteX44" fmla="*/ 37930 w 73864"/>
                <a:gd name="connsiteY44" fmla="*/ 33938 h 67875"/>
                <a:gd name="connsiteX45" fmla="*/ 41923 w 73864"/>
                <a:gd name="connsiteY45" fmla="*/ 33938 h 67875"/>
                <a:gd name="connsiteX46" fmla="*/ 41923 w 73864"/>
                <a:gd name="connsiteY46" fmla="*/ 26951 h 67875"/>
                <a:gd name="connsiteX47" fmla="*/ 52903 w 73864"/>
                <a:gd name="connsiteY47" fmla="*/ 26951 h 67875"/>
                <a:gd name="connsiteX48" fmla="*/ 52903 w 73864"/>
                <a:gd name="connsiteY48" fmla="*/ 33938 h 67875"/>
                <a:gd name="connsiteX49" fmla="*/ 41923 w 73864"/>
                <a:gd name="connsiteY49" fmla="*/ 33938 h 67875"/>
                <a:gd name="connsiteX50" fmla="*/ 37930 w 73864"/>
                <a:gd name="connsiteY50" fmla="*/ 45117 h 67875"/>
                <a:gd name="connsiteX51" fmla="*/ 26951 w 73864"/>
                <a:gd name="connsiteY51" fmla="*/ 46115 h 67875"/>
                <a:gd name="connsiteX52" fmla="*/ 26951 w 73864"/>
                <a:gd name="connsiteY52" fmla="*/ 37930 h 67875"/>
                <a:gd name="connsiteX53" fmla="*/ 37930 w 73864"/>
                <a:gd name="connsiteY53" fmla="*/ 37930 h 67875"/>
                <a:gd name="connsiteX54" fmla="*/ 37930 w 73864"/>
                <a:gd name="connsiteY54" fmla="*/ 45117 h 67875"/>
                <a:gd name="connsiteX55" fmla="*/ 41923 w 73864"/>
                <a:gd name="connsiteY55" fmla="*/ 37930 h 67875"/>
                <a:gd name="connsiteX56" fmla="*/ 52903 w 73864"/>
                <a:gd name="connsiteY56" fmla="*/ 37930 h 67875"/>
                <a:gd name="connsiteX57" fmla="*/ 52903 w 73864"/>
                <a:gd name="connsiteY57" fmla="*/ 43720 h 67875"/>
                <a:gd name="connsiteX58" fmla="*/ 41923 w 73864"/>
                <a:gd name="connsiteY58" fmla="*/ 44718 h 67875"/>
                <a:gd name="connsiteX59" fmla="*/ 41923 w 73864"/>
                <a:gd name="connsiteY59" fmla="*/ 37930 h 67875"/>
                <a:gd name="connsiteX60" fmla="*/ 73864 w 73864"/>
                <a:gd name="connsiteY60" fmla="*/ 47912 h 67875"/>
                <a:gd name="connsiteX61" fmla="*/ 73864 w 73864"/>
                <a:gd name="connsiteY61" fmla="*/ 9982 h 67875"/>
                <a:gd name="connsiteX62" fmla="*/ 11978 w 73864"/>
                <a:gd name="connsiteY62" fmla="*/ 9982 h 67875"/>
                <a:gd name="connsiteX63" fmla="*/ 11978 w 73864"/>
                <a:gd name="connsiteY63" fmla="*/ 8984 h 67875"/>
                <a:gd name="connsiteX64" fmla="*/ 2995 w 73864"/>
                <a:gd name="connsiteY64" fmla="*/ 0 h 67875"/>
                <a:gd name="connsiteX65" fmla="*/ 0 w 73864"/>
                <a:gd name="connsiteY65" fmla="*/ 2995 h 67875"/>
                <a:gd name="connsiteX66" fmla="*/ 2995 w 73864"/>
                <a:gd name="connsiteY66" fmla="*/ 5989 h 67875"/>
                <a:gd name="connsiteX67" fmla="*/ 5989 w 73864"/>
                <a:gd name="connsiteY67" fmla="*/ 8984 h 67875"/>
                <a:gd name="connsiteX68" fmla="*/ 5989 w 73864"/>
                <a:gd name="connsiteY68" fmla="*/ 58892 h 67875"/>
                <a:gd name="connsiteX69" fmla="*/ 14973 w 73864"/>
                <a:gd name="connsiteY69" fmla="*/ 67875 h 67875"/>
                <a:gd name="connsiteX70" fmla="*/ 17967 w 73864"/>
                <a:gd name="connsiteY70" fmla="*/ 67875 h 67875"/>
                <a:gd name="connsiteX71" fmla="*/ 61886 w 73864"/>
                <a:gd name="connsiteY71" fmla="*/ 67875 h 67875"/>
                <a:gd name="connsiteX72" fmla="*/ 70870 w 73864"/>
                <a:gd name="connsiteY72" fmla="*/ 67875 h 67875"/>
                <a:gd name="connsiteX73" fmla="*/ 73864 w 73864"/>
                <a:gd name="connsiteY73" fmla="*/ 64881 h 67875"/>
                <a:gd name="connsiteX74" fmla="*/ 70870 w 73864"/>
                <a:gd name="connsiteY74" fmla="*/ 61886 h 67875"/>
                <a:gd name="connsiteX75" fmla="*/ 14973 w 73864"/>
                <a:gd name="connsiteY75" fmla="*/ 61886 h 67875"/>
                <a:gd name="connsiteX76" fmla="*/ 11978 w 73864"/>
                <a:gd name="connsiteY76" fmla="*/ 58892 h 67875"/>
                <a:gd name="connsiteX77" fmla="*/ 11978 w 73864"/>
                <a:gd name="connsiteY77" fmla="*/ 53402 h 67875"/>
                <a:gd name="connsiteX78" fmla="*/ 73864 w 73864"/>
                <a:gd name="connsiteY78" fmla="*/ 47912 h 6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3864" h="67875">
                  <a:moveTo>
                    <a:pt x="22958" y="22958"/>
                  </a:moveTo>
                  <a:lnTo>
                    <a:pt x="11978" y="22958"/>
                  </a:lnTo>
                  <a:lnTo>
                    <a:pt x="11978" y="15971"/>
                  </a:lnTo>
                  <a:lnTo>
                    <a:pt x="22958" y="15971"/>
                  </a:lnTo>
                  <a:lnTo>
                    <a:pt x="22958" y="22958"/>
                  </a:lnTo>
                  <a:close/>
                  <a:moveTo>
                    <a:pt x="37930" y="15971"/>
                  </a:moveTo>
                  <a:lnTo>
                    <a:pt x="37930" y="22958"/>
                  </a:lnTo>
                  <a:lnTo>
                    <a:pt x="26951" y="22958"/>
                  </a:lnTo>
                  <a:lnTo>
                    <a:pt x="26951" y="15971"/>
                  </a:lnTo>
                  <a:lnTo>
                    <a:pt x="37930" y="15971"/>
                  </a:lnTo>
                  <a:close/>
                  <a:moveTo>
                    <a:pt x="52903" y="15971"/>
                  </a:moveTo>
                  <a:lnTo>
                    <a:pt x="52903" y="22958"/>
                  </a:lnTo>
                  <a:lnTo>
                    <a:pt x="41923" y="22958"/>
                  </a:lnTo>
                  <a:lnTo>
                    <a:pt x="41923" y="15971"/>
                  </a:lnTo>
                  <a:lnTo>
                    <a:pt x="52903" y="15971"/>
                  </a:lnTo>
                  <a:close/>
                  <a:moveTo>
                    <a:pt x="67875" y="15971"/>
                  </a:moveTo>
                  <a:lnTo>
                    <a:pt x="67875" y="22958"/>
                  </a:lnTo>
                  <a:lnTo>
                    <a:pt x="56896" y="22958"/>
                  </a:lnTo>
                  <a:lnTo>
                    <a:pt x="56896" y="15971"/>
                  </a:lnTo>
                  <a:lnTo>
                    <a:pt x="67875" y="15971"/>
                  </a:lnTo>
                  <a:close/>
                  <a:moveTo>
                    <a:pt x="67875" y="33938"/>
                  </a:moveTo>
                  <a:lnTo>
                    <a:pt x="56896" y="33938"/>
                  </a:lnTo>
                  <a:lnTo>
                    <a:pt x="56896" y="26951"/>
                  </a:lnTo>
                  <a:lnTo>
                    <a:pt x="67875" y="26951"/>
                  </a:lnTo>
                  <a:lnTo>
                    <a:pt x="67875" y="33938"/>
                  </a:lnTo>
                  <a:close/>
                  <a:moveTo>
                    <a:pt x="67875" y="42422"/>
                  </a:moveTo>
                  <a:lnTo>
                    <a:pt x="56896" y="43420"/>
                  </a:lnTo>
                  <a:lnTo>
                    <a:pt x="56896" y="37930"/>
                  </a:lnTo>
                  <a:lnTo>
                    <a:pt x="67875" y="37930"/>
                  </a:lnTo>
                  <a:lnTo>
                    <a:pt x="67875" y="42422"/>
                  </a:lnTo>
                  <a:close/>
                  <a:moveTo>
                    <a:pt x="22958" y="37930"/>
                  </a:moveTo>
                  <a:lnTo>
                    <a:pt x="22958" y="46415"/>
                  </a:lnTo>
                  <a:lnTo>
                    <a:pt x="11978" y="47413"/>
                  </a:lnTo>
                  <a:lnTo>
                    <a:pt x="11978" y="37930"/>
                  </a:lnTo>
                  <a:lnTo>
                    <a:pt x="22958" y="37930"/>
                  </a:lnTo>
                  <a:close/>
                  <a:moveTo>
                    <a:pt x="22958" y="33938"/>
                  </a:moveTo>
                  <a:lnTo>
                    <a:pt x="11978" y="33938"/>
                  </a:lnTo>
                  <a:lnTo>
                    <a:pt x="11978" y="26951"/>
                  </a:lnTo>
                  <a:lnTo>
                    <a:pt x="22958" y="26951"/>
                  </a:lnTo>
                  <a:lnTo>
                    <a:pt x="22958" y="33938"/>
                  </a:lnTo>
                  <a:close/>
                  <a:moveTo>
                    <a:pt x="37930" y="33938"/>
                  </a:moveTo>
                  <a:lnTo>
                    <a:pt x="26951" y="33938"/>
                  </a:lnTo>
                  <a:lnTo>
                    <a:pt x="26951" y="26951"/>
                  </a:lnTo>
                  <a:lnTo>
                    <a:pt x="37930" y="26951"/>
                  </a:lnTo>
                  <a:lnTo>
                    <a:pt x="37930" y="33938"/>
                  </a:lnTo>
                  <a:close/>
                  <a:moveTo>
                    <a:pt x="41923" y="33938"/>
                  </a:moveTo>
                  <a:lnTo>
                    <a:pt x="41923" y="26951"/>
                  </a:lnTo>
                  <a:lnTo>
                    <a:pt x="52903" y="26951"/>
                  </a:lnTo>
                  <a:lnTo>
                    <a:pt x="52903" y="33938"/>
                  </a:lnTo>
                  <a:lnTo>
                    <a:pt x="41923" y="33938"/>
                  </a:lnTo>
                  <a:close/>
                  <a:moveTo>
                    <a:pt x="37930" y="45117"/>
                  </a:moveTo>
                  <a:lnTo>
                    <a:pt x="26951" y="46115"/>
                  </a:lnTo>
                  <a:lnTo>
                    <a:pt x="26951" y="37930"/>
                  </a:lnTo>
                  <a:lnTo>
                    <a:pt x="37930" y="37930"/>
                  </a:lnTo>
                  <a:lnTo>
                    <a:pt x="37930" y="45117"/>
                  </a:lnTo>
                  <a:close/>
                  <a:moveTo>
                    <a:pt x="41923" y="37930"/>
                  </a:moveTo>
                  <a:lnTo>
                    <a:pt x="52903" y="37930"/>
                  </a:lnTo>
                  <a:lnTo>
                    <a:pt x="52903" y="43720"/>
                  </a:lnTo>
                  <a:lnTo>
                    <a:pt x="41923" y="44718"/>
                  </a:lnTo>
                  <a:lnTo>
                    <a:pt x="41923" y="37930"/>
                  </a:lnTo>
                  <a:close/>
                  <a:moveTo>
                    <a:pt x="73864" y="47912"/>
                  </a:moveTo>
                  <a:lnTo>
                    <a:pt x="73864" y="9982"/>
                  </a:lnTo>
                  <a:lnTo>
                    <a:pt x="11978" y="9982"/>
                  </a:lnTo>
                  <a:lnTo>
                    <a:pt x="11978" y="8984"/>
                  </a:lnTo>
                  <a:cubicBezTo>
                    <a:pt x="11978" y="3993"/>
                    <a:pt x="7985" y="0"/>
                    <a:pt x="2995" y="0"/>
                  </a:cubicBezTo>
                  <a:cubicBezTo>
                    <a:pt x="1298" y="0"/>
                    <a:pt x="0" y="1298"/>
                    <a:pt x="0" y="2995"/>
                  </a:cubicBezTo>
                  <a:cubicBezTo>
                    <a:pt x="0" y="4691"/>
                    <a:pt x="1298" y="5989"/>
                    <a:pt x="2995" y="5989"/>
                  </a:cubicBezTo>
                  <a:cubicBezTo>
                    <a:pt x="4691" y="5989"/>
                    <a:pt x="5989" y="7287"/>
                    <a:pt x="5989" y="8984"/>
                  </a:cubicBezTo>
                  <a:lnTo>
                    <a:pt x="5989" y="58892"/>
                  </a:lnTo>
                  <a:cubicBezTo>
                    <a:pt x="5989" y="63883"/>
                    <a:pt x="9982" y="67875"/>
                    <a:pt x="14973" y="67875"/>
                  </a:cubicBezTo>
                  <a:lnTo>
                    <a:pt x="17967" y="67875"/>
                  </a:lnTo>
                  <a:lnTo>
                    <a:pt x="61886" y="67875"/>
                  </a:lnTo>
                  <a:lnTo>
                    <a:pt x="70870" y="67875"/>
                  </a:lnTo>
                  <a:cubicBezTo>
                    <a:pt x="72567" y="67875"/>
                    <a:pt x="73864" y="66578"/>
                    <a:pt x="73864" y="64881"/>
                  </a:cubicBezTo>
                  <a:cubicBezTo>
                    <a:pt x="73864" y="63184"/>
                    <a:pt x="72567" y="61886"/>
                    <a:pt x="70870" y="61886"/>
                  </a:cubicBezTo>
                  <a:lnTo>
                    <a:pt x="14973" y="61886"/>
                  </a:lnTo>
                  <a:cubicBezTo>
                    <a:pt x="13276" y="61886"/>
                    <a:pt x="11978" y="60589"/>
                    <a:pt x="11978" y="58892"/>
                  </a:cubicBezTo>
                  <a:lnTo>
                    <a:pt x="11978" y="53402"/>
                  </a:lnTo>
                  <a:lnTo>
                    <a:pt x="73864" y="47912"/>
                  </a:lnTo>
                  <a:close/>
                </a:path>
              </a:pathLst>
            </a:custGeom>
            <a:solidFill>
              <a:srgbClr val="000000">
                <a:alpha val="50000"/>
              </a:srgbClr>
            </a:solidFill>
            <a:ln w="992" cap="flat">
              <a:noFill/>
              <a:prstDash val="solid"/>
              <a:miter/>
            </a:ln>
          </p:spPr>
          <p:txBody>
            <a:bodyPr rtlCol="0" anchor="ctr"/>
            <a:lstStyle/>
            <a:p>
              <a:endParaRPr lang="en-IN"/>
            </a:p>
          </p:txBody>
        </p:sp>
        <p:sp>
          <p:nvSpPr>
            <p:cNvPr id="159" name="Freeform: Shape 158">
              <a:extLst>
                <a:ext uri="{FF2B5EF4-FFF2-40B4-BE49-F238E27FC236}">
                  <a16:creationId xmlns:a16="http://schemas.microsoft.com/office/drawing/2014/main" id="{E4B2C3E8-31A8-DC98-B572-150A5EA565DD}"/>
                </a:ext>
              </a:extLst>
            </p:cNvPr>
            <p:cNvSpPr/>
            <p:nvPr userDrawn="1"/>
          </p:nvSpPr>
          <p:spPr>
            <a:xfrm>
              <a:off x="10768561" y="3478696"/>
              <a:ext cx="179874" cy="238336"/>
            </a:xfrm>
            <a:custGeom>
              <a:avLst/>
              <a:gdLst>
                <a:gd name="connsiteX0" fmla="*/ 42514 w 97782"/>
                <a:gd name="connsiteY0" fmla="*/ 39857 h 90342"/>
                <a:gd name="connsiteX1" fmla="*/ 37200 w 97782"/>
                <a:gd name="connsiteY1" fmla="*/ 34543 h 90342"/>
                <a:gd name="connsiteX2" fmla="*/ 42514 w 97782"/>
                <a:gd name="connsiteY2" fmla="*/ 29228 h 90342"/>
                <a:gd name="connsiteX3" fmla="*/ 47828 w 97782"/>
                <a:gd name="connsiteY3" fmla="*/ 34543 h 90342"/>
                <a:gd name="connsiteX4" fmla="*/ 42514 w 97782"/>
                <a:gd name="connsiteY4" fmla="*/ 39857 h 90342"/>
                <a:gd name="connsiteX5" fmla="*/ 97782 w 97782"/>
                <a:gd name="connsiteY5" fmla="*/ 36535 h 90342"/>
                <a:gd name="connsiteX6" fmla="*/ 26704 w 97782"/>
                <a:gd name="connsiteY6" fmla="*/ 7041 h 90342"/>
                <a:gd name="connsiteX7" fmla="*/ 14481 w 97782"/>
                <a:gd name="connsiteY7" fmla="*/ 36535 h 90342"/>
                <a:gd name="connsiteX8" fmla="*/ 38528 w 97782"/>
                <a:gd name="connsiteY8" fmla="*/ 46633 h 90342"/>
                <a:gd name="connsiteX9" fmla="*/ 38528 w 97782"/>
                <a:gd name="connsiteY9" fmla="*/ 51814 h 90342"/>
                <a:gd name="connsiteX10" fmla="*/ 27900 w 97782"/>
                <a:gd name="connsiteY10" fmla="*/ 62442 h 90342"/>
                <a:gd name="connsiteX11" fmla="*/ 7971 w 97782"/>
                <a:gd name="connsiteY11" fmla="*/ 62442 h 90342"/>
                <a:gd name="connsiteX12" fmla="*/ 7971 w 97782"/>
                <a:gd name="connsiteY12" fmla="*/ 0 h 90342"/>
                <a:gd name="connsiteX13" fmla="*/ 0 w 97782"/>
                <a:gd name="connsiteY13" fmla="*/ 0 h 90342"/>
                <a:gd name="connsiteX14" fmla="*/ 0 w 97782"/>
                <a:gd name="connsiteY14" fmla="*/ 90342 h 90342"/>
                <a:gd name="connsiteX15" fmla="*/ 7971 w 97782"/>
                <a:gd name="connsiteY15" fmla="*/ 90342 h 90342"/>
                <a:gd name="connsiteX16" fmla="*/ 7971 w 97782"/>
                <a:gd name="connsiteY16" fmla="*/ 70414 h 90342"/>
                <a:gd name="connsiteX17" fmla="*/ 27900 w 97782"/>
                <a:gd name="connsiteY17" fmla="*/ 70414 h 90342"/>
                <a:gd name="connsiteX18" fmla="*/ 46500 w 97782"/>
                <a:gd name="connsiteY18" fmla="*/ 51814 h 90342"/>
                <a:gd name="connsiteX19" fmla="*/ 46500 w 97782"/>
                <a:gd name="connsiteY19" fmla="*/ 49821 h 90342"/>
                <a:gd name="connsiteX20" fmla="*/ 69085 w 97782"/>
                <a:gd name="connsiteY20" fmla="*/ 59121 h 90342"/>
                <a:gd name="connsiteX21" fmla="*/ 97782 w 97782"/>
                <a:gd name="connsiteY21" fmla="*/ 36535 h 9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782" h="90342">
                  <a:moveTo>
                    <a:pt x="42514" y="39857"/>
                  </a:moveTo>
                  <a:cubicBezTo>
                    <a:pt x="39591" y="39857"/>
                    <a:pt x="37200" y="37465"/>
                    <a:pt x="37200" y="34543"/>
                  </a:cubicBezTo>
                  <a:cubicBezTo>
                    <a:pt x="37200" y="31620"/>
                    <a:pt x="39591" y="29228"/>
                    <a:pt x="42514" y="29228"/>
                  </a:cubicBezTo>
                  <a:cubicBezTo>
                    <a:pt x="45437" y="29228"/>
                    <a:pt x="47828" y="31620"/>
                    <a:pt x="47828" y="34543"/>
                  </a:cubicBezTo>
                  <a:cubicBezTo>
                    <a:pt x="47828" y="37465"/>
                    <a:pt x="45437" y="39857"/>
                    <a:pt x="42514" y="39857"/>
                  </a:cubicBezTo>
                  <a:close/>
                  <a:moveTo>
                    <a:pt x="97782" y="36535"/>
                  </a:moveTo>
                  <a:lnTo>
                    <a:pt x="26704" y="7041"/>
                  </a:lnTo>
                  <a:lnTo>
                    <a:pt x="14481" y="36535"/>
                  </a:lnTo>
                  <a:lnTo>
                    <a:pt x="38528" y="46633"/>
                  </a:lnTo>
                  <a:lnTo>
                    <a:pt x="38528" y="51814"/>
                  </a:lnTo>
                  <a:cubicBezTo>
                    <a:pt x="38528" y="57660"/>
                    <a:pt x="33745" y="62442"/>
                    <a:pt x="27900" y="62442"/>
                  </a:cubicBezTo>
                  <a:lnTo>
                    <a:pt x="7971" y="62442"/>
                  </a:lnTo>
                  <a:lnTo>
                    <a:pt x="7971" y="0"/>
                  </a:lnTo>
                  <a:lnTo>
                    <a:pt x="0" y="0"/>
                  </a:lnTo>
                  <a:lnTo>
                    <a:pt x="0" y="90342"/>
                  </a:lnTo>
                  <a:lnTo>
                    <a:pt x="7971" y="90342"/>
                  </a:lnTo>
                  <a:lnTo>
                    <a:pt x="7971" y="70414"/>
                  </a:lnTo>
                  <a:lnTo>
                    <a:pt x="27900" y="70414"/>
                  </a:lnTo>
                  <a:cubicBezTo>
                    <a:pt x="38130" y="70414"/>
                    <a:pt x="46500" y="62044"/>
                    <a:pt x="46500" y="51814"/>
                  </a:cubicBezTo>
                  <a:lnTo>
                    <a:pt x="46500" y="49821"/>
                  </a:lnTo>
                  <a:lnTo>
                    <a:pt x="69085" y="59121"/>
                  </a:lnTo>
                  <a:lnTo>
                    <a:pt x="97782" y="36535"/>
                  </a:lnTo>
                  <a:close/>
                </a:path>
              </a:pathLst>
            </a:custGeom>
            <a:solidFill>
              <a:srgbClr val="000000">
                <a:alpha val="50000"/>
              </a:srgbClr>
            </a:solidFill>
            <a:ln w="1290" cap="flat">
              <a:noFill/>
              <a:prstDash val="solid"/>
              <a:miter/>
            </a:ln>
          </p:spPr>
          <p:txBody>
            <a:bodyPr rtlCol="0" anchor="ctr"/>
            <a:lstStyle/>
            <a:p>
              <a:endParaRPr lang="en-IN"/>
            </a:p>
          </p:txBody>
        </p:sp>
      </p:grpSp>
      <p:sp>
        <p:nvSpPr>
          <p:cNvPr id="170" name="Rectangle 169">
            <a:extLst>
              <a:ext uri="{FF2B5EF4-FFF2-40B4-BE49-F238E27FC236}">
                <a16:creationId xmlns:a16="http://schemas.microsoft.com/office/drawing/2014/main" id="{F51EDFED-409C-11A7-40C9-90FC5D829E0E}"/>
              </a:ext>
            </a:extLst>
          </p:cNvPr>
          <p:cNvSpPr/>
          <p:nvPr userDrawn="1"/>
        </p:nvSpPr>
        <p:spPr>
          <a:xfrm>
            <a:off x="0" y="2672179"/>
            <a:ext cx="12192000" cy="1669002"/>
          </a:xfrm>
          <a:prstGeom prst="rect">
            <a:avLst/>
          </a:prstGeom>
          <a:solidFill>
            <a:schemeClr val="tx1">
              <a:lumMod val="95000"/>
              <a:lumOff val="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1" name="Title 1">
            <a:extLst>
              <a:ext uri="{FF2B5EF4-FFF2-40B4-BE49-F238E27FC236}">
                <a16:creationId xmlns:a16="http://schemas.microsoft.com/office/drawing/2014/main" id="{176823AD-C376-73C4-C702-78A6FA3382DB}"/>
              </a:ext>
            </a:extLst>
          </p:cNvPr>
          <p:cNvSpPr>
            <a:spLocks noGrp="1"/>
          </p:cNvSpPr>
          <p:nvPr>
            <p:ph type="title"/>
          </p:nvPr>
        </p:nvSpPr>
        <p:spPr>
          <a:xfrm>
            <a:off x="114463" y="2766601"/>
            <a:ext cx="7772400" cy="1463040"/>
          </a:xfrm>
          <a:ln>
            <a:noFill/>
          </a:ln>
          <a:effectLst>
            <a:outerShdw blurRad="50800" dist="50800" dir="5400000" algn="ctr" rotWithShape="0">
              <a:schemeClr val="tx1"/>
            </a:outerShdw>
          </a:effectLst>
        </p:spPr>
        <p:txBody>
          <a:bodyPr anchor="ctr">
            <a:normAutofit/>
          </a:bodyPr>
          <a:lstStyle>
            <a:lvl1pPr algn="r">
              <a:defRPr sz="5000" b="0" spc="200" baseline="0">
                <a:solidFill>
                  <a:schemeClr val="bg1"/>
                </a:solidFill>
              </a:defRPr>
            </a:lvl1pPr>
          </a:lstStyle>
          <a:p>
            <a:r>
              <a:rPr lang="en-US" dirty="0"/>
              <a:t>Click to edit Master title style</a:t>
            </a:r>
          </a:p>
        </p:txBody>
      </p:sp>
      <p:sp>
        <p:nvSpPr>
          <p:cNvPr id="172" name="Text Placeholder 2">
            <a:extLst>
              <a:ext uri="{FF2B5EF4-FFF2-40B4-BE49-F238E27FC236}">
                <a16:creationId xmlns:a16="http://schemas.microsoft.com/office/drawing/2014/main" id="{AE5BA96E-B011-FA61-0879-4229466B3A4D}"/>
              </a:ext>
            </a:extLst>
          </p:cNvPr>
          <p:cNvSpPr>
            <a:spLocks noGrp="1"/>
          </p:cNvSpPr>
          <p:nvPr>
            <p:ph type="body" idx="1"/>
          </p:nvPr>
        </p:nvSpPr>
        <p:spPr>
          <a:xfrm>
            <a:off x="8267863" y="2766601"/>
            <a:ext cx="3200400" cy="1463040"/>
          </a:xfrm>
          <a:effectLst>
            <a:outerShdw blurRad="50800" dist="50800" dir="5400000" algn="ctr" rotWithShape="0">
              <a:schemeClr val="tx1"/>
            </a:outerShdw>
          </a:effectLst>
        </p:spPr>
        <p:txBody>
          <a:bodyPr lIns="91440" rIns="91440" anchor="ctr">
            <a:normAutofit/>
          </a:bodyPr>
          <a:lstStyle>
            <a:lvl1pPr marL="0" indent="0">
              <a:lnSpc>
                <a:spcPct val="100000"/>
              </a:lnSpc>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73" name="Slide Number Placeholder 5">
            <a:extLst>
              <a:ext uri="{FF2B5EF4-FFF2-40B4-BE49-F238E27FC236}">
                <a16:creationId xmlns:a16="http://schemas.microsoft.com/office/drawing/2014/main" id="{90AD4056-FC4B-CF35-5BF8-62712EA0F661}"/>
              </a:ext>
            </a:extLst>
          </p:cNvPr>
          <p:cNvSpPr>
            <a:spLocks noGrp="1"/>
          </p:cNvSpPr>
          <p:nvPr>
            <p:ph type="sldNum" sz="quarter" idx="12"/>
          </p:nvPr>
        </p:nvSpPr>
        <p:spPr>
          <a:xfrm>
            <a:off x="10837333" y="6470704"/>
            <a:ext cx="973667" cy="387294"/>
          </a:xfrm>
          <a:prstGeom prst="rect">
            <a:avLst/>
          </a:prstGeom>
        </p:spPr>
        <p:txBody>
          <a:bodyPr anchor="ctr"/>
          <a:lstStyle>
            <a:lvl1pPr algn="ctr">
              <a:defRPr sz="1200">
                <a:solidFill>
                  <a:schemeClr val="bg1">
                    <a:lumMod val="50000"/>
                  </a:schemeClr>
                </a:solidFill>
                <a:latin typeface="Calibri" panose="020F0502020204030204" pitchFamily="34" charset="0"/>
                <a:cs typeface="Calibri" panose="020F0502020204030204" pitchFamily="34" charset="0"/>
              </a:defRPr>
            </a:lvl1pPr>
          </a:lstStyle>
          <a:p>
            <a:fld id="{4FAB73BC-B049-4115-A692-8D63A059BFB8}" type="slidenum">
              <a:rPr lang="en-US" smtClean="0"/>
              <a:pPr/>
              <a:t>‹#›</a:t>
            </a:fld>
            <a:endParaRPr lang="en-US" dirty="0"/>
          </a:p>
        </p:txBody>
      </p:sp>
      <p:cxnSp>
        <p:nvCxnSpPr>
          <p:cNvPr id="174" name="Straight Connector 173">
            <a:extLst>
              <a:ext uri="{FF2B5EF4-FFF2-40B4-BE49-F238E27FC236}">
                <a16:creationId xmlns:a16="http://schemas.microsoft.com/office/drawing/2014/main" id="{44674DB1-FC48-944A-5117-23E48F4DCB94}"/>
              </a:ext>
            </a:extLst>
          </p:cNvPr>
          <p:cNvCxnSpPr/>
          <p:nvPr userDrawn="1"/>
        </p:nvCxnSpPr>
        <p:spPr>
          <a:xfrm flipV="1">
            <a:off x="8044106" y="3070570"/>
            <a:ext cx="0" cy="914400"/>
          </a:xfrm>
          <a:prstGeom prst="line">
            <a:avLst/>
          </a:prstGeom>
          <a:ln w="19050">
            <a:solidFill>
              <a:schemeClr val="bg1"/>
            </a:solidFill>
          </a:ln>
          <a:effectLst>
            <a:outerShdw blurRad="50800" dist="50800" dir="5400000" algn="ctr" rotWithShape="0">
              <a:schemeClr val="tx1"/>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10837333" y="6470704"/>
            <a:ext cx="973667" cy="387294"/>
          </a:xfrm>
          <a:prstGeom prst="rect">
            <a:avLst/>
          </a:prstGeom>
        </p:spPr>
        <p:txBody>
          <a:bodyPr anchor="ctr"/>
          <a:lstStyle>
            <a:lvl1pPr algn="ctr">
              <a:defRPr sz="1200">
                <a:solidFill>
                  <a:schemeClr val="bg1">
                    <a:lumMod val="50000"/>
                  </a:schemeClr>
                </a:solidFill>
                <a:latin typeface="Calibri" panose="020F0502020204030204" pitchFamily="34" charset="0"/>
                <a:cs typeface="Calibri" panose="020F0502020204030204" pitchFamily="34" charset="0"/>
              </a:defRPr>
            </a:lvl1pPr>
          </a:lstStyle>
          <a:p>
            <a:fld id="{4FAB73BC-B049-4115-A692-8D63A059BFB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hasCustomPrompt="1"/>
          </p:nvPr>
        </p:nvSpPr>
        <p:spPr>
          <a:xfrm>
            <a:off x="204186" y="0"/>
            <a:ext cx="10138296" cy="504543"/>
          </a:xfrm>
        </p:spPr>
        <p:txBody>
          <a:bodyPr>
            <a:normAutofit/>
          </a:bodyPr>
          <a:lstStyle>
            <a:lvl1pPr>
              <a:defRPr sz="2400"/>
            </a:lvl1pPr>
          </a:lstStyle>
          <a:p>
            <a:r>
              <a:rPr lang="en-US" dirty="0"/>
              <a:t>Click to edit the Master title style</a:t>
            </a:r>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a:xfrm>
            <a:off x="10837333" y="6470704"/>
            <a:ext cx="973667" cy="387294"/>
          </a:xfrm>
          <a:prstGeom prst="rect">
            <a:avLst/>
          </a:prstGeom>
        </p:spPr>
        <p:txBody>
          <a:bodyPr anchor="ctr"/>
          <a:lstStyle>
            <a:lvl1pPr algn="ctr">
              <a:defRPr sz="1200">
                <a:solidFill>
                  <a:schemeClr val="bg1">
                    <a:lumMod val="50000"/>
                  </a:schemeClr>
                </a:solidFill>
                <a:latin typeface="Calibri" panose="020F0502020204030204" pitchFamily="34" charset="0"/>
                <a:cs typeface="Calibri" panose="020F0502020204030204" pitchFamily="34" charset="0"/>
              </a:defRPr>
            </a:lvl1pPr>
          </a:lstStyle>
          <a:p>
            <a:fld id="{4FAB73BC-B049-4115-A692-8D63A059BFB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05200" y="0"/>
            <a:ext cx="10218195" cy="504543"/>
          </a:xfrm>
        </p:spPr>
        <p:txBody>
          <a:bodyPr>
            <a:normAutofit/>
          </a:bodyPr>
          <a:lstStyle>
            <a:lvl1pPr>
              <a:defRPr sz="2400"/>
            </a:lvl1pPr>
          </a:lstStyle>
          <a:p>
            <a:r>
              <a:rPr lang="en-US" dirty="0"/>
              <a:t>Click to edit Master title style</a:t>
            </a:r>
          </a:p>
        </p:txBody>
      </p:sp>
      <p:sp>
        <p:nvSpPr>
          <p:cNvPr id="5" name="Slide Number Placeholder 4"/>
          <p:cNvSpPr>
            <a:spLocks noGrp="1"/>
          </p:cNvSpPr>
          <p:nvPr>
            <p:ph type="sldNum" sz="quarter" idx="12"/>
          </p:nvPr>
        </p:nvSpPr>
        <p:spPr>
          <a:xfrm>
            <a:off x="10837333" y="6470704"/>
            <a:ext cx="973667" cy="387294"/>
          </a:xfrm>
          <a:prstGeom prst="rect">
            <a:avLst/>
          </a:prstGeom>
        </p:spPr>
        <p:txBody>
          <a:bodyPr anchor="ctr"/>
          <a:lstStyle>
            <a:lvl1pPr algn="ctr">
              <a:defRPr sz="1200">
                <a:solidFill>
                  <a:schemeClr val="bg1">
                    <a:lumMod val="50000"/>
                  </a:schemeClr>
                </a:solidFill>
                <a:latin typeface="Calibri" panose="020F0502020204030204" pitchFamily="34" charset="0"/>
                <a:cs typeface="Calibri" panose="020F0502020204030204" pitchFamily="34" charset="0"/>
              </a:defRPr>
            </a:lvl1pPr>
          </a:lstStyle>
          <a:p>
            <a:fld id="{4FAB73BC-B049-4115-A692-8D63A059BFB8}"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837333" y="6470704"/>
            <a:ext cx="973667" cy="387294"/>
          </a:xfrm>
          <a:prstGeom prst="rect">
            <a:avLst/>
          </a:prstGeom>
        </p:spPr>
        <p:txBody>
          <a:bodyPr anchor="ctr"/>
          <a:lstStyle>
            <a:lvl1pPr algn="ctr">
              <a:defRPr sz="1200">
                <a:solidFill>
                  <a:schemeClr val="bg1">
                    <a:lumMod val="50000"/>
                  </a:schemeClr>
                </a:solidFill>
                <a:latin typeface="Calibri" panose="020F0502020204030204" pitchFamily="34" charset="0"/>
                <a:cs typeface="Calibri" panose="020F0502020204030204" pitchFamily="34" charset="0"/>
              </a:defRPr>
            </a:lvl1pPr>
          </a:lstStyle>
          <a:p>
            <a:fld id="{4FAB73BC-B049-4115-A692-8D63A059BFB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dirty="0"/>
              <a:t>Click to edit Master title style</a:t>
            </a:r>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a:xfrm>
            <a:off x="10837333" y="6470704"/>
            <a:ext cx="973667" cy="387294"/>
          </a:xfrm>
          <a:prstGeom prst="rect">
            <a:avLst/>
          </a:prstGeom>
        </p:spPr>
        <p:txBody>
          <a:bodyPr anchor="ctr"/>
          <a:lstStyle>
            <a:lvl1pPr>
              <a:defRPr lang="en-US" sz="1200" smtClean="0">
                <a:solidFill>
                  <a:schemeClr val="bg1">
                    <a:lumMod val="50000"/>
                  </a:schemeClr>
                </a:solidFill>
                <a:latin typeface="Calibri" panose="020F0502020204030204" pitchFamily="34" charset="0"/>
                <a:cs typeface="Calibri" panose="020F0502020204030204" pitchFamily="34" charset="0"/>
              </a:defRPr>
            </a:lvl1pPr>
          </a:lstStyle>
          <a:p>
            <a:pPr algn="ctr"/>
            <a:fld id="{4FAB73BC-B049-4115-A692-8D63A059BFB8}" type="slidenum">
              <a:rPr lang="en-IN" smtClean="0"/>
              <a:pPr algn="ct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a:xfrm>
            <a:off x="10837333" y="6470704"/>
            <a:ext cx="973667" cy="387294"/>
          </a:xfrm>
          <a:prstGeom prst="rect">
            <a:avLst/>
          </a:prstGeom>
        </p:spPr>
        <p:txBody>
          <a:bodyPr anchor="ctr"/>
          <a:lstStyle>
            <a:lvl1pPr>
              <a:defRPr lang="en-US" sz="1200" smtClean="0">
                <a:solidFill>
                  <a:schemeClr val="bg1">
                    <a:lumMod val="50000"/>
                  </a:schemeClr>
                </a:solidFill>
                <a:latin typeface="Calibri" panose="020F0502020204030204" pitchFamily="34" charset="0"/>
                <a:cs typeface="Calibri" panose="020F0502020204030204" pitchFamily="34" charset="0"/>
              </a:defRPr>
            </a:lvl1pPr>
          </a:lstStyle>
          <a:p>
            <a:pPr algn="ctr"/>
            <a:fld id="{867E5644-1E61-4311-A31E-84CB9C7AA8A9}" type="slidenum">
              <a:rPr lang="en-IN" smtClean="0"/>
              <a:pPr algn="ctr"/>
              <a:t>‹#›</a:t>
            </a:fld>
            <a:endParaRPr lang="en-IN"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0837333" y="6470704"/>
            <a:ext cx="973667" cy="387294"/>
          </a:xfrm>
          <a:prstGeom prst="rect">
            <a:avLst/>
          </a:prstGeom>
        </p:spPr>
        <p:txBody>
          <a:bodyPr anchor="ctr"/>
          <a:lstStyle>
            <a:lvl1pPr algn="ctr">
              <a:defRPr sz="1200">
                <a:solidFill>
                  <a:schemeClr val="bg1">
                    <a:lumMod val="50000"/>
                  </a:schemeClr>
                </a:solidFill>
                <a:latin typeface="Calibri" panose="020F0502020204030204" pitchFamily="34" charset="0"/>
                <a:cs typeface="Calibri" panose="020F0502020204030204" pitchFamily="34" charset="0"/>
              </a:defRPr>
            </a:lvl1pPr>
          </a:lstStyle>
          <a:p>
            <a:fld id="{4FAB73BC-B049-4115-A692-8D63A059BFB8}"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2"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0837333" y="6470704"/>
            <a:ext cx="973667" cy="387294"/>
          </a:xfrm>
          <a:prstGeom prst="rect">
            <a:avLst/>
          </a:prstGeom>
        </p:spPr>
        <p:txBody>
          <a:bodyPr anchor="ctr"/>
          <a:lstStyle>
            <a:lvl1pPr algn="ctr">
              <a:defRPr sz="1200">
                <a:solidFill>
                  <a:schemeClr val="bg1">
                    <a:lumMod val="50000"/>
                  </a:schemeClr>
                </a:solidFill>
                <a:latin typeface="Calibri" panose="020F0502020204030204" pitchFamily="34" charset="0"/>
                <a:cs typeface="Calibri" panose="020F0502020204030204" pitchFamily="34" charset="0"/>
              </a:defRPr>
            </a:lvl1pPr>
          </a:lstStyle>
          <a:p>
            <a:fld id="{4FAB73BC-B049-4115-A692-8D63A059BFB8}" type="slidenum">
              <a:rPr lang="en-US" smtClean="0"/>
              <a:pPr/>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5200" y="0"/>
            <a:ext cx="10342483" cy="504543"/>
          </a:xfrm>
          <a:prstGeom prst="rect">
            <a:avLst/>
          </a:prstGeom>
        </p:spPr>
        <p:txBody>
          <a:bodyPr vert="horz" lIns="91440" tIns="45720" rIns="91440" bIns="45720" rtlCol="0" anchor="ctr">
            <a:normAutofit/>
          </a:bodyPr>
          <a:lstStyle/>
          <a:p>
            <a:r>
              <a:rPr lang="en-US" dirty="0"/>
              <a:t>Title</a:t>
            </a:r>
          </a:p>
        </p:txBody>
      </p:sp>
      <p:sp>
        <p:nvSpPr>
          <p:cNvPr id="3" name="Text Placeholder 2"/>
          <p:cNvSpPr>
            <a:spLocks noGrp="1"/>
          </p:cNvSpPr>
          <p:nvPr>
            <p:ph type="body" idx="1"/>
          </p:nvPr>
        </p:nvSpPr>
        <p:spPr>
          <a:xfrm>
            <a:off x="190501" y="733425"/>
            <a:ext cx="11781988" cy="4023360"/>
          </a:xfrm>
          <a:prstGeom prst="rect">
            <a:avLst/>
          </a:prstGeom>
        </p:spPr>
        <p:txBody>
          <a:bodyPr vert="horz" lIns="45720" tIns="45720" rIns="4572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CF68E956-7B50-41E2-A0B7-70F4307C459C}"/>
              </a:ext>
            </a:extLst>
          </p:cNvPr>
          <p:cNvCxnSpPr>
            <a:cxnSpLocks/>
          </p:cNvCxnSpPr>
          <p:nvPr userDrawn="1"/>
        </p:nvCxnSpPr>
        <p:spPr>
          <a:xfrm>
            <a:off x="-7864" y="504543"/>
            <a:ext cx="6098400" cy="0"/>
          </a:xfrm>
          <a:prstGeom prst="line">
            <a:avLst/>
          </a:prstGeom>
          <a:ln w="28575">
            <a:solidFill>
              <a:srgbClr val="1589CB"/>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DFEE6713-D960-45E4-93B8-925ABBBA6EAD}"/>
              </a:ext>
            </a:extLst>
          </p:cNvPr>
          <p:cNvCxnSpPr>
            <a:cxnSpLocks/>
          </p:cNvCxnSpPr>
          <p:nvPr userDrawn="1"/>
        </p:nvCxnSpPr>
        <p:spPr>
          <a:xfrm>
            <a:off x="6085640" y="504543"/>
            <a:ext cx="6098400" cy="0"/>
          </a:xfrm>
          <a:prstGeom prst="line">
            <a:avLst/>
          </a:prstGeom>
          <a:ln w="28575">
            <a:solidFill>
              <a:srgbClr val="CA7C42"/>
            </a:solidFill>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4F02F419-D86F-40F8-96CB-1B6D67B8F2ED}"/>
              </a:ext>
            </a:extLst>
          </p:cNvPr>
          <p:cNvCxnSpPr>
            <a:cxnSpLocks/>
          </p:cNvCxnSpPr>
          <p:nvPr userDrawn="1"/>
        </p:nvCxnSpPr>
        <p:spPr>
          <a:xfrm>
            <a:off x="6087703" y="6470699"/>
            <a:ext cx="6098400" cy="0"/>
          </a:xfrm>
          <a:prstGeom prst="line">
            <a:avLst/>
          </a:prstGeom>
          <a:ln w="28575">
            <a:solidFill>
              <a:srgbClr val="1589CB"/>
            </a:solidFill>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0164151F-EAF1-4B1E-A422-533BA2868658}"/>
              </a:ext>
            </a:extLst>
          </p:cNvPr>
          <p:cNvCxnSpPr>
            <a:cxnSpLocks/>
          </p:cNvCxnSpPr>
          <p:nvPr userDrawn="1"/>
        </p:nvCxnSpPr>
        <p:spPr>
          <a:xfrm>
            <a:off x="-6857" y="6470699"/>
            <a:ext cx="6098400" cy="0"/>
          </a:xfrm>
          <a:prstGeom prst="line">
            <a:avLst/>
          </a:prstGeom>
          <a:ln w="28575">
            <a:solidFill>
              <a:srgbClr val="CA7C42"/>
            </a:solidFill>
          </a:ln>
        </p:spPr>
        <p:style>
          <a:lnRef idx="1">
            <a:schemeClr val="dk1"/>
          </a:lnRef>
          <a:fillRef idx="0">
            <a:schemeClr val="dk1"/>
          </a:fillRef>
          <a:effectRef idx="0">
            <a:schemeClr val="dk1"/>
          </a:effectRef>
          <a:fontRef idx="minor">
            <a:schemeClr val="tx1"/>
          </a:fontRef>
        </p:style>
      </p:cxnSp>
      <p:sp>
        <p:nvSpPr>
          <p:cNvPr id="23" name="Slide Number Placeholder 2">
            <a:extLst>
              <a:ext uri="{FF2B5EF4-FFF2-40B4-BE49-F238E27FC236}">
                <a16:creationId xmlns:a16="http://schemas.microsoft.com/office/drawing/2014/main" id="{BFF81490-CD79-406D-941C-ABEB87A78C9F}"/>
              </a:ext>
            </a:extLst>
          </p:cNvPr>
          <p:cNvSpPr>
            <a:spLocks noGrp="1"/>
          </p:cNvSpPr>
          <p:nvPr>
            <p:ph type="sldNum" sz="quarter" idx="4"/>
          </p:nvPr>
        </p:nvSpPr>
        <p:spPr>
          <a:xfrm>
            <a:off x="11070415" y="6542420"/>
            <a:ext cx="973667" cy="279720"/>
          </a:xfrm>
          <a:prstGeom prst="rect">
            <a:avLst/>
          </a:prstGeom>
        </p:spPr>
        <p:txBody>
          <a:bodyPr/>
          <a:lstStyle/>
          <a:p>
            <a:pPr algn="r"/>
            <a:fld id="{4FAB73BC-B049-4115-A692-8D63A059BFB8}" type="slidenum">
              <a:rPr lang="en-US" sz="1200" smtClean="0">
                <a:solidFill>
                  <a:schemeClr val="bg1">
                    <a:lumMod val="50000"/>
                  </a:schemeClr>
                </a:solidFill>
                <a:latin typeface="Calibri" panose="020F0502020204030204" pitchFamily="34" charset="0"/>
                <a:cs typeface="Calibri" panose="020F0502020204030204" pitchFamily="34" charset="0"/>
              </a:rPr>
              <a:pPr algn="r"/>
              <a:t>‹#›</a:t>
            </a:fld>
            <a:endParaRPr lang="en-US" sz="1200" dirty="0">
              <a:solidFill>
                <a:schemeClr val="bg1">
                  <a:lumMod val="50000"/>
                </a:schemeClr>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5A28B7BC-F2B7-E997-8054-8792C987BDF3}"/>
              </a:ext>
            </a:extLst>
          </p:cNvPr>
          <p:cNvSpPr txBox="1"/>
          <p:nvPr userDrawn="1"/>
        </p:nvSpPr>
        <p:spPr>
          <a:xfrm>
            <a:off x="10359" y="6541723"/>
            <a:ext cx="2618541" cy="279719"/>
          </a:xfrm>
          <a:prstGeom prst="rect">
            <a:avLst/>
          </a:prstGeom>
          <a:noFill/>
        </p:spPr>
        <p:txBody>
          <a:bodyPr wrap="square">
            <a:spAutoFit/>
          </a:bodyPr>
          <a:lstStyle/>
          <a:p>
            <a:r>
              <a:rPr lang="en-US" sz="1200" kern="1200" dirty="0">
                <a:solidFill>
                  <a:schemeClr val="bg1">
                    <a:lumMod val="50000"/>
                  </a:schemeClr>
                </a:solidFill>
                <a:latin typeface="Calibri" panose="020F0502020204030204" pitchFamily="34" charset="0"/>
                <a:ea typeface="+mn-ea"/>
                <a:cs typeface="Calibri" panose="020F0502020204030204" pitchFamily="34" charset="0"/>
              </a:rPr>
              <a:t>© 2021 AdiInfi, All Rights Reserved. </a:t>
            </a:r>
            <a:endParaRPr lang="en-US" sz="1200" dirty="0">
              <a:solidFill>
                <a:schemeClr val="bg1">
                  <a:lumMod val="50000"/>
                </a:schemeClr>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C280E1DB-E801-FC69-E842-8060B2422B1F}"/>
              </a:ext>
            </a:extLst>
          </p:cNvPr>
          <p:cNvSpPr txBox="1"/>
          <p:nvPr userDrawn="1"/>
        </p:nvSpPr>
        <p:spPr>
          <a:xfrm>
            <a:off x="4807744" y="6499735"/>
            <a:ext cx="3078956" cy="338554"/>
          </a:xfrm>
          <a:prstGeom prst="rect">
            <a:avLst/>
          </a:prstGeom>
          <a:noFill/>
        </p:spPr>
        <p:txBody>
          <a:bodyPr wrap="square">
            <a:spAutoFit/>
          </a:bodyPr>
          <a:lstStyle/>
          <a:p>
            <a:r>
              <a:rPr lang="en-US" sz="1600" dirty="0">
                <a:solidFill>
                  <a:schemeClr val="bg1">
                    <a:lumMod val="50000"/>
                  </a:schemeClr>
                </a:solidFill>
                <a:latin typeface="Calibri" panose="020F0502020204030204" pitchFamily="34" charset="0"/>
                <a:cs typeface="Calibri" panose="020F0502020204030204" pitchFamily="34" charset="0"/>
              </a:rPr>
              <a:t>Connecting to the digital world</a:t>
            </a:r>
            <a:endParaRPr lang="en-IN" sz="1600" dirty="0"/>
          </a:p>
        </p:txBody>
      </p:sp>
      <p:pic>
        <p:nvPicPr>
          <p:cNvPr id="4" name="Picture 3">
            <a:extLst>
              <a:ext uri="{FF2B5EF4-FFF2-40B4-BE49-F238E27FC236}">
                <a16:creationId xmlns:a16="http://schemas.microsoft.com/office/drawing/2014/main" id="{5DFADB15-BE46-7816-817C-A52BED368623}"/>
              </a:ext>
            </a:extLst>
          </p:cNvPr>
          <p:cNvPicPr>
            <a:picLocks noChangeAspect="1"/>
          </p:cNvPicPr>
          <p:nvPr userDrawn="1"/>
        </p:nvPicPr>
        <p:blipFill>
          <a:blip r:embed="rId13"/>
          <a:stretch>
            <a:fillRect/>
          </a:stretch>
        </p:blipFill>
        <p:spPr>
          <a:xfrm>
            <a:off x="10776836" y="27708"/>
            <a:ext cx="1358766" cy="45474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hdr="0" ftr="0" dt="0"/>
  <p:txStyles>
    <p:titleStyle>
      <a:lvl1pPr algn="l" defTabSz="914400" rtl="0" eaLnBrk="1" latinLnBrk="0" hangingPunct="1">
        <a:lnSpc>
          <a:spcPct val="80000"/>
        </a:lnSpc>
        <a:spcBef>
          <a:spcPct val="0"/>
        </a:spcBef>
        <a:buNone/>
        <a:defRPr sz="2800" kern="1200" cap="none" spc="100" baseline="0">
          <a:solidFill>
            <a:schemeClr val="tx1">
              <a:lumMod val="95000"/>
              <a:lumOff val="5000"/>
            </a:schemeClr>
          </a:solidFill>
          <a:latin typeface="Calibri" panose="020F0502020204030204" pitchFamily="34" charset="0"/>
          <a:ea typeface="+mj-ea"/>
          <a:cs typeface="Calibri" panose="020F0502020204030204" pitchFamily="34" charset="0"/>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Calibri" panose="020F0502020204030204" pitchFamily="34" charset="0"/>
          <a:ea typeface="+mn-ea"/>
          <a:cs typeface="Calibri" panose="020F0502020204030204" pitchFamily="34" charset="0"/>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Calibri" panose="020F0502020204030204" pitchFamily="34" charset="0"/>
          <a:ea typeface="+mn-ea"/>
          <a:cs typeface="Calibri" panose="020F0502020204030204" pitchFamily="34" charset="0"/>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Calibri" panose="020F0502020204030204" pitchFamily="34" charset="0"/>
          <a:ea typeface="+mn-ea"/>
          <a:cs typeface="Calibri" panose="020F0502020204030204" pitchFamily="34" charset="0"/>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Calibri" panose="020F0502020204030204" pitchFamily="34" charset="0"/>
          <a:ea typeface="+mn-ea"/>
          <a:cs typeface="Calibri" panose="020F0502020204030204" pitchFamily="34" charset="0"/>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Calibri" panose="020F0502020204030204" pitchFamily="34" charset="0"/>
          <a:ea typeface="+mn-ea"/>
          <a:cs typeface="Calibri" panose="020F0502020204030204" pitchFamily="34" charset="0"/>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sv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sv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notesSlide" Target="../notesSlides/notesSlide4.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svg"/><Relationship Id="rId10" Type="http://schemas.openxmlformats.org/officeDocument/2006/relationships/image" Target="../media/image12.svg"/><Relationship Id="rId19" Type="http://schemas.openxmlformats.org/officeDocument/2006/relationships/image" Target="../media/image21.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jpe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7.xml"/><Relationship Id="rId4" Type="http://schemas.openxmlformats.org/officeDocument/2006/relationships/hyperlink" Target="http://www.adiinfi.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01934FEE-5A39-4C60-ADAD-A3C170382E03}"/>
              </a:ext>
            </a:extLst>
          </p:cNvPr>
          <p:cNvSpPr>
            <a:spLocks noGrp="1"/>
          </p:cNvSpPr>
          <p:nvPr>
            <p:ph type="subTitle" idx="4294967295"/>
          </p:nvPr>
        </p:nvSpPr>
        <p:spPr>
          <a:xfrm>
            <a:off x="3955677" y="4928908"/>
            <a:ext cx="6333632" cy="1019310"/>
          </a:xfrm>
        </p:spPr>
        <p:txBody>
          <a:bodyPr/>
          <a:lstStyle/>
          <a:p>
            <a:r>
              <a:rPr lang="en-US" b="0" i="0" dirty="0">
                <a:solidFill>
                  <a:schemeClr val="bg1"/>
                </a:solidFill>
                <a:effectLst/>
                <a:latin typeface="Roboto" panose="02000000000000000000" pitchFamily="2" charset="0"/>
                <a:ea typeface="Roboto" panose="02000000000000000000" pitchFamily="2" charset="0"/>
                <a:cs typeface="Roboto" panose="02000000000000000000" pitchFamily="2" charset="0"/>
              </a:rPr>
              <a:t>AdiInfi 2023: A Year of Innovation, Trust, and Shared Successes 🚀</a:t>
            </a:r>
            <a:endParaRPr lang="en-IN"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 name="Subtitle 2">
            <a:extLst>
              <a:ext uri="{FF2B5EF4-FFF2-40B4-BE49-F238E27FC236}">
                <a16:creationId xmlns:a16="http://schemas.microsoft.com/office/drawing/2014/main" id="{BDA976D0-55EA-5BB9-6AAA-F07A99F72FCC}"/>
              </a:ext>
            </a:extLst>
          </p:cNvPr>
          <p:cNvSpPr txBox="1">
            <a:spLocks/>
          </p:cNvSpPr>
          <p:nvPr/>
        </p:nvSpPr>
        <p:spPr>
          <a:xfrm>
            <a:off x="10613292" y="4945631"/>
            <a:ext cx="1377918" cy="5148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pPr algn="r"/>
            <a:r>
              <a:rPr lang="en-US" sz="1200" dirty="0">
                <a:solidFill>
                  <a:schemeClr val="bg1">
                    <a:lumMod val="75000"/>
                  </a:schemeClr>
                </a:solidFill>
              </a:rPr>
              <a:t>Date: 30/12/2023 </a:t>
            </a:r>
          </a:p>
        </p:txBody>
      </p:sp>
    </p:spTree>
    <p:extLst>
      <p:ext uri="{BB962C8B-B14F-4D97-AF65-F5344CB8AC3E}">
        <p14:creationId xmlns:p14="http://schemas.microsoft.com/office/powerpoint/2010/main" val="2670966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EEB7A0-22F4-44B2-8E8E-C82A27F783FA}"/>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
        <p:nvSpPr>
          <p:cNvPr id="5" name="Title 1">
            <a:extLst>
              <a:ext uri="{FF2B5EF4-FFF2-40B4-BE49-F238E27FC236}">
                <a16:creationId xmlns:a16="http://schemas.microsoft.com/office/drawing/2014/main" id="{95A615A6-04BF-22AC-1D21-AC318E0532AE}"/>
              </a:ext>
            </a:extLst>
          </p:cNvPr>
          <p:cNvSpPr txBox="1">
            <a:spLocks/>
          </p:cNvSpPr>
          <p:nvPr/>
        </p:nvSpPr>
        <p:spPr>
          <a:xfrm>
            <a:off x="0" y="822036"/>
            <a:ext cx="12191999" cy="5467928"/>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2400" kern="1200" cap="none" spc="100" baseline="0">
                <a:solidFill>
                  <a:schemeClr val="tx1">
                    <a:lumMod val="95000"/>
                    <a:lumOff val="5000"/>
                  </a:schemeClr>
                </a:solidFill>
                <a:latin typeface="Calibri" panose="020F0502020204030204" pitchFamily="34" charset="0"/>
                <a:ea typeface="+mj-ea"/>
                <a:cs typeface="Calibri" panose="020F0502020204030204" pitchFamily="34" charset="0"/>
              </a:defRPr>
            </a:lvl1pPr>
          </a:lstStyle>
          <a:p>
            <a:pPr algn="ctr"/>
            <a:r>
              <a:rPr lang="en-US" sz="7200" u="sng"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AdiInfi-2023</a:t>
            </a:r>
          </a:p>
          <a:p>
            <a:pPr algn="ctr"/>
            <a:endParaRPr lang="en-US" sz="72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a:p>
            <a:pPr algn="ctr"/>
            <a:r>
              <a:rPr lang="en-US" sz="72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A Year of Innovation, Trust, and Shared Successes</a:t>
            </a:r>
            <a:r>
              <a:rPr lang="en-US" sz="7200" dirty="0">
                <a:solidFill>
                  <a:srgbClr val="374151"/>
                </a:solidFill>
                <a:latin typeface="Roboto" panose="02000000000000000000" pitchFamily="2" charset="0"/>
                <a:ea typeface="Roboto" panose="02000000000000000000" pitchFamily="2" charset="0"/>
                <a:cs typeface="Roboto" panose="02000000000000000000" pitchFamily="2" charset="0"/>
              </a:rPr>
              <a:t> </a:t>
            </a:r>
          </a:p>
          <a:p>
            <a:pPr algn="ctr"/>
            <a:r>
              <a:rPr lang="en-US" sz="7200" dirty="0">
                <a:solidFill>
                  <a:srgbClr val="374151"/>
                </a:solidFill>
                <a:latin typeface="Roboto" panose="02000000000000000000" pitchFamily="2" charset="0"/>
                <a:ea typeface="Roboto" panose="02000000000000000000" pitchFamily="2" charset="0"/>
                <a:cs typeface="Roboto" panose="02000000000000000000" pitchFamily="2" charset="0"/>
              </a:rPr>
              <a:t>🚀</a:t>
            </a:r>
            <a:endParaRPr lang="en-IN" sz="72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132968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2D378-8694-4791-89F2-B26050A55F1C}"/>
              </a:ext>
            </a:extLst>
          </p:cNvPr>
          <p:cNvSpPr>
            <a:spLocks noGrp="1"/>
          </p:cNvSpPr>
          <p:nvPr>
            <p:ph type="title"/>
          </p:nvPr>
        </p:nvSpPr>
        <p:spPr>
          <a:xfrm>
            <a:off x="205200" y="0"/>
            <a:ext cx="10518218" cy="504543"/>
          </a:xfrm>
        </p:spPr>
        <p:txBody>
          <a:bodyPr>
            <a:normAutofit fontScale="90000"/>
          </a:bodyPr>
          <a:lstStyle/>
          <a:p>
            <a:r>
              <a:rPr lang="en-US" sz="28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AdiInfi 2023: A Year of Innovation, Trust, and Shared Successes 🚀</a:t>
            </a:r>
            <a:endParaRPr lang="en-IN" sz="28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4" name="Slide Number Placeholder 3">
            <a:extLst>
              <a:ext uri="{FF2B5EF4-FFF2-40B4-BE49-F238E27FC236}">
                <a16:creationId xmlns:a16="http://schemas.microsoft.com/office/drawing/2014/main" id="{1AEEB7A0-22F4-44B2-8E8E-C82A27F783FA}"/>
              </a:ext>
            </a:extLst>
          </p:cNvPr>
          <p:cNvSpPr>
            <a:spLocks noGrp="1"/>
          </p:cNvSpPr>
          <p:nvPr>
            <p:ph type="sldNum" sz="quarter" idx="12"/>
          </p:nvPr>
        </p:nvSpPr>
        <p:spPr/>
        <p:txBody>
          <a:bodyPr/>
          <a:lstStyle/>
          <a:p>
            <a:fld id="{4FAB73BC-B049-4115-A692-8D63A059BFB8}" type="slidenum">
              <a:rPr lang="en-US" smtClean="0"/>
              <a:pPr/>
              <a:t>3</a:t>
            </a:fld>
            <a:endParaRPr lang="en-US" dirty="0"/>
          </a:p>
        </p:txBody>
      </p:sp>
      <p:sp>
        <p:nvSpPr>
          <p:cNvPr id="5" name="TextBox 4">
            <a:extLst>
              <a:ext uri="{FF2B5EF4-FFF2-40B4-BE49-F238E27FC236}">
                <a16:creationId xmlns:a16="http://schemas.microsoft.com/office/drawing/2014/main" id="{7B334BBB-65D7-7751-B28D-4F04A7A2E1CB}"/>
              </a:ext>
            </a:extLst>
          </p:cNvPr>
          <p:cNvSpPr txBox="1"/>
          <p:nvPr/>
        </p:nvSpPr>
        <p:spPr>
          <a:xfrm>
            <a:off x="509732" y="2936666"/>
            <a:ext cx="11220450" cy="2308324"/>
          </a:xfrm>
          <a:prstGeom prst="rect">
            <a:avLst/>
          </a:prstGeom>
          <a:noFill/>
        </p:spPr>
        <p:txBody>
          <a:bodyPr wrap="square">
            <a:spAutoFit/>
          </a:bodyPr>
          <a:lstStyle/>
          <a:p>
            <a:r>
              <a:rPr lang="en-US" sz="2400" b="0" i="1" dirty="0">
                <a:solidFill>
                  <a:srgbClr val="47A3D8"/>
                </a:solidFill>
                <a:effectLst/>
                <a:latin typeface="Söhne"/>
              </a:rPr>
              <a:t>As the curtain falls on an extraordinary year, join us in reliving the moments that defined AdiInfi in 2023. </a:t>
            </a:r>
          </a:p>
          <a:p>
            <a:r>
              <a:rPr lang="en-US" sz="2400" b="0" i="1" dirty="0">
                <a:solidFill>
                  <a:srgbClr val="47A3D8"/>
                </a:solidFill>
                <a:effectLst/>
                <a:latin typeface="Söhne"/>
              </a:rPr>
              <a:t>This journey is not just about our achievements; </a:t>
            </a:r>
            <a:r>
              <a:rPr lang="en-US" sz="2400" i="1" dirty="0">
                <a:solidFill>
                  <a:srgbClr val="CA7C42"/>
                </a:solidFill>
                <a:latin typeface="Söhne"/>
              </a:rPr>
              <a:t>it's about the bonds we've forged, the trust we've earned, and </a:t>
            </a:r>
            <a:r>
              <a:rPr lang="en-US" sz="2400" b="0" i="1" dirty="0">
                <a:solidFill>
                  <a:srgbClr val="CA7C42"/>
                </a:solidFill>
                <a:effectLst/>
                <a:latin typeface="Söhne"/>
              </a:rPr>
              <a:t>the passion that propels us forward. </a:t>
            </a:r>
          </a:p>
          <a:p>
            <a:endParaRPr lang="en-US" sz="2400" i="1" dirty="0">
              <a:solidFill>
                <a:srgbClr val="374151"/>
              </a:solidFill>
              <a:latin typeface="Söhne"/>
            </a:endParaRPr>
          </a:p>
          <a:p>
            <a:r>
              <a:rPr lang="en-US" sz="2400" b="1" i="1" dirty="0">
                <a:solidFill>
                  <a:srgbClr val="374151"/>
                </a:solidFill>
                <a:effectLst/>
                <a:latin typeface="Söhne"/>
              </a:rPr>
              <a:t>Welcome to the AdiInfi Annual Recap: Unveiling the Future, and Embracing Excellence.</a:t>
            </a:r>
            <a:endParaRPr lang="en-IN" sz="2400" b="1" dirty="0"/>
          </a:p>
        </p:txBody>
      </p:sp>
      <p:sp>
        <p:nvSpPr>
          <p:cNvPr id="8" name="TextBox 7">
            <a:extLst>
              <a:ext uri="{FF2B5EF4-FFF2-40B4-BE49-F238E27FC236}">
                <a16:creationId xmlns:a16="http://schemas.microsoft.com/office/drawing/2014/main" id="{95193269-6417-FF02-561B-C3675454CA86}"/>
              </a:ext>
            </a:extLst>
          </p:cNvPr>
          <p:cNvSpPr txBox="1"/>
          <p:nvPr/>
        </p:nvSpPr>
        <p:spPr>
          <a:xfrm>
            <a:off x="0" y="710462"/>
            <a:ext cx="11972636" cy="1754326"/>
          </a:xfrm>
          <a:prstGeom prst="rect">
            <a:avLst/>
          </a:prstGeom>
          <a:noFill/>
        </p:spPr>
        <p:txBody>
          <a:bodyPr wrap="square">
            <a:spAutoFit/>
          </a:bodyPr>
          <a:lstStyle/>
          <a:p>
            <a:pPr algn="ctr"/>
            <a:r>
              <a:rPr lang="en-US" sz="54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rPr>
              <a:t>Greetings, Trailblazers and Valued Partners!</a:t>
            </a:r>
            <a:endParaRPr lang="en-IN" sz="54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endParaRPr>
          </a:p>
        </p:txBody>
      </p:sp>
    </p:spTree>
    <p:extLst>
      <p:ext uri="{BB962C8B-B14F-4D97-AF65-F5344CB8AC3E}">
        <p14:creationId xmlns:p14="http://schemas.microsoft.com/office/powerpoint/2010/main" val="4037560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2D378-8694-4791-89F2-B26050A55F1C}"/>
              </a:ext>
            </a:extLst>
          </p:cNvPr>
          <p:cNvSpPr>
            <a:spLocks noGrp="1"/>
          </p:cNvSpPr>
          <p:nvPr>
            <p:ph type="title"/>
          </p:nvPr>
        </p:nvSpPr>
        <p:spPr>
          <a:xfrm>
            <a:off x="205200" y="0"/>
            <a:ext cx="10632133" cy="504543"/>
          </a:xfrm>
        </p:spPr>
        <p:txBody>
          <a:bodyPr>
            <a:normAutofit fontScale="90000"/>
          </a:bodyPr>
          <a:lstStyle/>
          <a:p>
            <a:r>
              <a:rPr lang="en-US" sz="28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AdiInfi 2023: A Year of Innovation, Trust, and Shared Successes 🚀</a:t>
            </a:r>
            <a:endParaRPr lang="en-IN" sz="28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4" name="Slide Number Placeholder 3">
            <a:extLst>
              <a:ext uri="{FF2B5EF4-FFF2-40B4-BE49-F238E27FC236}">
                <a16:creationId xmlns:a16="http://schemas.microsoft.com/office/drawing/2014/main" id="{1AEEB7A0-22F4-44B2-8E8E-C82A27F783FA}"/>
              </a:ext>
            </a:extLst>
          </p:cNvPr>
          <p:cNvSpPr>
            <a:spLocks noGrp="1"/>
          </p:cNvSpPr>
          <p:nvPr>
            <p:ph type="sldNum" sz="quarter" idx="12"/>
          </p:nvPr>
        </p:nvSpPr>
        <p:spPr/>
        <p:txBody>
          <a:bodyPr/>
          <a:lstStyle/>
          <a:p>
            <a:fld id="{4FAB73BC-B049-4115-A692-8D63A059BFB8}" type="slidenum">
              <a:rPr lang="en-US" smtClean="0">
                <a:latin typeface="Roboto" panose="02000000000000000000" pitchFamily="2" charset="0"/>
                <a:ea typeface="Roboto" panose="02000000000000000000" pitchFamily="2" charset="0"/>
                <a:cs typeface="Roboto" panose="02000000000000000000" pitchFamily="2" charset="0"/>
              </a:rPr>
              <a:pPr/>
              <a:t>4</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7B334BBB-65D7-7751-B28D-4F04A7A2E1CB}"/>
              </a:ext>
            </a:extLst>
          </p:cNvPr>
          <p:cNvSpPr txBox="1"/>
          <p:nvPr/>
        </p:nvSpPr>
        <p:spPr>
          <a:xfrm>
            <a:off x="205200" y="2690336"/>
            <a:ext cx="5890800" cy="3539430"/>
          </a:xfrm>
          <a:prstGeom prst="rect">
            <a:avLst/>
          </a:prstGeom>
          <a:noFill/>
        </p:spPr>
        <p:txBody>
          <a:bodyPr wrap="square">
            <a:spAutoFit/>
          </a:bodyPr>
          <a:lstStyle/>
          <a:p>
            <a:r>
              <a:rPr lang="en-IN" sz="1400" dirty="0">
                <a:solidFill>
                  <a:srgbClr val="CA7C42"/>
                </a:solidFill>
                <a:latin typeface="Roboto" panose="02000000000000000000" pitchFamily="2" charset="0"/>
                <a:ea typeface="Roboto" panose="02000000000000000000" pitchFamily="2" charset="0"/>
                <a:cs typeface="Roboto" panose="02000000000000000000" pitchFamily="2" charset="0"/>
              </a:rPr>
              <a:t>- </a:t>
            </a:r>
            <a:r>
              <a:rPr lang="en-IN" sz="1400" b="1" dirty="0">
                <a:solidFill>
                  <a:srgbClr val="CA7C42"/>
                </a:solidFill>
                <a:latin typeface="Roboto" panose="02000000000000000000" pitchFamily="2" charset="0"/>
                <a:ea typeface="Roboto" panose="02000000000000000000" pitchFamily="2" charset="0"/>
                <a:cs typeface="Roboto" panose="02000000000000000000" pitchFamily="2" charset="0"/>
              </a:rPr>
              <a:t>Market Competition </a:t>
            </a:r>
            <a:r>
              <a:rPr lang="en-US" sz="1400" dirty="0">
                <a:solidFill>
                  <a:srgbClr val="CA7C42"/>
                </a:solidFill>
                <a:latin typeface="Roboto" panose="02000000000000000000" pitchFamily="2" charset="0"/>
                <a:ea typeface="Roboto" panose="02000000000000000000" pitchFamily="2" charset="0"/>
                <a:cs typeface="Roboto" panose="02000000000000000000" pitchFamily="2" charset="0"/>
              </a:rPr>
              <a:t> : Especially with the small portfolio</a:t>
            </a:r>
          </a:p>
          <a:p>
            <a:endParaRPr lang="en-US" sz="1400" b="1" dirty="0">
              <a:solidFill>
                <a:srgbClr val="CA7C42"/>
              </a:solidFill>
              <a:latin typeface="Roboto" panose="02000000000000000000" pitchFamily="2" charset="0"/>
              <a:ea typeface="Roboto" panose="02000000000000000000" pitchFamily="2" charset="0"/>
              <a:cs typeface="Roboto" panose="02000000000000000000" pitchFamily="2" charset="0"/>
            </a:endParaRPr>
          </a:p>
          <a:p>
            <a:endParaRPr lang="en-US" sz="1400" b="1" dirty="0">
              <a:solidFill>
                <a:srgbClr val="CA7C42"/>
              </a:solidFill>
              <a:latin typeface="Roboto" panose="02000000000000000000" pitchFamily="2" charset="0"/>
              <a:ea typeface="Roboto" panose="02000000000000000000" pitchFamily="2" charset="0"/>
              <a:cs typeface="Roboto" panose="02000000000000000000" pitchFamily="2" charset="0"/>
            </a:endParaRPr>
          </a:p>
          <a:p>
            <a:r>
              <a:rPr lang="en-US" sz="1400" b="1" dirty="0">
                <a:solidFill>
                  <a:srgbClr val="CA7C42"/>
                </a:solidFill>
                <a:latin typeface="Roboto" panose="02000000000000000000" pitchFamily="2" charset="0"/>
                <a:ea typeface="Roboto" panose="02000000000000000000" pitchFamily="2" charset="0"/>
                <a:cs typeface="Roboto" panose="02000000000000000000" pitchFamily="2" charset="0"/>
              </a:rPr>
              <a:t>- </a:t>
            </a:r>
            <a:r>
              <a:rPr lang="en-IN" sz="1400" b="1" dirty="0">
                <a:solidFill>
                  <a:srgbClr val="CA7C42"/>
                </a:solidFill>
                <a:latin typeface="Roboto" panose="02000000000000000000" pitchFamily="2" charset="0"/>
                <a:ea typeface="Roboto" panose="02000000000000000000" pitchFamily="2" charset="0"/>
                <a:cs typeface="Roboto" panose="02000000000000000000" pitchFamily="2" charset="0"/>
              </a:rPr>
              <a:t>Talent Acquisition : </a:t>
            </a:r>
            <a:r>
              <a:rPr lang="en-US" sz="1400" dirty="0">
                <a:solidFill>
                  <a:srgbClr val="CA7C42"/>
                </a:solidFill>
                <a:latin typeface="Roboto" panose="02000000000000000000" pitchFamily="2" charset="0"/>
                <a:ea typeface="Roboto" panose="02000000000000000000" pitchFamily="2" charset="0"/>
                <a:cs typeface="Roboto" panose="02000000000000000000" pitchFamily="2" charset="0"/>
              </a:rPr>
              <a:t>Attracting and retaining skilled and </a:t>
            </a:r>
          </a:p>
          <a:p>
            <a:r>
              <a:rPr lang="en-US" sz="1400" dirty="0">
                <a:solidFill>
                  <a:srgbClr val="CA7C42"/>
                </a:solidFill>
                <a:latin typeface="Roboto" panose="02000000000000000000" pitchFamily="2" charset="0"/>
                <a:ea typeface="Roboto" panose="02000000000000000000" pitchFamily="2" charset="0"/>
                <a:cs typeface="Roboto" panose="02000000000000000000" pitchFamily="2" charset="0"/>
              </a:rPr>
              <a:t>experienced tech professionals</a:t>
            </a:r>
          </a:p>
          <a:p>
            <a:endParaRPr lang="en-US" sz="1400" b="1" dirty="0">
              <a:solidFill>
                <a:srgbClr val="CA7C42"/>
              </a:solidFill>
              <a:latin typeface="Roboto" panose="02000000000000000000" pitchFamily="2" charset="0"/>
              <a:ea typeface="Roboto" panose="02000000000000000000" pitchFamily="2" charset="0"/>
              <a:cs typeface="Roboto" panose="02000000000000000000" pitchFamily="2" charset="0"/>
            </a:endParaRPr>
          </a:p>
          <a:p>
            <a:endParaRPr lang="en-US" sz="1400" b="1" dirty="0">
              <a:solidFill>
                <a:srgbClr val="CA7C42"/>
              </a:solidFill>
              <a:latin typeface="Roboto" panose="02000000000000000000" pitchFamily="2" charset="0"/>
              <a:ea typeface="Roboto" panose="02000000000000000000" pitchFamily="2" charset="0"/>
              <a:cs typeface="Roboto" panose="02000000000000000000" pitchFamily="2" charset="0"/>
            </a:endParaRPr>
          </a:p>
          <a:p>
            <a:r>
              <a:rPr lang="en-US" sz="1400" b="1" dirty="0">
                <a:solidFill>
                  <a:srgbClr val="CA7C42"/>
                </a:solidFill>
                <a:latin typeface="Roboto" panose="02000000000000000000" pitchFamily="2" charset="0"/>
                <a:ea typeface="Roboto" panose="02000000000000000000" pitchFamily="2" charset="0"/>
                <a:cs typeface="Roboto" panose="02000000000000000000" pitchFamily="2" charset="0"/>
              </a:rPr>
              <a:t>- Cashflow : </a:t>
            </a:r>
            <a:r>
              <a:rPr lang="en-US" sz="1400" dirty="0">
                <a:solidFill>
                  <a:srgbClr val="CA7C42"/>
                </a:solidFill>
                <a:latin typeface="Roboto" panose="02000000000000000000" pitchFamily="2" charset="0"/>
                <a:ea typeface="Roboto" panose="02000000000000000000" pitchFamily="2" charset="0"/>
                <a:cs typeface="Roboto" panose="02000000000000000000" pitchFamily="2" charset="0"/>
              </a:rPr>
              <a:t>Manage capital, cashflow and balance the expenses</a:t>
            </a:r>
          </a:p>
          <a:p>
            <a:endParaRPr lang="en-US" sz="1400" b="1" dirty="0">
              <a:solidFill>
                <a:srgbClr val="CA7C42"/>
              </a:solidFill>
              <a:latin typeface="Roboto" panose="02000000000000000000" pitchFamily="2" charset="0"/>
              <a:ea typeface="Roboto" panose="02000000000000000000" pitchFamily="2" charset="0"/>
              <a:cs typeface="Roboto" panose="02000000000000000000" pitchFamily="2" charset="0"/>
            </a:endParaRPr>
          </a:p>
          <a:p>
            <a:endParaRPr lang="en-US" sz="1400" b="1" dirty="0">
              <a:solidFill>
                <a:srgbClr val="CA7C42"/>
              </a:solidFill>
              <a:latin typeface="Roboto" panose="02000000000000000000" pitchFamily="2" charset="0"/>
              <a:ea typeface="Roboto" panose="02000000000000000000" pitchFamily="2" charset="0"/>
              <a:cs typeface="Roboto" panose="02000000000000000000" pitchFamily="2" charset="0"/>
            </a:endParaRPr>
          </a:p>
          <a:p>
            <a:pPr algn="l"/>
            <a:r>
              <a:rPr lang="en-US" sz="1400" b="1" dirty="0">
                <a:solidFill>
                  <a:srgbClr val="CA7C42"/>
                </a:solidFill>
                <a:latin typeface="Roboto" panose="02000000000000000000" pitchFamily="2" charset="0"/>
                <a:ea typeface="Roboto" panose="02000000000000000000" pitchFamily="2" charset="0"/>
                <a:cs typeface="Roboto" panose="02000000000000000000" pitchFamily="2" charset="0"/>
              </a:rPr>
              <a:t>- Gain </a:t>
            </a:r>
            <a:r>
              <a:rPr lang="en-IN" sz="1400" b="1" dirty="0">
                <a:solidFill>
                  <a:srgbClr val="CA7C42"/>
                </a:solidFill>
                <a:latin typeface="Roboto" panose="02000000000000000000" pitchFamily="2" charset="0"/>
                <a:ea typeface="Roboto" panose="02000000000000000000" pitchFamily="2" charset="0"/>
                <a:cs typeface="Roboto" panose="02000000000000000000" pitchFamily="2" charset="0"/>
              </a:rPr>
              <a:t>Client Trust and Credibility : </a:t>
            </a:r>
            <a:r>
              <a:rPr lang="en-IN" sz="1400" dirty="0">
                <a:solidFill>
                  <a:srgbClr val="CA7C42"/>
                </a:solidFill>
                <a:latin typeface="Roboto" panose="02000000000000000000" pitchFamily="2" charset="0"/>
                <a:ea typeface="Roboto" panose="02000000000000000000" pitchFamily="2" charset="0"/>
                <a:cs typeface="Roboto" panose="02000000000000000000" pitchFamily="2" charset="0"/>
              </a:rPr>
              <a:t>Very difficult to get customer entry</a:t>
            </a:r>
          </a:p>
          <a:p>
            <a:pPr algn="l"/>
            <a:endParaRPr lang="en-IN" sz="1400" dirty="0">
              <a:solidFill>
                <a:srgbClr val="CA7C42"/>
              </a:solidFill>
              <a:latin typeface="Roboto" panose="02000000000000000000" pitchFamily="2" charset="0"/>
              <a:ea typeface="Roboto" panose="02000000000000000000" pitchFamily="2" charset="0"/>
              <a:cs typeface="Roboto" panose="02000000000000000000" pitchFamily="2" charset="0"/>
            </a:endParaRPr>
          </a:p>
          <a:p>
            <a:endParaRPr lang="en-IN" sz="1400" dirty="0">
              <a:solidFill>
                <a:srgbClr val="CA7C42"/>
              </a:solidFill>
              <a:latin typeface="Roboto" panose="02000000000000000000" pitchFamily="2" charset="0"/>
              <a:ea typeface="Roboto" panose="02000000000000000000" pitchFamily="2" charset="0"/>
              <a:cs typeface="Roboto" panose="02000000000000000000" pitchFamily="2" charset="0"/>
            </a:endParaRPr>
          </a:p>
          <a:p>
            <a:endParaRPr lang="en-IN" sz="1400" dirty="0">
              <a:solidFill>
                <a:srgbClr val="CA7C42"/>
              </a:solidFill>
              <a:latin typeface="Roboto" panose="02000000000000000000" pitchFamily="2" charset="0"/>
              <a:ea typeface="Roboto" panose="02000000000000000000" pitchFamily="2" charset="0"/>
              <a:cs typeface="Roboto" panose="02000000000000000000" pitchFamily="2" charset="0"/>
            </a:endParaRPr>
          </a:p>
          <a:p>
            <a:r>
              <a:rPr lang="en-IN" sz="1400" dirty="0">
                <a:solidFill>
                  <a:srgbClr val="CA7C42"/>
                </a:solidFill>
                <a:latin typeface="Roboto" panose="02000000000000000000" pitchFamily="2" charset="0"/>
                <a:ea typeface="Roboto" panose="02000000000000000000" pitchFamily="2" charset="0"/>
                <a:cs typeface="Roboto" panose="02000000000000000000" pitchFamily="2" charset="0"/>
              </a:rPr>
              <a:t>- </a:t>
            </a:r>
            <a:r>
              <a:rPr lang="en-IN" sz="1400" b="1" dirty="0">
                <a:solidFill>
                  <a:srgbClr val="CA7C42"/>
                </a:solidFill>
                <a:latin typeface="Roboto" panose="02000000000000000000" pitchFamily="2" charset="0"/>
                <a:ea typeface="Roboto" panose="02000000000000000000" pitchFamily="2" charset="0"/>
                <a:cs typeface="Roboto" panose="02000000000000000000" pitchFamily="2" charset="0"/>
              </a:rPr>
              <a:t>SURVIVAL</a:t>
            </a:r>
            <a:r>
              <a:rPr lang="en-IN" sz="1400" dirty="0">
                <a:solidFill>
                  <a:srgbClr val="CA7C42"/>
                </a:solidFill>
                <a:latin typeface="Roboto" panose="02000000000000000000" pitchFamily="2" charset="0"/>
                <a:ea typeface="Roboto" panose="02000000000000000000" pitchFamily="2" charset="0"/>
                <a:cs typeface="Roboto" panose="02000000000000000000" pitchFamily="2" charset="0"/>
              </a:rPr>
              <a:t> and still focus on </a:t>
            </a:r>
            <a:r>
              <a:rPr lang="en-IN" sz="1400" b="1" dirty="0">
                <a:solidFill>
                  <a:srgbClr val="CA7C42"/>
                </a:solidFill>
                <a:latin typeface="Roboto" panose="02000000000000000000" pitchFamily="2" charset="0"/>
                <a:ea typeface="Roboto" panose="02000000000000000000" pitchFamily="2" charset="0"/>
                <a:cs typeface="Roboto" panose="02000000000000000000" pitchFamily="2" charset="0"/>
              </a:rPr>
              <a:t>VISION</a:t>
            </a:r>
          </a:p>
          <a:p>
            <a:endParaRPr lang="en-US" sz="1400" b="1" dirty="0">
              <a:solidFill>
                <a:srgbClr val="CA7C42"/>
              </a:solidFill>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95193269-6417-FF02-561B-C3675454CA86}"/>
              </a:ext>
            </a:extLst>
          </p:cNvPr>
          <p:cNvSpPr txBox="1"/>
          <p:nvPr/>
        </p:nvSpPr>
        <p:spPr>
          <a:xfrm>
            <a:off x="205200" y="624218"/>
            <a:ext cx="6130945" cy="1815882"/>
          </a:xfrm>
          <a:prstGeom prst="rect">
            <a:avLst/>
          </a:prstGeom>
          <a:noFill/>
        </p:spPr>
        <p:txBody>
          <a:bodyPr wrap="square">
            <a:spAutoFit/>
          </a:bodyPr>
          <a:lstStyle/>
          <a:p>
            <a:r>
              <a:rPr lang="en-US" sz="28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Started with lots of STARTUP challenges which made our journey wonderful, enjoyable, and more passionate </a:t>
            </a:r>
            <a:r>
              <a:rPr lang="en-IN" sz="28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adventure</a:t>
            </a:r>
          </a:p>
        </p:txBody>
      </p:sp>
      <p:sp>
        <p:nvSpPr>
          <p:cNvPr id="3" name="TextBox 2">
            <a:extLst>
              <a:ext uri="{FF2B5EF4-FFF2-40B4-BE49-F238E27FC236}">
                <a16:creationId xmlns:a16="http://schemas.microsoft.com/office/drawing/2014/main" id="{B03A43B6-D450-4748-A630-DA7416C8F5A3}"/>
              </a:ext>
            </a:extLst>
          </p:cNvPr>
          <p:cNvSpPr txBox="1"/>
          <p:nvPr/>
        </p:nvSpPr>
        <p:spPr>
          <a:xfrm>
            <a:off x="7047345" y="1000055"/>
            <a:ext cx="5144655" cy="523220"/>
          </a:xfrm>
          <a:prstGeom prst="rect">
            <a:avLst/>
          </a:prstGeom>
          <a:noFill/>
        </p:spPr>
        <p:txBody>
          <a:bodyPr wrap="square">
            <a:spAutoFit/>
          </a:bodyPr>
          <a:lstStyle/>
          <a:p>
            <a:pPr algn="ctr"/>
            <a:r>
              <a:rPr lang="en-US" sz="28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Learned and Earned in 2023</a:t>
            </a:r>
            <a:endParaRPr lang="en-IN" sz="28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0DFB926A-9E12-33A8-CBD9-F4E4F911B180}"/>
              </a:ext>
            </a:extLst>
          </p:cNvPr>
          <p:cNvSpPr txBox="1"/>
          <p:nvPr/>
        </p:nvSpPr>
        <p:spPr>
          <a:xfrm>
            <a:off x="6915410" y="2690336"/>
            <a:ext cx="5276590" cy="3754874"/>
          </a:xfrm>
          <a:prstGeom prst="rect">
            <a:avLst/>
          </a:prstGeom>
          <a:noFill/>
        </p:spPr>
        <p:txBody>
          <a:bodyPr wrap="square">
            <a:spAutoFit/>
          </a:bodyPr>
          <a:lstStyle/>
          <a:p>
            <a:r>
              <a:rPr lang="en-US" sz="1400" dirty="0">
                <a:solidFill>
                  <a:srgbClr val="1B8DCE"/>
                </a:solidFill>
                <a:latin typeface="Roboto" panose="02000000000000000000" pitchFamily="2" charset="0"/>
                <a:ea typeface="Roboto" panose="02000000000000000000" pitchFamily="2" charset="0"/>
                <a:cs typeface="Roboto" panose="02000000000000000000" pitchFamily="2" charset="0"/>
              </a:rPr>
              <a:t>Built great portfolio in different verticals in services and products</a:t>
            </a:r>
          </a:p>
          <a:p>
            <a:endParaRPr lang="en-US" sz="1400" b="1" dirty="0">
              <a:solidFill>
                <a:srgbClr val="1B8DCE"/>
              </a:solidFill>
              <a:latin typeface="Roboto" panose="02000000000000000000" pitchFamily="2" charset="0"/>
              <a:ea typeface="Roboto" panose="02000000000000000000" pitchFamily="2" charset="0"/>
              <a:cs typeface="Roboto" panose="02000000000000000000" pitchFamily="2" charset="0"/>
            </a:endParaRPr>
          </a:p>
          <a:p>
            <a:r>
              <a:rPr lang="en-US" sz="1400" dirty="0">
                <a:solidFill>
                  <a:srgbClr val="1B8DCE"/>
                </a:solidFill>
                <a:latin typeface="Roboto" panose="02000000000000000000" pitchFamily="2" charset="0"/>
                <a:ea typeface="Roboto" panose="02000000000000000000" pitchFamily="2" charset="0"/>
                <a:cs typeface="Roboto" panose="02000000000000000000" pitchFamily="2" charset="0"/>
              </a:rPr>
              <a:t>Build 12+ engineers team based on </a:t>
            </a:r>
            <a:r>
              <a:rPr lang="en-US" sz="1400" b="1" dirty="0">
                <a:solidFill>
                  <a:srgbClr val="1B8DCE"/>
                </a:solidFill>
                <a:latin typeface="Roboto" panose="02000000000000000000" pitchFamily="2" charset="0"/>
                <a:ea typeface="Roboto" panose="02000000000000000000" pitchFamily="2" charset="0"/>
                <a:cs typeface="Roboto" panose="02000000000000000000" pitchFamily="2" charset="0"/>
              </a:rPr>
              <a:t>Trust, Skills, Passion and Learn from mistakes attitude</a:t>
            </a:r>
            <a:endParaRPr lang="en-US" sz="1400" dirty="0">
              <a:solidFill>
                <a:srgbClr val="1B8DCE"/>
              </a:solidFill>
              <a:latin typeface="Roboto" panose="02000000000000000000" pitchFamily="2" charset="0"/>
              <a:ea typeface="Roboto" panose="02000000000000000000" pitchFamily="2" charset="0"/>
              <a:cs typeface="Roboto" panose="02000000000000000000" pitchFamily="2" charset="0"/>
            </a:endParaRPr>
          </a:p>
          <a:p>
            <a:endParaRPr lang="en-US" sz="1400" b="1" dirty="0">
              <a:solidFill>
                <a:srgbClr val="1B8DCE"/>
              </a:solidFill>
              <a:latin typeface="Roboto" panose="02000000000000000000" pitchFamily="2" charset="0"/>
              <a:ea typeface="Roboto" panose="02000000000000000000" pitchFamily="2" charset="0"/>
              <a:cs typeface="Roboto" panose="02000000000000000000" pitchFamily="2" charset="0"/>
            </a:endParaRPr>
          </a:p>
          <a:p>
            <a:endParaRPr lang="en-US" sz="1400" dirty="0">
              <a:solidFill>
                <a:srgbClr val="1B8DCE"/>
              </a:solidFill>
              <a:latin typeface="Roboto" panose="02000000000000000000" pitchFamily="2" charset="0"/>
              <a:ea typeface="Roboto" panose="02000000000000000000" pitchFamily="2" charset="0"/>
              <a:cs typeface="Roboto" panose="02000000000000000000" pitchFamily="2" charset="0"/>
            </a:endParaRPr>
          </a:p>
          <a:p>
            <a:r>
              <a:rPr lang="en-US" sz="1400" dirty="0">
                <a:solidFill>
                  <a:srgbClr val="1B8DCE"/>
                </a:solidFill>
                <a:latin typeface="Roboto" panose="02000000000000000000" pitchFamily="2" charset="0"/>
                <a:ea typeface="Roboto" panose="02000000000000000000" pitchFamily="2" charset="0"/>
                <a:cs typeface="Roboto" panose="02000000000000000000" pitchFamily="2" charset="0"/>
              </a:rPr>
              <a:t>Kept balance without losing focus on vision</a:t>
            </a:r>
          </a:p>
          <a:p>
            <a:endParaRPr lang="en-US" sz="1400" b="1" dirty="0">
              <a:solidFill>
                <a:srgbClr val="1B8DCE"/>
              </a:solidFill>
              <a:latin typeface="Roboto" panose="02000000000000000000" pitchFamily="2" charset="0"/>
              <a:ea typeface="Roboto" panose="02000000000000000000" pitchFamily="2" charset="0"/>
              <a:cs typeface="Roboto" panose="02000000000000000000" pitchFamily="2" charset="0"/>
            </a:endParaRPr>
          </a:p>
          <a:p>
            <a:pPr algn="l"/>
            <a:r>
              <a:rPr lang="en-US" sz="1400" dirty="0">
                <a:solidFill>
                  <a:srgbClr val="1B8DCE"/>
                </a:solidFill>
                <a:latin typeface="Roboto" panose="02000000000000000000" pitchFamily="2" charset="0"/>
                <a:ea typeface="Roboto" panose="02000000000000000000" pitchFamily="2" charset="0"/>
                <a:cs typeface="Roboto" panose="02000000000000000000" pitchFamily="2" charset="0"/>
              </a:rPr>
              <a:t>This is most important for us and we have achieved customer </a:t>
            </a:r>
            <a:r>
              <a:rPr lang="en-US" sz="1400" b="1" dirty="0">
                <a:solidFill>
                  <a:srgbClr val="1B8DCE"/>
                </a:solidFill>
                <a:latin typeface="Roboto" panose="02000000000000000000" pitchFamily="2" charset="0"/>
                <a:ea typeface="Roboto" panose="02000000000000000000" pitchFamily="2" charset="0"/>
                <a:cs typeface="Roboto" panose="02000000000000000000" pitchFamily="2" charset="0"/>
              </a:rPr>
              <a:t>TRUST </a:t>
            </a:r>
            <a:r>
              <a:rPr lang="en-US" sz="1400" dirty="0">
                <a:solidFill>
                  <a:srgbClr val="1B8DCE"/>
                </a:solidFill>
                <a:latin typeface="Roboto" panose="02000000000000000000" pitchFamily="2" charset="0"/>
                <a:ea typeface="Roboto" panose="02000000000000000000" pitchFamily="2" charset="0"/>
                <a:cs typeface="Roboto" panose="02000000000000000000" pitchFamily="2" charset="0"/>
              </a:rPr>
              <a:t>and </a:t>
            </a:r>
            <a:r>
              <a:rPr lang="en-US" sz="1400" b="1" dirty="0">
                <a:solidFill>
                  <a:srgbClr val="1B8DCE"/>
                </a:solidFill>
                <a:latin typeface="Roboto" panose="02000000000000000000" pitchFamily="2" charset="0"/>
                <a:ea typeface="Roboto" panose="02000000000000000000" pitchFamily="2" charset="0"/>
                <a:cs typeface="Roboto" panose="02000000000000000000" pitchFamily="2" charset="0"/>
              </a:rPr>
              <a:t>CREDEBILITY </a:t>
            </a:r>
            <a:r>
              <a:rPr lang="en-US" sz="1400" dirty="0">
                <a:solidFill>
                  <a:srgbClr val="1B8DCE"/>
                </a:solidFill>
                <a:latin typeface="Roboto" panose="02000000000000000000" pitchFamily="2" charset="0"/>
                <a:ea typeface="Roboto" panose="02000000000000000000" pitchFamily="2" charset="0"/>
                <a:cs typeface="Roboto" panose="02000000000000000000" pitchFamily="2" charset="0"/>
              </a:rPr>
              <a:t>by giving extreme value to customer satisfaction and considering them as our technical  partners</a:t>
            </a:r>
          </a:p>
          <a:p>
            <a:endParaRPr lang="en-IN" sz="1400" dirty="0">
              <a:solidFill>
                <a:srgbClr val="1B8DCE"/>
              </a:solidFill>
              <a:latin typeface="Roboto" panose="02000000000000000000" pitchFamily="2" charset="0"/>
              <a:ea typeface="Roboto" panose="02000000000000000000" pitchFamily="2" charset="0"/>
              <a:cs typeface="Roboto" panose="02000000000000000000" pitchFamily="2" charset="0"/>
            </a:endParaRPr>
          </a:p>
          <a:p>
            <a:endParaRPr lang="en-IN" sz="1400" dirty="0">
              <a:solidFill>
                <a:srgbClr val="1B8DCE"/>
              </a:solidFill>
              <a:latin typeface="Roboto" panose="02000000000000000000" pitchFamily="2" charset="0"/>
              <a:ea typeface="Roboto" panose="02000000000000000000" pitchFamily="2" charset="0"/>
              <a:cs typeface="Roboto" panose="02000000000000000000" pitchFamily="2" charset="0"/>
            </a:endParaRPr>
          </a:p>
          <a:p>
            <a:r>
              <a:rPr lang="en-IN" sz="1400" dirty="0">
                <a:solidFill>
                  <a:srgbClr val="1B8DCE"/>
                </a:solidFill>
                <a:latin typeface="Roboto" panose="02000000000000000000" pitchFamily="2" charset="0"/>
                <a:ea typeface="Roboto" panose="02000000000000000000" pitchFamily="2" charset="0"/>
                <a:cs typeface="Roboto" panose="02000000000000000000" pitchFamily="2" charset="0"/>
              </a:rPr>
              <a:t>We have managed our customers needs and at the same time we have developed our product portfolio of our VISION</a:t>
            </a:r>
            <a:endParaRPr lang="en-IN" sz="1400" b="1" dirty="0">
              <a:solidFill>
                <a:srgbClr val="1B8DCE"/>
              </a:solidFill>
              <a:latin typeface="Roboto" panose="02000000000000000000" pitchFamily="2" charset="0"/>
              <a:ea typeface="Roboto" panose="02000000000000000000" pitchFamily="2" charset="0"/>
              <a:cs typeface="Roboto" panose="02000000000000000000" pitchFamily="2" charset="0"/>
            </a:endParaRPr>
          </a:p>
          <a:p>
            <a:endParaRPr lang="en-US" sz="1400" b="1" dirty="0">
              <a:solidFill>
                <a:srgbClr val="CA7C42"/>
              </a:solidFill>
              <a:latin typeface="Roboto" panose="02000000000000000000" pitchFamily="2" charset="0"/>
              <a:ea typeface="Roboto" panose="02000000000000000000" pitchFamily="2" charset="0"/>
              <a:cs typeface="Roboto" panose="02000000000000000000" pitchFamily="2" charset="0"/>
            </a:endParaRPr>
          </a:p>
        </p:txBody>
      </p:sp>
      <p:cxnSp>
        <p:nvCxnSpPr>
          <p:cNvPr id="17" name="Straight Arrow Connector 16">
            <a:extLst>
              <a:ext uri="{FF2B5EF4-FFF2-40B4-BE49-F238E27FC236}">
                <a16:creationId xmlns:a16="http://schemas.microsoft.com/office/drawing/2014/main" id="{2922A2D9-FD04-BB77-78AC-639E2CB84AEB}"/>
              </a:ext>
            </a:extLst>
          </p:cNvPr>
          <p:cNvCxnSpPr>
            <a:cxnSpLocks/>
          </p:cNvCxnSpPr>
          <p:nvPr/>
        </p:nvCxnSpPr>
        <p:spPr>
          <a:xfrm>
            <a:off x="6142177" y="2844800"/>
            <a:ext cx="727055" cy="0"/>
          </a:xfrm>
          <a:prstGeom prst="straightConnector1">
            <a:avLst/>
          </a:prstGeom>
          <a:ln w="76200">
            <a:gradFill flip="none" rotWithShape="1">
              <a:gsLst>
                <a:gs pos="0">
                  <a:srgbClr val="CA7C42"/>
                </a:gs>
                <a:gs pos="100000">
                  <a:schemeClr val="accent1">
                    <a:lumMod val="100000"/>
                  </a:schemeClr>
                </a:gs>
              </a:gsLst>
              <a:path path="circle">
                <a:fillToRect r="100000" b="100000"/>
              </a:path>
              <a:tileRect l="-100000" t="-100000"/>
            </a:gra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02A7864-50D4-1012-817C-D938589A1BB9}"/>
              </a:ext>
            </a:extLst>
          </p:cNvPr>
          <p:cNvCxnSpPr>
            <a:cxnSpLocks/>
          </p:cNvCxnSpPr>
          <p:nvPr/>
        </p:nvCxnSpPr>
        <p:spPr>
          <a:xfrm>
            <a:off x="6142177" y="3576782"/>
            <a:ext cx="727055" cy="0"/>
          </a:xfrm>
          <a:prstGeom prst="straightConnector1">
            <a:avLst/>
          </a:prstGeom>
          <a:ln w="76200">
            <a:gradFill flip="none" rotWithShape="1">
              <a:gsLst>
                <a:gs pos="0">
                  <a:srgbClr val="CA7C42"/>
                </a:gs>
                <a:gs pos="100000">
                  <a:schemeClr val="accent1">
                    <a:lumMod val="100000"/>
                  </a:schemeClr>
                </a:gs>
              </a:gsLst>
              <a:path path="circle">
                <a:fillToRect r="100000" b="100000"/>
              </a:path>
              <a:tileRect l="-100000" t="-100000"/>
            </a:gra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C040D8B-7585-C874-C20C-425DB5D2AB57}"/>
              </a:ext>
            </a:extLst>
          </p:cNvPr>
          <p:cNvCxnSpPr>
            <a:cxnSpLocks/>
          </p:cNvCxnSpPr>
          <p:nvPr/>
        </p:nvCxnSpPr>
        <p:spPr>
          <a:xfrm>
            <a:off x="6142174" y="4308764"/>
            <a:ext cx="727055" cy="0"/>
          </a:xfrm>
          <a:prstGeom prst="straightConnector1">
            <a:avLst/>
          </a:prstGeom>
          <a:ln w="76200">
            <a:gradFill flip="none" rotWithShape="1">
              <a:gsLst>
                <a:gs pos="0">
                  <a:srgbClr val="CA7C42"/>
                </a:gs>
                <a:gs pos="100000">
                  <a:schemeClr val="accent1">
                    <a:lumMod val="100000"/>
                  </a:schemeClr>
                </a:gs>
              </a:gsLst>
              <a:path path="circle">
                <a:fillToRect r="100000" b="100000"/>
              </a:path>
              <a:tileRect l="-100000" t="-100000"/>
            </a:gra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FD3C427-60E6-6323-09C3-ED2BABFC0B16}"/>
              </a:ext>
            </a:extLst>
          </p:cNvPr>
          <p:cNvCxnSpPr>
            <a:cxnSpLocks/>
          </p:cNvCxnSpPr>
          <p:nvPr/>
        </p:nvCxnSpPr>
        <p:spPr>
          <a:xfrm>
            <a:off x="6142176" y="5040746"/>
            <a:ext cx="727055" cy="0"/>
          </a:xfrm>
          <a:prstGeom prst="straightConnector1">
            <a:avLst/>
          </a:prstGeom>
          <a:ln w="76200">
            <a:gradFill flip="none" rotWithShape="1">
              <a:gsLst>
                <a:gs pos="0">
                  <a:srgbClr val="CA7C42"/>
                </a:gs>
                <a:gs pos="100000">
                  <a:schemeClr val="accent1">
                    <a:lumMod val="100000"/>
                  </a:schemeClr>
                </a:gs>
              </a:gsLst>
              <a:path path="circle">
                <a:fillToRect r="100000" b="100000"/>
              </a:path>
              <a:tileRect l="-100000" t="-100000"/>
            </a:gra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3B5F9E4-B318-A1F6-7BCB-AA6FC1EFD94E}"/>
              </a:ext>
            </a:extLst>
          </p:cNvPr>
          <p:cNvCxnSpPr>
            <a:cxnSpLocks/>
          </p:cNvCxnSpPr>
          <p:nvPr/>
        </p:nvCxnSpPr>
        <p:spPr>
          <a:xfrm>
            <a:off x="6142175" y="5772727"/>
            <a:ext cx="727055" cy="0"/>
          </a:xfrm>
          <a:prstGeom prst="straightConnector1">
            <a:avLst/>
          </a:prstGeom>
          <a:ln w="76200">
            <a:gradFill flip="none" rotWithShape="1">
              <a:gsLst>
                <a:gs pos="0">
                  <a:srgbClr val="CA7C42"/>
                </a:gs>
                <a:gs pos="100000">
                  <a:schemeClr val="accent1">
                    <a:lumMod val="100000"/>
                  </a:schemeClr>
                </a:gs>
              </a:gsLst>
              <a:path path="circle">
                <a:fillToRect r="100000" b="100000"/>
              </a:path>
              <a:tileRect l="-100000" t="-100000"/>
            </a:gra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9146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Google Shape;126;p18">
            <a:extLst>
              <a:ext uri="{FF2B5EF4-FFF2-40B4-BE49-F238E27FC236}">
                <a16:creationId xmlns:a16="http://schemas.microsoft.com/office/drawing/2014/main" id="{8BA9BDBB-D31C-2096-F412-0DD0F0CEAF60}"/>
              </a:ext>
            </a:extLst>
          </p:cNvPr>
          <p:cNvSpPr/>
          <p:nvPr/>
        </p:nvSpPr>
        <p:spPr>
          <a:xfrm>
            <a:off x="-13608" y="5100149"/>
            <a:ext cx="12205608" cy="1255115"/>
          </a:xfrm>
          <a:prstGeom prst="rect">
            <a:avLst/>
          </a:prstGeom>
          <a:gradFill flip="none" rotWithShape="1">
            <a:gsLst>
              <a:gs pos="0">
                <a:schemeClr val="accent3">
                  <a:lumMod val="40000"/>
                  <a:lumOff val="60000"/>
                  <a:alpha val="0"/>
                </a:schemeClr>
              </a:gs>
              <a:gs pos="81000">
                <a:schemeClr val="accent2">
                  <a:lumMod val="40000"/>
                  <a:lumOff val="60000"/>
                </a:scheme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Roboto" panose="02000000000000000000" pitchFamily="2" charset="0"/>
              <a:ea typeface="Roboto" panose="02000000000000000000" pitchFamily="2" charset="0"/>
              <a:cs typeface="Roboto" panose="02000000000000000000" pitchFamily="2" charset="0"/>
            </a:endParaRPr>
          </a:p>
        </p:txBody>
      </p:sp>
      <p:sp>
        <p:nvSpPr>
          <p:cNvPr id="4" name="Slide Number Placeholder 3">
            <a:extLst>
              <a:ext uri="{FF2B5EF4-FFF2-40B4-BE49-F238E27FC236}">
                <a16:creationId xmlns:a16="http://schemas.microsoft.com/office/drawing/2014/main" id="{1AEEB7A0-22F4-44B2-8E8E-C82A27F783FA}"/>
              </a:ext>
            </a:extLst>
          </p:cNvPr>
          <p:cNvSpPr>
            <a:spLocks noGrp="1"/>
          </p:cNvSpPr>
          <p:nvPr>
            <p:ph type="sldNum" sz="quarter" idx="12"/>
          </p:nvPr>
        </p:nvSpPr>
        <p:spPr/>
        <p:txBody>
          <a:bodyPr/>
          <a:lstStyle/>
          <a:p>
            <a:fld id="{4FAB73BC-B049-4115-A692-8D63A059BFB8}" type="slidenum">
              <a:rPr lang="en-US" smtClean="0">
                <a:latin typeface="Roboto" panose="02000000000000000000" pitchFamily="2" charset="0"/>
                <a:ea typeface="Roboto" panose="02000000000000000000" pitchFamily="2" charset="0"/>
                <a:cs typeface="Roboto" panose="02000000000000000000" pitchFamily="2" charset="0"/>
              </a:rPr>
              <a:pPr/>
              <a:t>5</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95193269-6417-FF02-561B-C3675454CA86}"/>
              </a:ext>
            </a:extLst>
          </p:cNvPr>
          <p:cNvSpPr txBox="1"/>
          <p:nvPr/>
        </p:nvSpPr>
        <p:spPr>
          <a:xfrm>
            <a:off x="0" y="-55265"/>
            <a:ext cx="7823200" cy="584775"/>
          </a:xfrm>
          <a:prstGeom prst="rect">
            <a:avLst/>
          </a:prstGeom>
          <a:noFill/>
        </p:spPr>
        <p:txBody>
          <a:bodyPr wrap="square">
            <a:spAutoFit/>
          </a:bodyPr>
          <a:lstStyle/>
          <a:p>
            <a:r>
              <a:rPr lang="en-US" sz="32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Our Achievements - 2023</a:t>
            </a:r>
            <a:endParaRPr lang="en-IN" sz="32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128" name="Slide Number Placeholder 3">
            <a:extLst>
              <a:ext uri="{FF2B5EF4-FFF2-40B4-BE49-F238E27FC236}">
                <a16:creationId xmlns:a16="http://schemas.microsoft.com/office/drawing/2014/main" id="{98030F7B-ED43-BAAA-4B85-0F144EDE5099}"/>
              </a:ext>
            </a:extLst>
          </p:cNvPr>
          <p:cNvSpPr txBox="1">
            <a:spLocks/>
          </p:cNvSpPr>
          <p:nvPr/>
        </p:nvSpPr>
        <p:spPr>
          <a:xfrm>
            <a:off x="10837333" y="6470704"/>
            <a:ext cx="973667" cy="387294"/>
          </a:xfrm>
          <a:prstGeom prst="rect">
            <a:avLst/>
          </a:prstGeom>
        </p:spPr>
        <p:txBody>
          <a:bodyPr anchor="ctr"/>
          <a:lstStyle>
            <a:defPPr>
              <a:defRPr lang="en-US"/>
            </a:defPPr>
            <a:lvl1pPr marL="0" algn="ctr" defTabSz="457200" rtl="0" eaLnBrk="1" latinLnBrk="0" hangingPunct="1">
              <a:defRPr sz="1200" kern="1200">
                <a:solidFill>
                  <a:schemeClr val="bg1">
                    <a:lumMod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latin typeface="Roboto" panose="02000000000000000000" pitchFamily="2" charset="0"/>
                <a:ea typeface="Roboto" panose="02000000000000000000" pitchFamily="2" charset="0"/>
                <a:cs typeface="Roboto" panose="02000000000000000000" pitchFamily="2" charset="0"/>
              </a:rPr>
              <a:pPr/>
              <a:t>5</a:t>
            </a:fld>
            <a:endParaRPr lang="en-US" dirty="0">
              <a:latin typeface="Roboto" panose="02000000000000000000" pitchFamily="2" charset="0"/>
              <a:ea typeface="Roboto" panose="02000000000000000000" pitchFamily="2" charset="0"/>
              <a:cs typeface="Roboto" panose="02000000000000000000" pitchFamily="2" charset="0"/>
            </a:endParaRPr>
          </a:p>
        </p:txBody>
      </p:sp>
      <p:grpSp>
        <p:nvGrpSpPr>
          <p:cNvPr id="129" name="Group 128">
            <a:extLst>
              <a:ext uri="{FF2B5EF4-FFF2-40B4-BE49-F238E27FC236}">
                <a16:creationId xmlns:a16="http://schemas.microsoft.com/office/drawing/2014/main" id="{22E12EE2-AAC8-96E5-1C6D-CCF5B826F1C5}"/>
              </a:ext>
            </a:extLst>
          </p:cNvPr>
          <p:cNvGrpSpPr/>
          <p:nvPr/>
        </p:nvGrpSpPr>
        <p:grpSpPr>
          <a:xfrm>
            <a:off x="9399030" y="825472"/>
            <a:ext cx="1574976" cy="993359"/>
            <a:chOff x="1717553" y="1273300"/>
            <a:chExt cx="1574976" cy="993359"/>
          </a:xfrm>
        </p:grpSpPr>
        <p:sp>
          <p:nvSpPr>
            <p:cNvPr id="130" name="Google Shape;117;p18">
              <a:extLst>
                <a:ext uri="{FF2B5EF4-FFF2-40B4-BE49-F238E27FC236}">
                  <a16:creationId xmlns:a16="http://schemas.microsoft.com/office/drawing/2014/main" id="{A9DC9F1F-4E96-982E-94A0-4C07313FDC99}"/>
                </a:ext>
              </a:extLst>
            </p:cNvPr>
            <p:cNvSpPr txBox="1"/>
            <p:nvPr/>
          </p:nvSpPr>
          <p:spPr>
            <a:xfrm>
              <a:off x="1717553" y="1273300"/>
              <a:ext cx="1537837" cy="569356"/>
            </a:xfrm>
            <a:prstGeom prst="rect">
              <a:avLst/>
            </a:prstGeom>
            <a:noFill/>
            <a:ln>
              <a:noFill/>
            </a:ln>
          </p:spPr>
          <p:txBody>
            <a:bodyPr spcFirstLastPara="1" wrap="square" lIns="91425" tIns="91425" rIns="91425" bIns="91425" anchor="t" anchorCtr="0">
              <a:spAutoFit/>
            </a:bodyPr>
            <a:lstStyle/>
            <a:p>
              <a:pPr lvl="0" indent="0">
                <a:lnSpc>
                  <a:spcPct val="125000"/>
                </a:lnSpc>
                <a:spcBef>
                  <a:spcPts val="0"/>
                </a:spcBef>
                <a:spcAft>
                  <a:spcPts val="0"/>
                </a:spcAft>
                <a:buNone/>
              </a:pPr>
              <a:r>
                <a:rPr lang="e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SemiBold"/>
                </a:rPr>
                <a:t>12+</a:t>
              </a:r>
              <a:endParaRPr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SemiBold"/>
              </a:endParaRPr>
            </a:p>
          </p:txBody>
        </p:sp>
        <p:sp>
          <p:nvSpPr>
            <p:cNvPr id="131" name="Google Shape;118;p18">
              <a:extLst>
                <a:ext uri="{FF2B5EF4-FFF2-40B4-BE49-F238E27FC236}">
                  <a16:creationId xmlns:a16="http://schemas.microsoft.com/office/drawing/2014/main" id="{FF284202-F1FD-A075-8EE4-DA6B6BBE217D}"/>
                </a:ext>
              </a:extLst>
            </p:cNvPr>
            <p:cNvSpPr txBox="1"/>
            <p:nvPr/>
          </p:nvSpPr>
          <p:spPr>
            <a:xfrm>
              <a:off x="1719929" y="1697303"/>
              <a:ext cx="1572600" cy="569356"/>
            </a:xfrm>
            <a:prstGeom prst="rect">
              <a:avLst/>
            </a:prstGeom>
            <a:noFill/>
            <a:ln>
              <a:noFill/>
            </a:ln>
          </p:spPr>
          <p:txBody>
            <a:bodyPr spcFirstLastPara="1" wrap="square" lIns="91425" tIns="91425" rIns="91425" bIns="91425" anchor="t" anchorCtr="0">
              <a:spAutoFit/>
            </a:bodyPr>
            <a:lstStyle/>
            <a:p>
              <a:pPr lvl="0" indent="0">
                <a:lnSpc>
                  <a:spcPct val="125000"/>
                </a:lnSpc>
                <a:spcBef>
                  <a:spcPts val="0"/>
                </a:spcBef>
                <a:spcAft>
                  <a:spcPts val="0"/>
                </a:spcAft>
                <a:buNone/>
              </a:pPr>
              <a:r>
                <a:rPr lang="e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a:rPr>
                <a:t>Employees</a:t>
              </a:r>
              <a:endParaRPr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a:endParaRPr>
            </a:p>
          </p:txBody>
        </p:sp>
      </p:grpSp>
      <p:sp>
        <p:nvSpPr>
          <p:cNvPr id="134" name="Google Shape;121;p18">
            <a:extLst>
              <a:ext uri="{FF2B5EF4-FFF2-40B4-BE49-F238E27FC236}">
                <a16:creationId xmlns:a16="http://schemas.microsoft.com/office/drawing/2014/main" id="{CB7A6855-AF3F-FFFF-0B8D-F818A51F70A0}"/>
              </a:ext>
            </a:extLst>
          </p:cNvPr>
          <p:cNvSpPr txBox="1"/>
          <p:nvPr/>
        </p:nvSpPr>
        <p:spPr>
          <a:xfrm>
            <a:off x="389552" y="1719066"/>
            <a:ext cx="3240000" cy="2492960"/>
          </a:xfrm>
          <a:prstGeom prst="rect">
            <a:avLst/>
          </a:prstGeom>
          <a:noFill/>
          <a:ln>
            <a:gradFill>
              <a:gsLst>
                <a:gs pos="0">
                  <a:srgbClr val="CA7C42"/>
                </a:gs>
                <a:gs pos="74000">
                  <a:schemeClr val="accent1">
                    <a:lumMod val="45000"/>
                    <a:lumOff val="55000"/>
                  </a:schemeClr>
                </a:gs>
                <a:gs pos="83000">
                  <a:schemeClr val="accent1">
                    <a:lumMod val="45000"/>
                    <a:lumOff val="55000"/>
                  </a:schemeClr>
                </a:gs>
                <a:gs pos="100000">
                  <a:schemeClr val="accent1">
                    <a:lumMod val="60000"/>
                    <a:lumOff val="40000"/>
                  </a:schemeClr>
                </a:gs>
              </a:gsLst>
              <a:lin ang="5400000" scaled="1"/>
            </a:gradFill>
          </a:ln>
        </p:spPr>
        <p:txBody>
          <a:bodyPr spcFirstLastPara="1" wrap="square" lIns="91425" tIns="91425" rIns="91425" bIns="91425" anchor="t" anchorCtr="0">
            <a:spAutoFit/>
          </a:bodyPr>
          <a:lstStyle/>
          <a:p>
            <a:pPr>
              <a:lnSpc>
                <a:spcPct val="125000"/>
              </a:lnSpc>
            </a:pP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t>
            </a:r>
            <a:r>
              <a:rPr lang="en" sz="1400" b="1" dirty="0">
                <a:solidFill>
                  <a:srgbClr val="1B8DCE"/>
                </a:solidFill>
                <a:latin typeface="Roboto" panose="02000000000000000000" pitchFamily="2" charset="0"/>
                <a:ea typeface="Roboto" panose="02000000000000000000" pitchFamily="2" charset="0"/>
                <a:cs typeface="Roboto" panose="02000000000000000000" pitchFamily="2" charset="0"/>
                <a:sym typeface="Poppins"/>
              </a:rPr>
              <a:t>3</a:t>
            </a: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Linux and AOSP board bringups</a:t>
            </a:r>
          </a:p>
          <a:p>
            <a:pPr>
              <a:lnSpc>
                <a:spcPct val="125000"/>
              </a:lnSpc>
            </a:pP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t>
            </a:r>
            <a:r>
              <a:rPr lang="en" sz="1400" b="1" dirty="0">
                <a:solidFill>
                  <a:srgbClr val="1B8DCE"/>
                </a:solidFill>
                <a:latin typeface="Roboto" panose="02000000000000000000" pitchFamily="2" charset="0"/>
                <a:ea typeface="Roboto" panose="02000000000000000000" pitchFamily="2" charset="0"/>
                <a:cs typeface="Roboto" panose="02000000000000000000" pitchFamily="2" charset="0"/>
                <a:sym typeface="Poppins"/>
              </a:rPr>
              <a:t>1</a:t>
            </a:r>
            <a:r>
              <a:rPr lang="en" sz="1200" b="1"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t>
            </a: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End to end Customized HMI on ARM </a:t>
            </a:r>
          </a:p>
          <a:p>
            <a:pPr>
              <a:lnSpc>
                <a:spcPct val="125000"/>
              </a:lnSpc>
            </a:pP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based Linux platform (HMI Designer </a:t>
            </a:r>
          </a:p>
          <a:p>
            <a:pPr>
              <a:lnSpc>
                <a:spcPct val="125000"/>
              </a:lnSpc>
            </a:pP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and Runtime)</a:t>
            </a:r>
          </a:p>
          <a:p>
            <a:pPr>
              <a:lnSpc>
                <a:spcPct val="125000"/>
              </a:lnSpc>
            </a:pP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t>
            </a:r>
            <a:r>
              <a:rPr lang="en" sz="1400" b="1" dirty="0">
                <a:solidFill>
                  <a:srgbClr val="1B8DCE"/>
                </a:solidFill>
                <a:latin typeface="Roboto" panose="02000000000000000000" pitchFamily="2" charset="0"/>
                <a:ea typeface="Roboto" panose="02000000000000000000" pitchFamily="2" charset="0"/>
                <a:cs typeface="Roboto" panose="02000000000000000000" pitchFamily="2" charset="0"/>
                <a:sym typeface="Poppins"/>
              </a:rPr>
              <a:t>1</a:t>
            </a:r>
            <a:r>
              <a:rPr lang="en" sz="1200" b="1" dirty="0">
                <a:solidFill>
                  <a:srgbClr val="1B8DCE"/>
                </a:solidFill>
                <a:latin typeface="Roboto" panose="02000000000000000000" pitchFamily="2" charset="0"/>
                <a:ea typeface="Roboto" panose="02000000000000000000" pitchFamily="2" charset="0"/>
                <a:cs typeface="Roboto" panose="02000000000000000000" pitchFamily="2" charset="0"/>
                <a:sym typeface="Poppins"/>
              </a:rPr>
              <a:t> </a:t>
            </a: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Web based HMI SCADA system</a:t>
            </a:r>
          </a:p>
          <a:p>
            <a:pPr>
              <a:lnSpc>
                <a:spcPct val="125000"/>
              </a:lnSpc>
            </a:pP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t>
            </a:r>
            <a:r>
              <a:rPr lang="en" sz="1400" b="1" dirty="0">
                <a:solidFill>
                  <a:srgbClr val="1B8DCE"/>
                </a:solidFill>
                <a:latin typeface="Roboto" panose="02000000000000000000" pitchFamily="2" charset="0"/>
                <a:ea typeface="Roboto" panose="02000000000000000000" pitchFamily="2" charset="0"/>
                <a:cs typeface="Roboto" panose="02000000000000000000" pitchFamily="2" charset="0"/>
                <a:sym typeface="Poppins"/>
              </a:rPr>
              <a:t>5 +</a:t>
            </a: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DotNet Core cloud applications</a:t>
            </a:r>
          </a:p>
          <a:p>
            <a:pPr>
              <a:lnSpc>
                <a:spcPct val="125000"/>
              </a:lnSpc>
            </a:pPr>
            <a:r>
              <a:rPr lang="en" sz="11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t>
            </a:r>
            <a:r>
              <a:rPr lang="en" sz="1200" b="1" dirty="0">
                <a:solidFill>
                  <a:srgbClr val="1B8DCE"/>
                </a:solidFill>
                <a:latin typeface="Roboto" panose="02000000000000000000" pitchFamily="2" charset="0"/>
                <a:ea typeface="Roboto" panose="02000000000000000000" pitchFamily="2" charset="0"/>
                <a:cs typeface="Roboto" panose="02000000000000000000" pitchFamily="2" charset="0"/>
                <a:sym typeface="Poppins"/>
              </a:rPr>
              <a:t>4 + </a:t>
            </a: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Industrial automations</a:t>
            </a:r>
          </a:p>
          <a:p>
            <a:pPr>
              <a:lnSpc>
                <a:spcPct val="125000"/>
              </a:lnSpc>
            </a:pP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t>
            </a:r>
            <a:r>
              <a:rPr lang="en" sz="1400" b="1" dirty="0">
                <a:solidFill>
                  <a:srgbClr val="1B8DCE"/>
                </a:solidFill>
                <a:latin typeface="Roboto" panose="02000000000000000000" pitchFamily="2" charset="0"/>
                <a:ea typeface="Roboto" panose="02000000000000000000" pitchFamily="2" charset="0"/>
                <a:cs typeface="Roboto" panose="02000000000000000000" pitchFamily="2" charset="0"/>
                <a:sym typeface="Poppins"/>
              </a:rPr>
              <a:t>15 +</a:t>
            </a: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Website development</a:t>
            </a:r>
          </a:p>
          <a:p>
            <a:pPr>
              <a:lnSpc>
                <a:spcPct val="125000"/>
              </a:lnSpc>
            </a:pP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t>
            </a:r>
            <a:r>
              <a:rPr lang="en" sz="1400" b="1" dirty="0">
                <a:solidFill>
                  <a:srgbClr val="1B8DCE"/>
                </a:solidFill>
                <a:latin typeface="Roboto" panose="02000000000000000000" pitchFamily="2" charset="0"/>
                <a:ea typeface="Roboto" panose="02000000000000000000" pitchFamily="2" charset="0"/>
                <a:cs typeface="Roboto" panose="02000000000000000000" pitchFamily="2" charset="0"/>
                <a:sym typeface="Poppins"/>
              </a:rPr>
              <a:t>5 +</a:t>
            </a: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SEO services </a:t>
            </a:r>
            <a:endParaRPr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endParaRPr>
          </a:p>
        </p:txBody>
      </p:sp>
      <p:grpSp>
        <p:nvGrpSpPr>
          <p:cNvPr id="138" name="Group 137">
            <a:extLst>
              <a:ext uri="{FF2B5EF4-FFF2-40B4-BE49-F238E27FC236}">
                <a16:creationId xmlns:a16="http://schemas.microsoft.com/office/drawing/2014/main" id="{63574D82-8BBA-466D-09E7-F14841634A7D}"/>
              </a:ext>
            </a:extLst>
          </p:cNvPr>
          <p:cNvGrpSpPr/>
          <p:nvPr/>
        </p:nvGrpSpPr>
        <p:grpSpPr>
          <a:xfrm>
            <a:off x="8247706" y="803934"/>
            <a:ext cx="652104" cy="886105"/>
            <a:chOff x="677619" y="1019934"/>
            <a:chExt cx="896594" cy="1435677"/>
          </a:xfrm>
        </p:grpSpPr>
        <p:grpSp>
          <p:nvGrpSpPr>
            <p:cNvPr id="139" name="Group">
              <a:extLst>
                <a:ext uri="{FF2B5EF4-FFF2-40B4-BE49-F238E27FC236}">
                  <a16:creationId xmlns:a16="http://schemas.microsoft.com/office/drawing/2014/main" id="{70E81FB5-46F4-B185-3AC2-44D0D3FCFABA}"/>
                </a:ext>
              </a:extLst>
            </p:cNvPr>
            <p:cNvGrpSpPr/>
            <p:nvPr/>
          </p:nvGrpSpPr>
          <p:grpSpPr>
            <a:xfrm>
              <a:off x="677619" y="1101854"/>
              <a:ext cx="414848" cy="1353757"/>
              <a:chOff x="0" y="0"/>
              <a:chExt cx="1494902" cy="5689055"/>
            </a:xfrm>
          </p:grpSpPr>
          <p:sp>
            <p:nvSpPr>
              <p:cNvPr id="145" name="Shape">
                <a:extLst>
                  <a:ext uri="{FF2B5EF4-FFF2-40B4-BE49-F238E27FC236}">
                    <a16:creationId xmlns:a16="http://schemas.microsoft.com/office/drawing/2014/main" id="{4A932DAC-296C-3B5F-F0BD-BEEE8BC42DEA}"/>
                  </a:ext>
                </a:extLst>
              </p:cNvPr>
              <p:cNvSpPr/>
              <p:nvPr/>
            </p:nvSpPr>
            <p:spPr>
              <a:xfrm>
                <a:off x="12056" y="0"/>
                <a:ext cx="1460237" cy="1440979"/>
              </a:xfrm>
              <a:custGeom>
                <a:avLst/>
                <a:gdLst/>
                <a:ahLst/>
                <a:cxnLst>
                  <a:cxn ang="0">
                    <a:pos x="wd2" y="hd2"/>
                  </a:cxn>
                  <a:cxn ang="5400000">
                    <a:pos x="wd2" y="hd2"/>
                  </a:cxn>
                  <a:cxn ang="10800000">
                    <a:pos x="wd2" y="hd2"/>
                  </a:cxn>
                  <a:cxn ang="16200000">
                    <a:pos x="wd2" y="hd2"/>
                  </a:cxn>
                </a:cxnLst>
                <a:rect l="0" t="0" r="r" b="b"/>
                <a:pathLst>
                  <a:path w="21600" h="21600" extrusionOk="0">
                    <a:moveTo>
                      <a:pt x="11232" y="0"/>
                    </a:moveTo>
                    <a:cubicBezTo>
                      <a:pt x="9362" y="61"/>
                      <a:pt x="7637" y="1690"/>
                      <a:pt x="7210" y="3340"/>
                    </a:cubicBezTo>
                    <a:cubicBezTo>
                      <a:pt x="6791" y="4954"/>
                      <a:pt x="6534" y="4890"/>
                      <a:pt x="6581" y="5843"/>
                    </a:cubicBezTo>
                    <a:cubicBezTo>
                      <a:pt x="6621" y="6651"/>
                      <a:pt x="6478" y="7693"/>
                      <a:pt x="6331" y="9023"/>
                    </a:cubicBezTo>
                    <a:cubicBezTo>
                      <a:pt x="6162" y="10543"/>
                      <a:pt x="5811" y="11661"/>
                      <a:pt x="4823" y="12522"/>
                    </a:cubicBezTo>
                    <a:cubicBezTo>
                      <a:pt x="4446" y="12939"/>
                      <a:pt x="4287" y="13359"/>
                      <a:pt x="4224" y="13672"/>
                    </a:cubicBezTo>
                    <a:cubicBezTo>
                      <a:pt x="4161" y="13985"/>
                      <a:pt x="4194" y="14189"/>
                      <a:pt x="4194" y="14189"/>
                    </a:cubicBezTo>
                    <a:cubicBezTo>
                      <a:pt x="4194" y="14189"/>
                      <a:pt x="3566" y="14224"/>
                      <a:pt x="2844" y="14463"/>
                    </a:cubicBezTo>
                    <a:cubicBezTo>
                      <a:pt x="2121" y="14702"/>
                      <a:pt x="1305" y="15147"/>
                      <a:pt x="928" y="15981"/>
                    </a:cubicBezTo>
                    <a:cubicBezTo>
                      <a:pt x="369" y="17467"/>
                      <a:pt x="202" y="19820"/>
                      <a:pt x="0" y="21600"/>
                    </a:cubicBezTo>
                    <a:lnTo>
                      <a:pt x="21600" y="21600"/>
                    </a:lnTo>
                    <a:cubicBezTo>
                      <a:pt x="21554" y="21288"/>
                      <a:pt x="21509" y="20987"/>
                      <a:pt x="21453" y="20754"/>
                    </a:cubicBezTo>
                    <a:cubicBezTo>
                      <a:pt x="21374" y="20426"/>
                      <a:pt x="21279" y="20037"/>
                      <a:pt x="21153" y="19201"/>
                    </a:cubicBezTo>
                    <a:cubicBezTo>
                      <a:pt x="21090" y="18367"/>
                      <a:pt x="20841" y="17203"/>
                      <a:pt x="20480" y="16235"/>
                    </a:cubicBezTo>
                    <a:cubicBezTo>
                      <a:pt x="20119" y="15266"/>
                      <a:pt x="19647" y="14492"/>
                      <a:pt x="19144" y="14433"/>
                    </a:cubicBezTo>
                    <a:cubicBezTo>
                      <a:pt x="18705" y="14374"/>
                      <a:pt x="18201" y="14164"/>
                      <a:pt x="17808" y="13970"/>
                    </a:cubicBezTo>
                    <a:cubicBezTo>
                      <a:pt x="17416" y="13777"/>
                      <a:pt x="17136" y="13597"/>
                      <a:pt x="17136" y="13597"/>
                    </a:cubicBezTo>
                    <a:cubicBezTo>
                      <a:pt x="17138" y="13523"/>
                      <a:pt x="17870" y="12651"/>
                      <a:pt x="16885" y="11805"/>
                    </a:cubicBezTo>
                    <a:cubicBezTo>
                      <a:pt x="16012" y="11055"/>
                      <a:pt x="15495" y="10567"/>
                      <a:pt x="15495" y="9566"/>
                    </a:cubicBezTo>
                    <a:cubicBezTo>
                      <a:pt x="15709" y="8949"/>
                      <a:pt x="15781" y="8345"/>
                      <a:pt x="15746" y="7714"/>
                    </a:cubicBezTo>
                    <a:cubicBezTo>
                      <a:pt x="15716" y="7184"/>
                      <a:pt x="15596" y="6617"/>
                      <a:pt x="15500" y="5962"/>
                    </a:cubicBezTo>
                    <a:cubicBezTo>
                      <a:pt x="15249" y="4531"/>
                      <a:pt x="14495" y="0"/>
                      <a:pt x="11355" y="0"/>
                    </a:cubicBezTo>
                    <a:cubicBezTo>
                      <a:pt x="11229" y="0"/>
                      <a:pt x="11232" y="0"/>
                      <a:pt x="11232" y="0"/>
                    </a:cubicBezTo>
                    <a:close/>
                  </a:path>
                </a:pathLst>
              </a:custGeom>
              <a:solidFill>
                <a:schemeClr val="tx2">
                  <a:lumMod val="20000"/>
                  <a:lumOff val="80000"/>
                </a:schemeClr>
              </a:solidFill>
              <a:ln w="12700" cap="flat">
                <a:noFill/>
                <a:miter lim="400000"/>
              </a:ln>
              <a:effectLst/>
            </p:spPr>
            <p:txBody>
              <a:bodyPr wrap="square" lIns="45719" tIns="45719" rIns="45719" bIns="45719" numCol="1" anchor="t">
                <a:noAutofit/>
              </a:bodyPr>
              <a:lstStyle/>
              <a:p>
                <a:pPr algn="ctr">
                  <a:lnSpc>
                    <a:spcPct val="100000"/>
                  </a:lnSpc>
                  <a:defRPr sz="3200" cap="none" spc="0">
                    <a:solidFill>
                      <a:srgbClr val="FFFFFF"/>
                    </a:solidFill>
                    <a:latin typeface="Helvetica Light"/>
                    <a:ea typeface="Helvetica Light"/>
                    <a:cs typeface="Helvetica Light"/>
                    <a:sym typeface="Helvetica Light"/>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46" name="Shape">
                <a:extLst>
                  <a:ext uri="{FF2B5EF4-FFF2-40B4-BE49-F238E27FC236}">
                    <a16:creationId xmlns:a16="http://schemas.microsoft.com/office/drawing/2014/main" id="{3DB57499-4569-374E-EAF6-473E789D6D57}"/>
                  </a:ext>
                </a:extLst>
              </p:cNvPr>
              <p:cNvSpPr/>
              <p:nvPr/>
            </p:nvSpPr>
            <p:spPr>
              <a:xfrm>
                <a:off x="124280" y="2655185"/>
                <a:ext cx="1252723" cy="1234129"/>
              </a:xfrm>
              <a:custGeom>
                <a:avLst/>
                <a:gdLst/>
                <a:ahLst/>
                <a:cxnLst>
                  <a:cxn ang="0">
                    <a:pos x="wd2" y="hd2"/>
                  </a:cxn>
                  <a:cxn ang="5400000">
                    <a:pos x="wd2" y="hd2"/>
                  </a:cxn>
                  <a:cxn ang="10800000">
                    <a:pos x="wd2" y="hd2"/>
                  </a:cxn>
                  <a:cxn ang="16200000">
                    <a:pos x="wd2" y="hd2"/>
                  </a:cxn>
                </a:cxnLst>
                <a:rect l="0" t="0" r="r" b="b"/>
                <a:pathLst>
                  <a:path w="21600" h="21600" extrusionOk="0">
                    <a:moveTo>
                      <a:pt x="126" y="0"/>
                    </a:moveTo>
                    <a:lnTo>
                      <a:pt x="0" y="825"/>
                    </a:lnTo>
                    <a:lnTo>
                      <a:pt x="1901" y="1209"/>
                    </a:lnTo>
                    <a:cubicBezTo>
                      <a:pt x="2011" y="2549"/>
                      <a:pt x="2205" y="4372"/>
                      <a:pt x="2490" y="6015"/>
                    </a:cubicBezTo>
                    <a:cubicBezTo>
                      <a:pt x="2730" y="7393"/>
                      <a:pt x="3001" y="8762"/>
                      <a:pt x="3309" y="10123"/>
                    </a:cubicBezTo>
                    <a:cubicBezTo>
                      <a:pt x="3881" y="12649"/>
                      <a:pt x="4585" y="15141"/>
                      <a:pt x="5444" y="17590"/>
                    </a:cubicBezTo>
                    <a:cubicBezTo>
                      <a:pt x="5444" y="17590"/>
                      <a:pt x="5404" y="18219"/>
                      <a:pt x="5404" y="18933"/>
                    </a:cubicBezTo>
                    <a:cubicBezTo>
                      <a:pt x="5404" y="19646"/>
                      <a:pt x="5441" y="20446"/>
                      <a:pt x="5587" y="20792"/>
                    </a:cubicBezTo>
                    <a:cubicBezTo>
                      <a:pt x="5659" y="20929"/>
                      <a:pt x="5688" y="21212"/>
                      <a:pt x="5702" y="21600"/>
                    </a:cubicBezTo>
                    <a:lnTo>
                      <a:pt x="17329" y="21600"/>
                    </a:lnTo>
                    <a:cubicBezTo>
                      <a:pt x="17342" y="21161"/>
                      <a:pt x="17378" y="20748"/>
                      <a:pt x="17449" y="20374"/>
                    </a:cubicBezTo>
                    <a:cubicBezTo>
                      <a:pt x="17523" y="19538"/>
                      <a:pt x="17601" y="18775"/>
                      <a:pt x="17656" y="18218"/>
                    </a:cubicBezTo>
                    <a:cubicBezTo>
                      <a:pt x="17710" y="17660"/>
                      <a:pt x="17747" y="17311"/>
                      <a:pt x="17747" y="17311"/>
                    </a:cubicBezTo>
                    <a:lnTo>
                      <a:pt x="19276" y="9106"/>
                    </a:lnTo>
                    <a:cubicBezTo>
                      <a:pt x="19561" y="7878"/>
                      <a:pt x="19768" y="6477"/>
                      <a:pt x="19900" y="5137"/>
                    </a:cubicBezTo>
                    <a:cubicBezTo>
                      <a:pt x="20060" y="3502"/>
                      <a:pt x="20101" y="1901"/>
                      <a:pt x="20054" y="488"/>
                    </a:cubicBezTo>
                    <a:cubicBezTo>
                      <a:pt x="20108" y="499"/>
                      <a:pt x="20244" y="521"/>
                      <a:pt x="20415" y="517"/>
                    </a:cubicBezTo>
                    <a:cubicBezTo>
                      <a:pt x="20586" y="514"/>
                      <a:pt x="20791" y="485"/>
                      <a:pt x="21005" y="401"/>
                    </a:cubicBezTo>
                    <a:cubicBezTo>
                      <a:pt x="21231" y="312"/>
                      <a:pt x="21433" y="171"/>
                      <a:pt x="21600" y="0"/>
                    </a:cubicBezTo>
                    <a:lnTo>
                      <a:pt x="126" y="0"/>
                    </a:lnTo>
                    <a:close/>
                  </a:path>
                </a:pathLst>
              </a:custGeom>
              <a:solidFill>
                <a:schemeClr val="tx2">
                  <a:lumMod val="60000"/>
                  <a:lumOff val="40000"/>
                  <a:alpha val="60000"/>
                </a:schemeClr>
              </a:solidFill>
              <a:ln w="12700" cap="flat">
                <a:noFill/>
                <a:miter lim="400000"/>
              </a:ln>
              <a:effectLst/>
            </p:spPr>
            <p:txBody>
              <a:bodyPr wrap="square" lIns="45719" tIns="45719" rIns="45719" bIns="45719" numCol="1" anchor="t">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47" name="Shape">
                <a:extLst>
                  <a:ext uri="{FF2B5EF4-FFF2-40B4-BE49-F238E27FC236}">
                    <a16:creationId xmlns:a16="http://schemas.microsoft.com/office/drawing/2014/main" id="{95D1C925-0565-1AAD-67EB-5A40C8EE1E8F}"/>
                  </a:ext>
                </a:extLst>
              </p:cNvPr>
              <p:cNvSpPr/>
              <p:nvPr/>
            </p:nvSpPr>
            <p:spPr>
              <a:xfrm>
                <a:off x="0" y="1432014"/>
                <a:ext cx="1494903" cy="1234129"/>
              </a:xfrm>
              <a:custGeom>
                <a:avLst/>
                <a:gdLst/>
                <a:ahLst/>
                <a:cxnLst>
                  <a:cxn ang="0">
                    <a:pos x="wd2" y="hd2"/>
                  </a:cxn>
                  <a:cxn ang="5400000">
                    <a:pos x="wd2" y="hd2"/>
                  </a:cxn>
                  <a:cxn ang="10800000">
                    <a:pos x="wd2" y="hd2"/>
                  </a:cxn>
                  <a:cxn ang="16200000">
                    <a:pos x="wd2" y="hd2"/>
                  </a:cxn>
                </a:cxnLst>
                <a:rect l="0" t="0" r="r" b="b"/>
                <a:pathLst>
                  <a:path w="21291" h="21600" extrusionOk="0">
                    <a:moveTo>
                      <a:pt x="186" y="0"/>
                    </a:moveTo>
                    <a:cubicBezTo>
                      <a:pt x="158" y="310"/>
                      <a:pt x="127" y="703"/>
                      <a:pt x="96" y="976"/>
                    </a:cubicBezTo>
                    <a:cubicBezTo>
                      <a:pt x="-154" y="3205"/>
                      <a:pt x="97" y="5854"/>
                      <a:pt x="701" y="7525"/>
                    </a:cubicBezTo>
                    <a:cubicBezTo>
                      <a:pt x="1064" y="8361"/>
                      <a:pt x="1610" y="8810"/>
                      <a:pt x="2063" y="9054"/>
                    </a:cubicBezTo>
                    <a:cubicBezTo>
                      <a:pt x="2517" y="9297"/>
                      <a:pt x="2877" y="9333"/>
                      <a:pt x="2877" y="9333"/>
                    </a:cubicBezTo>
                    <a:cubicBezTo>
                      <a:pt x="2879" y="9412"/>
                      <a:pt x="2908" y="10267"/>
                      <a:pt x="2896" y="11442"/>
                    </a:cubicBezTo>
                    <a:cubicBezTo>
                      <a:pt x="2887" y="12264"/>
                      <a:pt x="2865" y="13228"/>
                      <a:pt x="2777" y="14168"/>
                    </a:cubicBezTo>
                    <a:lnTo>
                      <a:pt x="1850" y="21600"/>
                    </a:lnTo>
                    <a:lnTo>
                      <a:pt x="19376" y="21600"/>
                    </a:lnTo>
                    <a:cubicBezTo>
                      <a:pt x="19628" y="21390"/>
                      <a:pt x="19841" y="21117"/>
                      <a:pt x="19939" y="20786"/>
                    </a:cubicBezTo>
                    <a:cubicBezTo>
                      <a:pt x="19324" y="18794"/>
                      <a:pt x="18880" y="16731"/>
                      <a:pt x="18605" y="14627"/>
                    </a:cubicBezTo>
                    <a:cubicBezTo>
                      <a:pt x="18495" y="13783"/>
                      <a:pt x="18414" y="12902"/>
                      <a:pt x="18364" y="12093"/>
                    </a:cubicBezTo>
                    <a:cubicBezTo>
                      <a:pt x="18419" y="12064"/>
                      <a:pt x="20785" y="11859"/>
                      <a:pt x="21026" y="9443"/>
                    </a:cubicBezTo>
                    <a:cubicBezTo>
                      <a:pt x="21307" y="6635"/>
                      <a:pt x="21446" y="2434"/>
                      <a:pt x="21026" y="558"/>
                    </a:cubicBezTo>
                    <a:cubicBezTo>
                      <a:pt x="21002" y="279"/>
                      <a:pt x="20971" y="185"/>
                      <a:pt x="20946" y="0"/>
                    </a:cubicBezTo>
                    <a:lnTo>
                      <a:pt x="186" y="0"/>
                    </a:lnTo>
                    <a:close/>
                  </a:path>
                </a:pathLst>
              </a:custGeom>
              <a:solidFill>
                <a:schemeClr val="tx2">
                  <a:lumMod val="40000"/>
                  <a:lumOff val="60000"/>
                  <a:alpha val="80000"/>
                </a:schemeClr>
              </a:solidFill>
              <a:ln w="12700" cap="flat">
                <a:noFill/>
                <a:miter lim="400000"/>
              </a:ln>
              <a:effectLst/>
            </p:spPr>
            <p:txBody>
              <a:bodyPr wrap="square" lIns="45719" tIns="45719" rIns="45719" bIns="45719" numCol="1" anchor="t">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48" name="Shape">
                <a:extLst>
                  <a:ext uri="{FF2B5EF4-FFF2-40B4-BE49-F238E27FC236}">
                    <a16:creationId xmlns:a16="http://schemas.microsoft.com/office/drawing/2014/main" id="{D0548089-A903-A758-D3AF-402A2051D439}"/>
                  </a:ext>
                </a:extLst>
              </p:cNvPr>
              <p:cNvSpPr/>
              <p:nvPr/>
            </p:nvSpPr>
            <p:spPr>
              <a:xfrm>
                <a:off x="428575" y="3890157"/>
                <a:ext cx="716649" cy="1798899"/>
              </a:xfrm>
              <a:custGeom>
                <a:avLst/>
                <a:gdLst/>
                <a:ahLst/>
                <a:cxnLst>
                  <a:cxn ang="0">
                    <a:pos x="wd2" y="hd2"/>
                  </a:cxn>
                  <a:cxn ang="5400000">
                    <a:pos x="wd2" y="hd2"/>
                  </a:cxn>
                  <a:cxn ang="10800000">
                    <a:pos x="wd2" y="hd2"/>
                  </a:cxn>
                  <a:cxn ang="16200000">
                    <a:pos x="wd2" y="hd2"/>
                  </a:cxn>
                </a:cxnLst>
                <a:rect l="0" t="0" r="r" b="b"/>
                <a:pathLst>
                  <a:path w="20487" h="21600" extrusionOk="0">
                    <a:moveTo>
                      <a:pt x="764" y="0"/>
                    </a:moveTo>
                    <a:cubicBezTo>
                      <a:pt x="782" y="262"/>
                      <a:pt x="784" y="568"/>
                      <a:pt x="812" y="937"/>
                    </a:cubicBezTo>
                    <a:cubicBezTo>
                      <a:pt x="872" y="1749"/>
                      <a:pt x="1052" y="2777"/>
                      <a:pt x="1780" y="3827"/>
                    </a:cubicBezTo>
                    <a:cubicBezTo>
                      <a:pt x="3481" y="5930"/>
                      <a:pt x="6640" y="9370"/>
                      <a:pt x="6640" y="10900"/>
                    </a:cubicBezTo>
                    <a:cubicBezTo>
                      <a:pt x="6640" y="12426"/>
                      <a:pt x="5184" y="14243"/>
                      <a:pt x="3242" y="15006"/>
                    </a:cubicBezTo>
                    <a:cubicBezTo>
                      <a:pt x="1541" y="15674"/>
                      <a:pt x="-886" y="17205"/>
                      <a:pt x="328" y="17585"/>
                    </a:cubicBezTo>
                    <a:cubicBezTo>
                      <a:pt x="1056" y="17777"/>
                      <a:pt x="1845" y="17848"/>
                      <a:pt x="2634" y="17860"/>
                    </a:cubicBezTo>
                    <a:cubicBezTo>
                      <a:pt x="3424" y="17873"/>
                      <a:pt x="4212" y="17828"/>
                      <a:pt x="4941" y="17781"/>
                    </a:cubicBezTo>
                    <a:cubicBezTo>
                      <a:pt x="5547" y="17684"/>
                      <a:pt x="6031" y="17517"/>
                      <a:pt x="6364" y="17374"/>
                    </a:cubicBezTo>
                    <a:cubicBezTo>
                      <a:pt x="6698" y="17231"/>
                      <a:pt x="6877" y="17111"/>
                      <a:pt x="6877" y="17111"/>
                    </a:cubicBezTo>
                    <a:cubicBezTo>
                      <a:pt x="6877" y="17111"/>
                      <a:pt x="6881" y="17303"/>
                      <a:pt x="6820" y="17565"/>
                    </a:cubicBezTo>
                    <a:cubicBezTo>
                      <a:pt x="6759" y="17828"/>
                      <a:pt x="6636" y="18160"/>
                      <a:pt x="6393" y="18447"/>
                    </a:cubicBezTo>
                    <a:cubicBezTo>
                      <a:pt x="5665" y="19115"/>
                      <a:pt x="6395" y="21600"/>
                      <a:pt x="8823" y="21600"/>
                    </a:cubicBezTo>
                    <a:cubicBezTo>
                      <a:pt x="9310" y="21600"/>
                      <a:pt x="9557" y="21600"/>
                      <a:pt x="9800" y="21600"/>
                    </a:cubicBezTo>
                    <a:cubicBezTo>
                      <a:pt x="10893" y="21457"/>
                      <a:pt x="11802" y="21121"/>
                      <a:pt x="12439" y="20643"/>
                    </a:cubicBezTo>
                    <a:cubicBezTo>
                      <a:pt x="13076" y="20166"/>
                      <a:pt x="13435" y="19545"/>
                      <a:pt x="13435" y="18829"/>
                    </a:cubicBezTo>
                    <a:cubicBezTo>
                      <a:pt x="13193" y="17205"/>
                      <a:pt x="14163" y="16916"/>
                      <a:pt x="13435" y="15963"/>
                    </a:cubicBezTo>
                    <a:cubicBezTo>
                      <a:pt x="12706" y="15006"/>
                      <a:pt x="13683" y="14339"/>
                      <a:pt x="14897" y="12809"/>
                    </a:cubicBezTo>
                    <a:cubicBezTo>
                      <a:pt x="16111" y="11378"/>
                      <a:pt x="20714" y="4878"/>
                      <a:pt x="20478" y="3253"/>
                    </a:cubicBezTo>
                    <a:cubicBezTo>
                      <a:pt x="20296" y="2002"/>
                      <a:pt x="19996" y="911"/>
                      <a:pt x="20032" y="0"/>
                    </a:cubicBezTo>
                    <a:lnTo>
                      <a:pt x="764" y="0"/>
                    </a:lnTo>
                    <a:close/>
                  </a:path>
                </a:pathLst>
              </a:custGeom>
              <a:solidFill>
                <a:schemeClr val="tx2">
                  <a:lumMod val="75000"/>
                  <a:alpha val="40000"/>
                </a:schemeClr>
              </a:solidFill>
              <a:ln w="12700" cap="flat">
                <a:noFill/>
                <a:miter lim="400000"/>
              </a:ln>
              <a:effectLst/>
            </p:spPr>
            <p:txBody>
              <a:bodyPr wrap="square" lIns="45719" tIns="45719" rIns="45719" bIns="45719" numCol="1" anchor="t">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grpSp>
        <p:grpSp>
          <p:nvGrpSpPr>
            <p:cNvPr id="140" name="Group">
              <a:extLst>
                <a:ext uri="{FF2B5EF4-FFF2-40B4-BE49-F238E27FC236}">
                  <a16:creationId xmlns:a16="http://schemas.microsoft.com/office/drawing/2014/main" id="{42C2CA1B-705F-4C2A-4835-8A9AC1E4802F}"/>
                </a:ext>
              </a:extLst>
            </p:cNvPr>
            <p:cNvGrpSpPr/>
            <p:nvPr/>
          </p:nvGrpSpPr>
          <p:grpSpPr>
            <a:xfrm>
              <a:off x="1133233" y="1019934"/>
              <a:ext cx="440980" cy="1427486"/>
              <a:chOff x="0" y="0"/>
              <a:chExt cx="1839525" cy="6191129"/>
            </a:xfrm>
          </p:grpSpPr>
          <p:sp>
            <p:nvSpPr>
              <p:cNvPr id="141" name="Shape">
                <a:extLst>
                  <a:ext uri="{FF2B5EF4-FFF2-40B4-BE49-F238E27FC236}">
                    <a16:creationId xmlns:a16="http://schemas.microsoft.com/office/drawing/2014/main" id="{A6F042BF-5A1B-5E32-B9EE-93BBD73ABFBE}"/>
                  </a:ext>
                </a:extLst>
              </p:cNvPr>
              <p:cNvSpPr/>
              <p:nvPr/>
            </p:nvSpPr>
            <p:spPr>
              <a:xfrm>
                <a:off x="0" y="-1"/>
                <a:ext cx="1730518" cy="1692044"/>
              </a:xfrm>
              <a:custGeom>
                <a:avLst/>
                <a:gdLst/>
                <a:ahLst/>
                <a:cxnLst>
                  <a:cxn ang="0">
                    <a:pos x="wd2" y="hd2"/>
                  </a:cxn>
                  <a:cxn ang="5400000">
                    <a:pos x="wd2" y="hd2"/>
                  </a:cxn>
                  <a:cxn ang="10800000">
                    <a:pos x="wd2" y="hd2"/>
                  </a:cxn>
                  <a:cxn ang="16200000">
                    <a:pos x="wd2" y="hd2"/>
                  </a:cxn>
                </a:cxnLst>
                <a:rect l="0" t="0" r="r" b="b"/>
                <a:pathLst>
                  <a:path w="21540" h="21561" extrusionOk="0">
                    <a:moveTo>
                      <a:pt x="9539" y="0"/>
                    </a:moveTo>
                    <a:cubicBezTo>
                      <a:pt x="6978" y="62"/>
                      <a:pt x="5804" y="1927"/>
                      <a:pt x="5526" y="3322"/>
                    </a:cubicBezTo>
                    <a:cubicBezTo>
                      <a:pt x="5247" y="4658"/>
                      <a:pt x="5363" y="6652"/>
                      <a:pt x="5547" y="7523"/>
                    </a:cubicBezTo>
                    <a:cubicBezTo>
                      <a:pt x="5723" y="8359"/>
                      <a:pt x="6590" y="8863"/>
                      <a:pt x="6596" y="8868"/>
                    </a:cubicBezTo>
                    <a:cubicBezTo>
                      <a:pt x="6596" y="8868"/>
                      <a:pt x="6774" y="9542"/>
                      <a:pt x="6774" y="10214"/>
                    </a:cubicBezTo>
                    <a:cubicBezTo>
                      <a:pt x="6774" y="10886"/>
                      <a:pt x="6597" y="10888"/>
                      <a:pt x="6071" y="11056"/>
                    </a:cubicBezTo>
                    <a:cubicBezTo>
                      <a:pt x="5546" y="11224"/>
                      <a:pt x="5370" y="12232"/>
                      <a:pt x="4146" y="13243"/>
                    </a:cubicBezTo>
                    <a:cubicBezTo>
                      <a:pt x="3533" y="13663"/>
                      <a:pt x="2835" y="13790"/>
                      <a:pt x="2179" y="13895"/>
                    </a:cubicBezTo>
                    <a:cubicBezTo>
                      <a:pt x="1522" y="14000"/>
                      <a:pt x="909" y="14083"/>
                      <a:pt x="472" y="14419"/>
                    </a:cubicBezTo>
                    <a:cubicBezTo>
                      <a:pt x="32" y="14838"/>
                      <a:pt x="-60" y="15555"/>
                      <a:pt x="34" y="16539"/>
                    </a:cubicBezTo>
                    <a:cubicBezTo>
                      <a:pt x="129" y="17536"/>
                      <a:pt x="413" y="18785"/>
                      <a:pt x="757" y="20266"/>
                    </a:cubicBezTo>
                    <a:cubicBezTo>
                      <a:pt x="844" y="20750"/>
                      <a:pt x="944" y="21168"/>
                      <a:pt x="1050" y="21561"/>
                    </a:cubicBezTo>
                    <a:lnTo>
                      <a:pt x="21540" y="21561"/>
                    </a:lnTo>
                    <a:cubicBezTo>
                      <a:pt x="21336" y="21323"/>
                      <a:pt x="21131" y="21081"/>
                      <a:pt x="20916" y="20880"/>
                    </a:cubicBezTo>
                    <a:cubicBezTo>
                      <a:pt x="20396" y="20310"/>
                      <a:pt x="19945" y="19625"/>
                      <a:pt x="19548" y="18938"/>
                    </a:cubicBezTo>
                    <a:cubicBezTo>
                      <a:pt x="19140" y="18231"/>
                      <a:pt x="18785" y="17522"/>
                      <a:pt x="18498" y="16941"/>
                    </a:cubicBezTo>
                    <a:cubicBezTo>
                      <a:pt x="18149" y="16269"/>
                      <a:pt x="17798" y="15805"/>
                      <a:pt x="17383" y="15447"/>
                    </a:cubicBezTo>
                    <a:cubicBezTo>
                      <a:pt x="16967" y="15090"/>
                      <a:pt x="16487" y="14836"/>
                      <a:pt x="15874" y="14584"/>
                    </a:cubicBezTo>
                    <a:cubicBezTo>
                      <a:pt x="15349" y="14416"/>
                      <a:pt x="14605" y="14206"/>
                      <a:pt x="13948" y="13975"/>
                    </a:cubicBezTo>
                    <a:cubicBezTo>
                      <a:pt x="13292" y="13744"/>
                      <a:pt x="12722" y="13495"/>
                      <a:pt x="12547" y="13243"/>
                    </a:cubicBezTo>
                    <a:cubicBezTo>
                      <a:pt x="12151" y="12738"/>
                      <a:pt x="11773" y="12235"/>
                      <a:pt x="11671" y="11728"/>
                    </a:cubicBezTo>
                    <a:cubicBezTo>
                      <a:pt x="11573" y="11237"/>
                      <a:pt x="11726" y="10952"/>
                      <a:pt x="11932" y="10379"/>
                    </a:cubicBezTo>
                    <a:cubicBezTo>
                      <a:pt x="11829" y="10068"/>
                      <a:pt x="11856" y="9728"/>
                      <a:pt x="12010" y="9440"/>
                    </a:cubicBezTo>
                    <a:cubicBezTo>
                      <a:pt x="12161" y="9158"/>
                      <a:pt x="12418" y="8951"/>
                      <a:pt x="12721" y="8868"/>
                    </a:cubicBezTo>
                    <a:cubicBezTo>
                      <a:pt x="12721" y="8868"/>
                      <a:pt x="12810" y="8868"/>
                      <a:pt x="12919" y="8784"/>
                    </a:cubicBezTo>
                    <a:cubicBezTo>
                      <a:pt x="13029" y="8700"/>
                      <a:pt x="13163" y="8532"/>
                      <a:pt x="13250" y="8196"/>
                    </a:cubicBezTo>
                    <a:cubicBezTo>
                      <a:pt x="13448" y="7341"/>
                      <a:pt x="13622" y="6316"/>
                      <a:pt x="13663" y="4016"/>
                    </a:cubicBezTo>
                    <a:cubicBezTo>
                      <a:pt x="13707" y="1572"/>
                      <a:pt x="11188" y="-39"/>
                      <a:pt x="9539" y="0"/>
                    </a:cubicBezTo>
                    <a:close/>
                  </a:path>
                </a:pathLst>
              </a:custGeom>
              <a:solidFill>
                <a:schemeClr val="tx2">
                  <a:lumMod val="20000"/>
                  <a:lumOff val="80000"/>
                </a:schemeClr>
              </a:solidFill>
              <a:ln w="12700" cap="flat">
                <a:noFill/>
                <a:miter lim="400000"/>
              </a:ln>
              <a:effectLst/>
            </p:spPr>
            <p:txBody>
              <a:bodyPr wrap="square" lIns="45719" tIns="45719" rIns="45719" bIns="45719" numCol="1" anchor="t">
                <a:noAutofit/>
              </a:bodyPr>
              <a:lstStyle/>
              <a:p>
                <a:pPr algn="ctr"/>
                <a:endParaRPr sz="3200">
                  <a:solidFill>
                    <a:srgbClr val="FFFFFF"/>
                  </a:solidFill>
                  <a:latin typeface="Roboto" panose="02000000000000000000" pitchFamily="2" charset="0"/>
                  <a:ea typeface="Roboto" panose="02000000000000000000" pitchFamily="2" charset="0"/>
                  <a:cs typeface="Roboto" panose="02000000000000000000" pitchFamily="2" charset="0"/>
                </a:endParaRPr>
              </a:p>
            </p:txBody>
          </p:sp>
          <p:sp>
            <p:nvSpPr>
              <p:cNvPr id="142" name="Shape">
                <a:extLst>
                  <a:ext uri="{FF2B5EF4-FFF2-40B4-BE49-F238E27FC236}">
                    <a16:creationId xmlns:a16="http://schemas.microsoft.com/office/drawing/2014/main" id="{A0F54E0D-CE98-5B58-7916-77D7B705BBD3}"/>
                  </a:ext>
                </a:extLst>
              </p:cNvPr>
              <p:cNvSpPr/>
              <p:nvPr/>
            </p:nvSpPr>
            <p:spPr>
              <a:xfrm>
                <a:off x="47304" y="2906249"/>
                <a:ext cx="1524146" cy="1234129"/>
              </a:xfrm>
              <a:custGeom>
                <a:avLst/>
                <a:gdLst/>
                <a:ahLst/>
                <a:cxnLst>
                  <a:cxn ang="0">
                    <a:pos x="wd2" y="hd2"/>
                  </a:cxn>
                  <a:cxn ang="5400000">
                    <a:pos x="wd2" y="hd2"/>
                  </a:cxn>
                  <a:cxn ang="10800000">
                    <a:pos x="wd2" y="hd2"/>
                  </a:cxn>
                  <a:cxn ang="16200000">
                    <a:pos x="wd2" y="hd2"/>
                  </a:cxn>
                </a:cxnLst>
                <a:rect l="0" t="0" r="r" b="b"/>
                <a:pathLst>
                  <a:path w="21242" h="21600" extrusionOk="0">
                    <a:moveTo>
                      <a:pt x="1062" y="0"/>
                    </a:moveTo>
                    <a:cubicBezTo>
                      <a:pt x="830" y="1198"/>
                      <a:pt x="590" y="2439"/>
                      <a:pt x="405" y="3469"/>
                    </a:cubicBezTo>
                    <a:cubicBezTo>
                      <a:pt x="16" y="5633"/>
                      <a:pt x="-124" y="7444"/>
                      <a:pt x="123" y="8322"/>
                    </a:cubicBezTo>
                    <a:cubicBezTo>
                      <a:pt x="417" y="8437"/>
                      <a:pt x="1051" y="8672"/>
                      <a:pt x="1664" y="8932"/>
                    </a:cubicBezTo>
                    <a:cubicBezTo>
                      <a:pt x="2276" y="9191"/>
                      <a:pt x="2865" y="9480"/>
                      <a:pt x="3061" y="9710"/>
                    </a:cubicBezTo>
                    <a:cubicBezTo>
                      <a:pt x="3256" y="10108"/>
                      <a:pt x="3321" y="10815"/>
                      <a:pt x="3260" y="11878"/>
                    </a:cubicBezTo>
                    <a:cubicBezTo>
                      <a:pt x="3220" y="12572"/>
                      <a:pt x="3131" y="13418"/>
                      <a:pt x="3001" y="14441"/>
                    </a:cubicBezTo>
                    <a:cubicBezTo>
                      <a:pt x="2903" y="16520"/>
                      <a:pt x="2806" y="18889"/>
                      <a:pt x="2659" y="21170"/>
                    </a:cubicBezTo>
                    <a:cubicBezTo>
                      <a:pt x="2649" y="21318"/>
                      <a:pt x="2636" y="21453"/>
                      <a:pt x="2626" y="21600"/>
                    </a:cubicBezTo>
                    <a:lnTo>
                      <a:pt x="9951" y="21600"/>
                    </a:lnTo>
                    <a:cubicBezTo>
                      <a:pt x="10400" y="18745"/>
                      <a:pt x="10845" y="15824"/>
                      <a:pt x="10845" y="15824"/>
                    </a:cubicBezTo>
                    <a:cubicBezTo>
                      <a:pt x="10845" y="15824"/>
                      <a:pt x="10845" y="17217"/>
                      <a:pt x="10845" y="19293"/>
                    </a:cubicBezTo>
                    <a:cubicBezTo>
                      <a:pt x="10844" y="20116"/>
                      <a:pt x="10796" y="20864"/>
                      <a:pt x="10747" y="21600"/>
                    </a:cubicBezTo>
                    <a:lnTo>
                      <a:pt x="17809" y="21600"/>
                    </a:lnTo>
                    <a:cubicBezTo>
                      <a:pt x="17907" y="21052"/>
                      <a:pt x="17984" y="20592"/>
                      <a:pt x="18096" y="19985"/>
                    </a:cubicBezTo>
                    <a:cubicBezTo>
                      <a:pt x="18966" y="15268"/>
                      <a:pt x="19385" y="9880"/>
                      <a:pt x="19428" y="9449"/>
                    </a:cubicBezTo>
                    <a:cubicBezTo>
                      <a:pt x="19428" y="9449"/>
                      <a:pt x="19673" y="9273"/>
                      <a:pt x="20016" y="9042"/>
                    </a:cubicBezTo>
                    <a:cubicBezTo>
                      <a:pt x="20359" y="8811"/>
                      <a:pt x="20804" y="8523"/>
                      <a:pt x="21196" y="8292"/>
                    </a:cubicBezTo>
                    <a:cubicBezTo>
                      <a:pt x="21476" y="7414"/>
                      <a:pt x="20413" y="4127"/>
                      <a:pt x="19688" y="0"/>
                    </a:cubicBezTo>
                    <a:lnTo>
                      <a:pt x="1062" y="0"/>
                    </a:lnTo>
                    <a:close/>
                  </a:path>
                </a:pathLst>
              </a:custGeom>
              <a:solidFill>
                <a:schemeClr val="tx2">
                  <a:lumMod val="60000"/>
                  <a:lumOff val="40000"/>
                  <a:alpha val="60000"/>
                </a:schemeClr>
              </a:solidFill>
              <a:ln w="12700" cap="flat">
                <a:noFill/>
                <a:miter lim="400000"/>
              </a:ln>
              <a:effectLst/>
            </p:spPr>
            <p:txBody>
              <a:bodyPr wrap="square" lIns="45719" tIns="45719" rIns="45719" bIns="45719" numCol="1" anchor="t">
                <a:noAutofit/>
              </a:bodyPr>
              <a:lstStyle/>
              <a:p>
                <a:pPr>
                  <a:lnSpc>
                    <a:spcPct val="80000"/>
                  </a:lnSpc>
                </a:pPr>
                <a:endParaRPr sz="7000" spc="140">
                  <a:solidFill>
                    <a:srgbClr val="FFFFFF"/>
                  </a:solidFill>
                  <a:latin typeface="Roboto" panose="02000000000000000000" pitchFamily="2" charset="0"/>
                  <a:ea typeface="Roboto" panose="02000000000000000000" pitchFamily="2" charset="0"/>
                  <a:cs typeface="Roboto" panose="02000000000000000000" pitchFamily="2" charset="0"/>
                </a:endParaRPr>
              </a:p>
            </p:txBody>
          </p:sp>
          <p:sp>
            <p:nvSpPr>
              <p:cNvPr id="143" name="Shape">
                <a:extLst>
                  <a:ext uri="{FF2B5EF4-FFF2-40B4-BE49-F238E27FC236}">
                    <a16:creationId xmlns:a16="http://schemas.microsoft.com/office/drawing/2014/main" id="{4584E376-ADCC-00F5-6168-16FE6949443D}"/>
                  </a:ext>
                </a:extLst>
              </p:cNvPr>
              <p:cNvSpPr/>
              <p:nvPr/>
            </p:nvSpPr>
            <p:spPr>
              <a:xfrm>
                <a:off x="132098" y="4141221"/>
                <a:ext cx="1619670" cy="2049909"/>
              </a:xfrm>
              <a:custGeom>
                <a:avLst/>
                <a:gdLst/>
                <a:ahLst/>
                <a:cxnLst>
                  <a:cxn ang="0">
                    <a:pos x="wd2" y="hd2"/>
                  </a:cxn>
                  <a:cxn ang="5400000">
                    <a:pos x="wd2" y="hd2"/>
                  </a:cxn>
                  <a:cxn ang="10800000">
                    <a:pos x="wd2" y="hd2"/>
                  </a:cxn>
                  <a:cxn ang="16200000">
                    <a:pos x="wd2" y="hd2"/>
                  </a:cxn>
                </a:cxnLst>
                <a:rect l="0" t="0" r="r" b="b"/>
                <a:pathLst>
                  <a:path w="21559" h="21600" extrusionOk="0">
                    <a:moveTo>
                      <a:pt x="1367" y="0"/>
                    </a:moveTo>
                    <a:cubicBezTo>
                      <a:pt x="1231" y="1241"/>
                      <a:pt x="1061" y="2432"/>
                      <a:pt x="806" y="3383"/>
                    </a:cubicBezTo>
                    <a:cubicBezTo>
                      <a:pt x="619" y="4426"/>
                      <a:pt x="524" y="5643"/>
                      <a:pt x="430" y="6808"/>
                    </a:cubicBezTo>
                    <a:cubicBezTo>
                      <a:pt x="336" y="7973"/>
                      <a:pt x="242" y="9084"/>
                      <a:pt x="54" y="9918"/>
                    </a:cubicBezTo>
                    <a:cubicBezTo>
                      <a:pt x="-39" y="10682"/>
                      <a:pt x="7" y="11413"/>
                      <a:pt x="54" y="12038"/>
                    </a:cubicBezTo>
                    <a:cubicBezTo>
                      <a:pt x="101" y="12664"/>
                      <a:pt x="148" y="13189"/>
                      <a:pt x="54" y="13536"/>
                    </a:cubicBezTo>
                    <a:cubicBezTo>
                      <a:pt x="54" y="14372"/>
                      <a:pt x="55" y="15621"/>
                      <a:pt x="615" y="16177"/>
                    </a:cubicBezTo>
                    <a:cubicBezTo>
                      <a:pt x="1178" y="16735"/>
                      <a:pt x="804" y="18123"/>
                      <a:pt x="991" y="19515"/>
                    </a:cubicBezTo>
                    <a:cubicBezTo>
                      <a:pt x="991" y="21043"/>
                      <a:pt x="3051" y="21600"/>
                      <a:pt x="5110" y="21600"/>
                    </a:cubicBezTo>
                    <a:cubicBezTo>
                      <a:pt x="6982" y="21600"/>
                      <a:pt x="5859" y="19238"/>
                      <a:pt x="5671" y="18262"/>
                    </a:cubicBezTo>
                    <a:cubicBezTo>
                      <a:pt x="5297" y="17151"/>
                      <a:pt x="4358" y="15761"/>
                      <a:pt x="4920" y="15761"/>
                    </a:cubicBezTo>
                    <a:cubicBezTo>
                      <a:pt x="5294" y="15761"/>
                      <a:pt x="5298" y="15065"/>
                      <a:pt x="5486" y="13812"/>
                    </a:cubicBezTo>
                    <a:cubicBezTo>
                      <a:pt x="5486" y="12701"/>
                      <a:pt x="6794" y="10891"/>
                      <a:pt x="6794" y="9502"/>
                    </a:cubicBezTo>
                    <a:cubicBezTo>
                      <a:pt x="6794" y="8110"/>
                      <a:pt x="7357" y="3661"/>
                      <a:pt x="7731" y="2410"/>
                    </a:cubicBezTo>
                    <a:cubicBezTo>
                      <a:pt x="7861" y="1974"/>
                      <a:pt x="8117" y="933"/>
                      <a:pt x="8349" y="0"/>
                    </a:cubicBezTo>
                    <a:lnTo>
                      <a:pt x="1367" y="0"/>
                    </a:lnTo>
                    <a:close/>
                    <a:moveTo>
                      <a:pt x="9127" y="0"/>
                    </a:moveTo>
                    <a:cubicBezTo>
                      <a:pt x="9055" y="641"/>
                      <a:pt x="8961" y="1235"/>
                      <a:pt x="8853" y="1718"/>
                    </a:cubicBezTo>
                    <a:cubicBezTo>
                      <a:pt x="8667" y="2551"/>
                      <a:pt x="9415" y="3799"/>
                      <a:pt x="8853" y="5052"/>
                    </a:cubicBezTo>
                    <a:cubicBezTo>
                      <a:pt x="8292" y="6302"/>
                      <a:pt x="8852" y="8528"/>
                      <a:pt x="9600" y="9226"/>
                    </a:cubicBezTo>
                    <a:cubicBezTo>
                      <a:pt x="9900" y="9639"/>
                      <a:pt x="9749" y="10257"/>
                      <a:pt x="9485" y="10790"/>
                    </a:cubicBezTo>
                    <a:cubicBezTo>
                      <a:pt x="9167" y="11432"/>
                      <a:pt x="8695" y="11955"/>
                      <a:pt x="8456" y="12399"/>
                    </a:cubicBezTo>
                    <a:cubicBezTo>
                      <a:pt x="8855" y="12590"/>
                      <a:pt x="9204" y="12905"/>
                      <a:pt x="9392" y="13291"/>
                    </a:cubicBezTo>
                    <a:cubicBezTo>
                      <a:pt x="9605" y="13727"/>
                      <a:pt x="9597" y="14226"/>
                      <a:pt x="9415" y="14648"/>
                    </a:cubicBezTo>
                    <a:cubicBezTo>
                      <a:pt x="9601" y="15482"/>
                      <a:pt x="9787" y="15621"/>
                      <a:pt x="11660" y="15621"/>
                    </a:cubicBezTo>
                    <a:cubicBezTo>
                      <a:pt x="13344" y="15621"/>
                      <a:pt x="12972" y="14925"/>
                      <a:pt x="12972" y="14925"/>
                    </a:cubicBezTo>
                    <a:cubicBezTo>
                      <a:pt x="12972" y="14925"/>
                      <a:pt x="13298" y="15031"/>
                      <a:pt x="13719" y="15152"/>
                    </a:cubicBezTo>
                    <a:cubicBezTo>
                      <a:pt x="14140" y="15274"/>
                      <a:pt x="14657" y="15412"/>
                      <a:pt x="15032" y="15481"/>
                    </a:cubicBezTo>
                    <a:cubicBezTo>
                      <a:pt x="15406" y="15620"/>
                      <a:pt x="16339" y="15758"/>
                      <a:pt x="17392" y="15845"/>
                    </a:cubicBezTo>
                    <a:cubicBezTo>
                      <a:pt x="18444" y="15932"/>
                      <a:pt x="19616" y="15967"/>
                      <a:pt x="20459" y="15897"/>
                    </a:cubicBezTo>
                    <a:cubicBezTo>
                      <a:pt x="21220" y="15754"/>
                      <a:pt x="21561" y="15536"/>
                      <a:pt x="21559" y="15292"/>
                    </a:cubicBezTo>
                    <a:cubicBezTo>
                      <a:pt x="21557" y="15082"/>
                      <a:pt x="21328" y="14867"/>
                      <a:pt x="21046" y="14746"/>
                    </a:cubicBezTo>
                    <a:cubicBezTo>
                      <a:pt x="20692" y="14555"/>
                      <a:pt x="20308" y="14368"/>
                      <a:pt x="19915" y="14187"/>
                    </a:cubicBezTo>
                    <a:cubicBezTo>
                      <a:pt x="19209" y="13859"/>
                      <a:pt x="18487" y="13548"/>
                      <a:pt x="17767" y="13256"/>
                    </a:cubicBezTo>
                    <a:cubicBezTo>
                      <a:pt x="17031" y="13273"/>
                      <a:pt x="16259" y="13013"/>
                      <a:pt x="15721" y="12546"/>
                    </a:cubicBezTo>
                    <a:cubicBezTo>
                      <a:pt x="15280" y="12163"/>
                      <a:pt x="15029" y="11672"/>
                      <a:pt x="15014" y="11237"/>
                    </a:cubicBezTo>
                    <a:cubicBezTo>
                      <a:pt x="14659" y="10203"/>
                      <a:pt x="14596" y="8629"/>
                      <a:pt x="14656" y="6441"/>
                    </a:cubicBezTo>
                    <a:cubicBezTo>
                      <a:pt x="14710" y="4448"/>
                      <a:pt x="15062" y="2791"/>
                      <a:pt x="15854" y="0"/>
                    </a:cubicBezTo>
                    <a:lnTo>
                      <a:pt x="9127" y="0"/>
                    </a:lnTo>
                    <a:close/>
                  </a:path>
                </a:pathLst>
              </a:custGeom>
              <a:solidFill>
                <a:schemeClr val="tx2">
                  <a:lumMod val="75000"/>
                  <a:alpha val="40000"/>
                </a:schemeClr>
              </a:solidFill>
              <a:ln w="12700" cap="flat">
                <a:noFill/>
                <a:miter lim="400000"/>
              </a:ln>
              <a:effectLst/>
            </p:spPr>
            <p:txBody>
              <a:bodyPr wrap="square" lIns="45719" tIns="45719" rIns="45719" bIns="45719" numCol="1" anchor="t">
                <a:noAutofit/>
              </a:bodyPr>
              <a:lstStyle/>
              <a:p>
                <a:pPr>
                  <a:lnSpc>
                    <a:spcPct val="80000"/>
                  </a:lnSpc>
                </a:pPr>
                <a:endParaRPr sz="7000" spc="140">
                  <a:solidFill>
                    <a:srgbClr val="FFFFFF"/>
                  </a:solidFill>
                  <a:latin typeface="Roboto" panose="02000000000000000000" pitchFamily="2" charset="0"/>
                  <a:ea typeface="Roboto" panose="02000000000000000000" pitchFamily="2" charset="0"/>
                  <a:cs typeface="Roboto" panose="02000000000000000000" pitchFamily="2" charset="0"/>
                </a:endParaRPr>
              </a:p>
            </p:txBody>
          </p:sp>
          <p:sp>
            <p:nvSpPr>
              <p:cNvPr id="144" name="Shape">
                <a:extLst>
                  <a:ext uri="{FF2B5EF4-FFF2-40B4-BE49-F238E27FC236}">
                    <a16:creationId xmlns:a16="http://schemas.microsoft.com/office/drawing/2014/main" id="{3C2FE907-EB0E-F264-F382-2A62A760D2BA}"/>
                  </a:ext>
                </a:extLst>
              </p:cNvPr>
              <p:cNvSpPr/>
              <p:nvPr/>
            </p:nvSpPr>
            <p:spPr>
              <a:xfrm>
                <a:off x="82025" y="1684074"/>
                <a:ext cx="1757501" cy="1232469"/>
              </a:xfrm>
              <a:custGeom>
                <a:avLst/>
                <a:gdLst/>
                <a:ahLst/>
                <a:cxnLst>
                  <a:cxn ang="0">
                    <a:pos x="wd2" y="hd2"/>
                  </a:cxn>
                  <a:cxn ang="5400000">
                    <a:pos x="wd2" y="hd2"/>
                  </a:cxn>
                  <a:cxn ang="10800000">
                    <a:pos x="wd2" y="hd2"/>
                  </a:cxn>
                  <a:cxn ang="16200000">
                    <a:pos x="wd2" y="hd2"/>
                  </a:cxn>
                </a:cxnLst>
                <a:rect l="0" t="0" r="r" b="b"/>
                <a:pathLst>
                  <a:path w="21500" h="21600" extrusionOk="0">
                    <a:moveTo>
                      <a:pt x="0" y="0"/>
                    </a:moveTo>
                    <a:cubicBezTo>
                      <a:pt x="216" y="1152"/>
                      <a:pt x="469" y="2075"/>
                      <a:pt x="751" y="2863"/>
                    </a:cubicBezTo>
                    <a:cubicBezTo>
                      <a:pt x="1105" y="3851"/>
                      <a:pt x="1492" y="4625"/>
                      <a:pt x="1803" y="5528"/>
                    </a:cubicBezTo>
                    <a:cubicBezTo>
                      <a:pt x="2216" y="6434"/>
                      <a:pt x="2463" y="7226"/>
                      <a:pt x="2567" y="8100"/>
                    </a:cubicBezTo>
                    <a:cubicBezTo>
                      <a:pt x="2705" y="9260"/>
                      <a:pt x="2612" y="10517"/>
                      <a:pt x="2331" y="12005"/>
                    </a:cubicBezTo>
                    <a:cubicBezTo>
                      <a:pt x="1994" y="12957"/>
                      <a:pt x="1691" y="13904"/>
                      <a:pt x="1438" y="14949"/>
                    </a:cubicBezTo>
                    <a:cubicBezTo>
                      <a:pt x="1117" y="16272"/>
                      <a:pt x="873" y="17741"/>
                      <a:pt x="833" y="19459"/>
                    </a:cubicBezTo>
                    <a:cubicBezTo>
                      <a:pt x="729" y="20183"/>
                      <a:pt x="605" y="20862"/>
                      <a:pt x="479" y="21600"/>
                    </a:cubicBezTo>
                    <a:lnTo>
                      <a:pt x="16889" y="21600"/>
                    </a:lnTo>
                    <a:cubicBezTo>
                      <a:pt x="16650" y="20083"/>
                      <a:pt x="16441" y="18478"/>
                      <a:pt x="16353" y="16799"/>
                    </a:cubicBezTo>
                    <a:cubicBezTo>
                      <a:pt x="16120" y="12392"/>
                      <a:pt x="15973" y="7719"/>
                      <a:pt x="15975" y="7198"/>
                    </a:cubicBezTo>
                    <a:cubicBezTo>
                      <a:pt x="15975" y="7198"/>
                      <a:pt x="16102" y="7257"/>
                      <a:pt x="16381" y="7431"/>
                    </a:cubicBezTo>
                    <a:cubicBezTo>
                      <a:pt x="16660" y="7605"/>
                      <a:pt x="17091" y="7897"/>
                      <a:pt x="17693" y="8362"/>
                    </a:cubicBezTo>
                    <a:cubicBezTo>
                      <a:pt x="18376" y="8898"/>
                      <a:pt x="19318" y="8688"/>
                      <a:pt x="20081" y="7984"/>
                    </a:cubicBezTo>
                    <a:cubicBezTo>
                      <a:pt x="20793" y="7327"/>
                      <a:pt x="21328" y="6261"/>
                      <a:pt x="21434" y="5202"/>
                    </a:cubicBezTo>
                    <a:cubicBezTo>
                      <a:pt x="21600" y="4164"/>
                      <a:pt x="21439" y="3094"/>
                      <a:pt x="21109" y="2101"/>
                    </a:cubicBezTo>
                    <a:cubicBezTo>
                      <a:pt x="20847" y="1316"/>
                      <a:pt x="20475" y="627"/>
                      <a:pt x="20077" y="0"/>
                    </a:cubicBezTo>
                    <a:lnTo>
                      <a:pt x="0" y="0"/>
                    </a:lnTo>
                    <a:close/>
                  </a:path>
                </a:pathLst>
              </a:custGeom>
              <a:solidFill>
                <a:schemeClr val="tx2">
                  <a:lumMod val="40000"/>
                  <a:lumOff val="60000"/>
                  <a:alpha val="80000"/>
                </a:schemeClr>
              </a:solidFill>
              <a:ln w="12700" cap="flat">
                <a:noFill/>
                <a:miter lim="400000"/>
              </a:ln>
              <a:effectLst/>
            </p:spPr>
            <p:txBody>
              <a:bodyPr wrap="square" lIns="45719" tIns="45719" rIns="45719" bIns="45719" numCol="1" anchor="t">
                <a:noAutofit/>
              </a:bodyPr>
              <a:lstStyle/>
              <a:p>
                <a:pPr>
                  <a:lnSpc>
                    <a:spcPct val="80000"/>
                  </a:lnSpc>
                </a:pPr>
                <a:endParaRPr sz="7000" spc="140">
                  <a:solidFill>
                    <a:srgbClr val="FFFFFF"/>
                  </a:solidFill>
                  <a:latin typeface="Roboto" panose="02000000000000000000" pitchFamily="2" charset="0"/>
                  <a:ea typeface="Roboto" panose="02000000000000000000" pitchFamily="2" charset="0"/>
                  <a:cs typeface="Roboto" panose="02000000000000000000" pitchFamily="2" charset="0"/>
                </a:endParaRPr>
              </a:p>
            </p:txBody>
          </p:sp>
        </p:grpSp>
      </p:grpSp>
      <p:grpSp>
        <p:nvGrpSpPr>
          <p:cNvPr id="149" name="Group">
            <a:extLst>
              <a:ext uri="{FF2B5EF4-FFF2-40B4-BE49-F238E27FC236}">
                <a16:creationId xmlns:a16="http://schemas.microsoft.com/office/drawing/2014/main" id="{8E45EE86-B458-EDAD-CF18-0A86E700024F}"/>
              </a:ext>
            </a:extLst>
          </p:cNvPr>
          <p:cNvGrpSpPr/>
          <p:nvPr/>
        </p:nvGrpSpPr>
        <p:grpSpPr>
          <a:xfrm>
            <a:off x="331682" y="708507"/>
            <a:ext cx="1069196" cy="976273"/>
            <a:chOff x="0" y="0"/>
            <a:chExt cx="4871138" cy="5136694"/>
          </a:xfrm>
        </p:grpSpPr>
        <p:sp>
          <p:nvSpPr>
            <p:cNvPr id="150" name="Oval">
              <a:extLst>
                <a:ext uri="{FF2B5EF4-FFF2-40B4-BE49-F238E27FC236}">
                  <a16:creationId xmlns:a16="http://schemas.microsoft.com/office/drawing/2014/main" id="{951E975E-F5C9-AAD2-D062-70C2A2A79FBF}"/>
                </a:ext>
              </a:extLst>
            </p:cNvPr>
            <p:cNvSpPr/>
            <p:nvPr/>
          </p:nvSpPr>
          <p:spPr>
            <a:xfrm rot="18900000" flipH="1">
              <a:off x="-240465" y="2028352"/>
              <a:ext cx="5408075" cy="1401552"/>
            </a:xfrm>
            <a:prstGeom prst="ellipse">
              <a:avLst/>
            </a:prstGeom>
            <a:solidFill>
              <a:schemeClr val="bg2">
                <a:lumMod val="50000"/>
              </a:schemeClr>
            </a:solidFill>
            <a:ln w="12700" cap="flat">
              <a:noFill/>
              <a:miter lim="400000"/>
            </a:ln>
            <a:effectLst/>
          </p:spPr>
          <p:txBody>
            <a:bodyPr wrap="square" lIns="50800" tIns="50800" rIns="50800" bIns="50800" numCol="1" anchor="ctr">
              <a:noAutofit/>
            </a:bodyPr>
            <a:lstStyle/>
            <a:p>
              <a:pPr algn="ctr">
                <a:lnSpc>
                  <a:spcPct val="100000"/>
                </a:lnSpc>
                <a:defRPr b="1" cap="none" spc="0">
                  <a:solidFill>
                    <a:srgbClr val="FFFFF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51" name="Oval">
              <a:extLst>
                <a:ext uri="{FF2B5EF4-FFF2-40B4-BE49-F238E27FC236}">
                  <a16:creationId xmlns:a16="http://schemas.microsoft.com/office/drawing/2014/main" id="{E9C75AB3-EA21-C0FE-78E3-50E6261E8AFF}"/>
                </a:ext>
              </a:extLst>
            </p:cNvPr>
            <p:cNvSpPr/>
            <p:nvPr/>
          </p:nvSpPr>
          <p:spPr>
            <a:xfrm rot="18900000" flipH="1">
              <a:off x="29939" y="2080636"/>
              <a:ext cx="4867268" cy="1296984"/>
            </a:xfrm>
            <a:prstGeom prst="ellipse">
              <a:avLst/>
            </a:prstGeom>
            <a:solidFill>
              <a:schemeClr val="bg2">
                <a:lumMod val="75000"/>
              </a:schemeClr>
            </a:solidFill>
            <a:ln w="12700" cap="flat">
              <a:noFill/>
              <a:miter lim="400000"/>
            </a:ln>
            <a:effectLst/>
          </p:spPr>
          <p:txBody>
            <a:bodyPr wrap="square" lIns="50800" tIns="50800" rIns="50800" bIns="50800"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52" name="Oval">
              <a:extLst>
                <a:ext uri="{FF2B5EF4-FFF2-40B4-BE49-F238E27FC236}">
                  <a16:creationId xmlns:a16="http://schemas.microsoft.com/office/drawing/2014/main" id="{8A7670ED-F02C-CDD0-BB96-299B69330CFA}"/>
                </a:ext>
              </a:extLst>
            </p:cNvPr>
            <p:cNvSpPr/>
            <p:nvPr/>
          </p:nvSpPr>
          <p:spPr>
            <a:xfrm rot="18900000" flipH="1">
              <a:off x="841150" y="2244175"/>
              <a:ext cx="3244845" cy="969906"/>
            </a:xfrm>
            <a:prstGeom prst="ellipse">
              <a:avLst/>
            </a:prstGeom>
            <a:solidFill>
              <a:srgbClr val="FFFFFF"/>
            </a:solidFill>
            <a:ln w="12700" cap="flat">
              <a:noFill/>
              <a:miter lim="400000"/>
            </a:ln>
            <a:effectLst/>
          </p:spPr>
          <p:txBody>
            <a:bodyPr wrap="square" lIns="50800" tIns="50800" rIns="50800" bIns="50800" numCol="1" anchor="ctr">
              <a:noAutofit/>
            </a:bodyPr>
            <a:lstStyle/>
            <a:p>
              <a:pPr algn="ctr">
                <a:lnSpc>
                  <a:spcPct val="100000"/>
                </a:lnSpc>
                <a:defRPr b="1" cap="none" spc="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53" name="Oval">
              <a:extLst>
                <a:ext uri="{FF2B5EF4-FFF2-40B4-BE49-F238E27FC236}">
                  <a16:creationId xmlns:a16="http://schemas.microsoft.com/office/drawing/2014/main" id="{16EAF0E7-2C5A-1C49-B777-26FEA4E92CCC}"/>
                </a:ext>
              </a:extLst>
            </p:cNvPr>
            <p:cNvSpPr/>
            <p:nvPr/>
          </p:nvSpPr>
          <p:spPr>
            <a:xfrm rot="18900000" flipH="1">
              <a:off x="1652360" y="2458807"/>
              <a:ext cx="1622424" cy="540643"/>
            </a:xfrm>
            <a:prstGeom prst="ellipse">
              <a:avLst/>
            </a:prstGeom>
            <a:solidFill>
              <a:schemeClr val="bg2">
                <a:lumMod val="90000"/>
              </a:schemeClr>
            </a:solidFill>
            <a:ln w="12700" cap="flat">
              <a:noFill/>
              <a:miter lim="400000"/>
            </a:ln>
            <a:effectLst/>
          </p:spPr>
          <p:txBody>
            <a:bodyPr wrap="square" lIns="50800" tIns="50800" rIns="50800" bIns="50800"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54" name="Shape">
              <a:extLst>
                <a:ext uri="{FF2B5EF4-FFF2-40B4-BE49-F238E27FC236}">
                  <a16:creationId xmlns:a16="http://schemas.microsoft.com/office/drawing/2014/main" id="{BCBF7B11-E35D-4A2E-EF0D-2179663AEF4F}"/>
                </a:ext>
              </a:extLst>
            </p:cNvPr>
            <p:cNvSpPr/>
            <p:nvPr/>
          </p:nvSpPr>
          <p:spPr>
            <a:xfrm>
              <a:off x="2246552" y="2466088"/>
              <a:ext cx="277118" cy="287040"/>
            </a:xfrm>
            <a:custGeom>
              <a:avLst/>
              <a:gdLst/>
              <a:ahLst/>
              <a:cxnLst>
                <a:cxn ang="0">
                  <a:pos x="wd2" y="hd2"/>
                </a:cxn>
                <a:cxn ang="5400000">
                  <a:pos x="wd2" y="hd2"/>
                </a:cxn>
                <a:cxn ang="10800000">
                  <a:pos x="wd2" y="hd2"/>
                </a:cxn>
                <a:cxn ang="16200000">
                  <a:pos x="wd2" y="hd2"/>
                </a:cxn>
              </a:cxnLst>
              <a:rect l="0" t="0" r="r" b="b"/>
              <a:pathLst>
                <a:path w="21600" h="21600" extrusionOk="0">
                  <a:moveTo>
                    <a:pt x="17696" y="17079"/>
                  </a:moveTo>
                  <a:cubicBezTo>
                    <a:pt x="15354" y="14316"/>
                    <a:pt x="11971" y="11051"/>
                    <a:pt x="8848" y="7535"/>
                  </a:cubicBezTo>
                  <a:cubicBezTo>
                    <a:pt x="7287" y="5777"/>
                    <a:pt x="5725" y="4019"/>
                    <a:pt x="4164" y="2512"/>
                  </a:cubicBezTo>
                  <a:cubicBezTo>
                    <a:pt x="3383" y="1507"/>
                    <a:pt x="2342" y="753"/>
                    <a:pt x="1561" y="0"/>
                  </a:cubicBezTo>
                  <a:cubicBezTo>
                    <a:pt x="1301" y="502"/>
                    <a:pt x="1041" y="1005"/>
                    <a:pt x="781" y="1256"/>
                  </a:cubicBezTo>
                  <a:cubicBezTo>
                    <a:pt x="520" y="1758"/>
                    <a:pt x="260" y="2260"/>
                    <a:pt x="0" y="2763"/>
                  </a:cubicBezTo>
                  <a:cubicBezTo>
                    <a:pt x="781" y="3516"/>
                    <a:pt x="1561" y="4521"/>
                    <a:pt x="2342" y="5274"/>
                  </a:cubicBezTo>
                  <a:cubicBezTo>
                    <a:pt x="3904" y="6781"/>
                    <a:pt x="5725" y="8288"/>
                    <a:pt x="7547" y="9795"/>
                  </a:cubicBezTo>
                  <a:cubicBezTo>
                    <a:pt x="10930" y="12809"/>
                    <a:pt x="14573" y="15823"/>
                    <a:pt x="17176" y="18084"/>
                  </a:cubicBezTo>
                  <a:cubicBezTo>
                    <a:pt x="19778" y="20344"/>
                    <a:pt x="21600" y="21600"/>
                    <a:pt x="21600" y="21600"/>
                  </a:cubicBezTo>
                  <a:cubicBezTo>
                    <a:pt x="21600" y="21349"/>
                    <a:pt x="21600" y="21349"/>
                    <a:pt x="21600" y="21349"/>
                  </a:cubicBezTo>
                  <a:cubicBezTo>
                    <a:pt x="21600" y="21349"/>
                    <a:pt x="20039" y="19591"/>
                    <a:pt x="17696" y="17079"/>
                  </a:cubicBezTo>
                  <a:close/>
                </a:path>
              </a:pathLst>
            </a:custGeom>
            <a:solidFill>
              <a:srgbClr val="53585F"/>
            </a:solidFill>
            <a:ln w="12700" cap="flat">
              <a:noFill/>
              <a:miter lim="400000"/>
            </a:ln>
            <a:effectLst/>
          </p:spPr>
          <p:txBody>
            <a:bodyPr wrap="square" lIns="45719" tIns="45719" rIns="45719" bIns="45719" numCol="1" anchor="t">
              <a:noAutofit/>
            </a:bodyPr>
            <a:lstStyle/>
            <a:p>
              <a:pPr algn="ctr">
                <a:lnSpc>
                  <a:spcPct val="100000"/>
                </a:lnSpc>
                <a:defRPr b="1" cap="none" spc="0">
                  <a:solidFill>
                    <a:srgbClr val="FFFFF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55" name="Shape">
              <a:extLst>
                <a:ext uri="{FF2B5EF4-FFF2-40B4-BE49-F238E27FC236}">
                  <a16:creationId xmlns:a16="http://schemas.microsoft.com/office/drawing/2014/main" id="{EF91A6AA-A24B-A06A-0D84-1E57CF4603FD}"/>
                </a:ext>
              </a:extLst>
            </p:cNvPr>
            <p:cNvSpPr/>
            <p:nvPr/>
          </p:nvSpPr>
          <p:spPr>
            <a:xfrm>
              <a:off x="1616357" y="1785075"/>
              <a:ext cx="682096" cy="800613"/>
            </a:xfrm>
            <a:custGeom>
              <a:avLst/>
              <a:gdLst/>
              <a:ahLst/>
              <a:cxnLst>
                <a:cxn ang="0">
                  <a:pos x="wd2" y="hd2"/>
                </a:cxn>
                <a:cxn ang="5400000">
                  <a:pos x="wd2" y="hd2"/>
                </a:cxn>
                <a:cxn ang="10800000">
                  <a:pos x="wd2" y="hd2"/>
                </a:cxn>
                <a:cxn ang="16200000">
                  <a:pos x="wd2" y="hd2"/>
                </a:cxn>
              </a:cxnLst>
              <a:rect l="0" t="0" r="r" b="b"/>
              <a:pathLst>
                <a:path w="21245" h="21600" extrusionOk="0">
                  <a:moveTo>
                    <a:pt x="21185" y="14040"/>
                  </a:moveTo>
                  <a:cubicBezTo>
                    <a:pt x="4985" y="0"/>
                    <a:pt x="4985" y="0"/>
                    <a:pt x="4985" y="0"/>
                  </a:cubicBezTo>
                  <a:cubicBezTo>
                    <a:pt x="4985" y="0"/>
                    <a:pt x="4985" y="0"/>
                    <a:pt x="4985" y="0"/>
                  </a:cubicBezTo>
                  <a:cubicBezTo>
                    <a:pt x="5608" y="540"/>
                    <a:pt x="4985" y="2700"/>
                    <a:pt x="3635" y="4770"/>
                  </a:cubicBezTo>
                  <a:cubicBezTo>
                    <a:pt x="2285" y="6750"/>
                    <a:pt x="727" y="8010"/>
                    <a:pt x="0" y="7560"/>
                  </a:cubicBezTo>
                  <a:cubicBezTo>
                    <a:pt x="16200" y="21600"/>
                    <a:pt x="16200" y="21600"/>
                    <a:pt x="16200" y="21600"/>
                  </a:cubicBezTo>
                  <a:cubicBezTo>
                    <a:pt x="16200" y="21600"/>
                    <a:pt x="17965" y="21330"/>
                    <a:pt x="19627" y="19350"/>
                  </a:cubicBezTo>
                  <a:cubicBezTo>
                    <a:pt x="19731" y="19170"/>
                    <a:pt x="19835" y="18990"/>
                    <a:pt x="19938" y="18810"/>
                  </a:cubicBezTo>
                  <a:cubicBezTo>
                    <a:pt x="20042" y="18720"/>
                    <a:pt x="20146" y="18540"/>
                    <a:pt x="20250" y="18360"/>
                  </a:cubicBezTo>
                  <a:cubicBezTo>
                    <a:pt x="21600" y="16110"/>
                    <a:pt x="21185" y="14040"/>
                    <a:pt x="21185" y="14040"/>
                  </a:cubicBezTo>
                  <a:close/>
                </a:path>
              </a:pathLst>
            </a:custGeom>
            <a:solidFill>
              <a:schemeClr val="bg2">
                <a:lumMod val="75000"/>
              </a:schemeClr>
            </a:solidFill>
            <a:ln w="12700" cap="flat">
              <a:noFill/>
              <a:miter lim="400000"/>
            </a:ln>
            <a:effectLst/>
          </p:spPr>
          <p:txBody>
            <a:bodyPr wrap="square" lIns="50800" tIns="50800" rIns="50800" bIns="50800"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56" name="Shape">
              <a:extLst>
                <a:ext uri="{FF2B5EF4-FFF2-40B4-BE49-F238E27FC236}">
                  <a16:creationId xmlns:a16="http://schemas.microsoft.com/office/drawing/2014/main" id="{414429BD-18E5-4853-C0CB-401DA06301FE}"/>
                </a:ext>
              </a:extLst>
            </p:cNvPr>
            <p:cNvSpPr/>
            <p:nvPr/>
          </p:nvSpPr>
          <p:spPr>
            <a:xfrm>
              <a:off x="1607156" y="1780565"/>
              <a:ext cx="176991" cy="288130"/>
            </a:xfrm>
            <a:custGeom>
              <a:avLst/>
              <a:gdLst/>
              <a:ahLst/>
              <a:cxnLst>
                <a:cxn ang="0">
                  <a:pos x="wd2" y="hd2"/>
                </a:cxn>
                <a:cxn ang="5400000">
                  <a:pos x="wd2" y="hd2"/>
                </a:cxn>
                <a:cxn ang="10800000">
                  <a:pos x="wd2" y="hd2"/>
                </a:cxn>
                <a:cxn ang="16200000">
                  <a:pos x="wd2" y="hd2"/>
                </a:cxn>
              </a:cxnLst>
              <a:rect l="0" t="0" r="r" b="b"/>
              <a:pathLst>
                <a:path w="19694" h="20105" extrusionOk="0">
                  <a:moveTo>
                    <a:pt x="18825" y="360"/>
                  </a:moveTo>
                  <a:cubicBezTo>
                    <a:pt x="17335" y="-569"/>
                    <a:pt x="14356" y="360"/>
                    <a:pt x="11376" y="2450"/>
                  </a:cubicBezTo>
                  <a:cubicBezTo>
                    <a:pt x="13238" y="3612"/>
                    <a:pt x="13983" y="4308"/>
                    <a:pt x="13983" y="4308"/>
                  </a:cubicBezTo>
                  <a:cubicBezTo>
                    <a:pt x="13983" y="4308"/>
                    <a:pt x="14356" y="4773"/>
                    <a:pt x="13983" y="5470"/>
                  </a:cubicBezTo>
                  <a:cubicBezTo>
                    <a:pt x="13983" y="6631"/>
                    <a:pt x="13611" y="8721"/>
                    <a:pt x="11376" y="11276"/>
                  </a:cubicBezTo>
                  <a:cubicBezTo>
                    <a:pt x="8769" y="13599"/>
                    <a:pt x="6907" y="14528"/>
                    <a:pt x="5418" y="14760"/>
                  </a:cubicBezTo>
                  <a:cubicBezTo>
                    <a:pt x="4673" y="14992"/>
                    <a:pt x="4300" y="14992"/>
                    <a:pt x="4300" y="14992"/>
                  </a:cubicBezTo>
                  <a:cubicBezTo>
                    <a:pt x="4300" y="14992"/>
                    <a:pt x="3183" y="14296"/>
                    <a:pt x="1321" y="13134"/>
                  </a:cubicBezTo>
                  <a:cubicBezTo>
                    <a:pt x="-169" y="16154"/>
                    <a:pt x="-541" y="18708"/>
                    <a:pt x="949" y="19637"/>
                  </a:cubicBezTo>
                  <a:cubicBezTo>
                    <a:pt x="949" y="19870"/>
                    <a:pt x="949" y="19870"/>
                    <a:pt x="949" y="19870"/>
                  </a:cubicBezTo>
                  <a:cubicBezTo>
                    <a:pt x="3556" y="21031"/>
                    <a:pt x="9142" y="17779"/>
                    <a:pt x="13983" y="12670"/>
                  </a:cubicBezTo>
                  <a:cubicBezTo>
                    <a:pt x="18825" y="7328"/>
                    <a:pt x="21059" y="1754"/>
                    <a:pt x="18825" y="360"/>
                  </a:cubicBezTo>
                  <a:close/>
                </a:path>
              </a:pathLst>
            </a:custGeom>
            <a:solidFill>
              <a:srgbClr val="A6AAA9"/>
            </a:solidFill>
            <a:ln w="12700" cap="flat">
              <a:noFill/>
              <a:miter lim="400000"/>
            </a:ln>
            <a:effectLst/>
          </p:spPr>
          <p:txBody>
            <a:bodyPr wrap="square" lIns="50800" tIns="50800" rIns="50800" bIns="50800"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57" name="Shape">
              <a:extLst>
                <a:ext uri="{FF2B5EF4-FFF2-40B4-BE49-F238E27FC236}">
                  <a16:creationId xmlns:a16="http://schemas.microsoft.com/office/drawing/2014/main" id="{BED894FF-9054-86AB-70F1-711773CB94C7}"/>
                </a:ext>
              </a:extLst>
            </p:cNvPr>
            <p:cNvSpPr/>
            <p:nvPr/>
          </p:nvSpPr>
          <p:spPr>
            <a:xfrm>
              <a:off x="0" y="646211"/>
              <a:ext cx="699200" cy="784166"/>
            </a:xfrm>
            <a:custGeom>
              <a:avLst/>
              <a:gdLst/>
              <a:ahLst/>
              <a:cxnLst>
                <a:cxn ang="0">
                  <a:pos x="wd2" y="hd2"/>
                </a:cxn>
                <a:cxn ang="5400000">
                  <a:pos x="wd2" y="hd2"/>
                </a:cxn>
                <a:cxn ang="10800000">
                  <a:pos x="wd2" y="hd2"/>
                </a:cxn>
                <a:cxn ang="16200000">
                  <a:pos x="wd2" y="hd2"/>
                </a:cxn>
              </a:cxnLst>
              <a:rect l="0" t="0" r="r" b="b"/>
              <a:pathLst>
                <a:path w="21218" h="19606" extrusionOk="0">
                  <a:moveTo>
                    <a:pt x="19798" y="6347"/>
                  </a:moveTo>
                  <a:cubicBezTo>
                    <a:pt x="17162" y="3928"/>
                    <a:pt x="14322" y="1343"/>
                    <a:pt x="14119" y="759"/>
                  </a:cubicBezTo>
                  <a:cubicBezTo>
                    <a:pt x="9657" y="-575"/>
                    <a:pt x="4486" y="-325"/>
                    <a:pt x="2153" y="2928"/>
                  </a:cubicBezTo>
                  <a:cubicBezTo>
                    <a:pt x="226" y="5596"/>
                    <a:pt x="-382" y="8932"/>
                    <a:pt x="226" y="11935"/>
                  </a:cubicBezTo>
                  <a:cubicBezTo>
                    <a:pt x="733" y="14103"/>
                    <a:pt x="1849" y="16188"/>
                    <a:pt x="3573" y="17606"/>
                  </a:cubicBezTo>
                  <a:cubicBezTo>
                    <a:pt x="7731" y="21025"/>
                    <a:pt x="13815" y="19941"/>
                    <a:pt x="17060" y="15271"/>
                  </a:cubicBezTo>
                  <a:cubicBezTo>
                    <a:pt x="18987" y="12602"/>
                    <a:pt x="20610" y="10267"/>
                    <a:pt x="21015" y="8098"/>
                  </a:cubicBezTo>
                  <a:cubicBezTo>
                    <a:pt x="21117" y="7932"/>
                    <a:pt x="21218" y="7848"/>
                    <a:pt x="21218" y="7681"/>
                  </a:cubicBezTo>
                  <a:cubicBezTo>
                    <a:pt x="21218" y="7681"/>
                    <a:pt x="21218" y="7598"/>
                    <a:pt x="21117" y="7598"/>
                  </a:cubicBezTo>
                  <a:cubicBezTo>
                    <a:pt x="20610" y="7098"/>
                    <a:pt x="20204" y="6681"/>
                    <a:pt x="19798" y="6347"/>
                  </a:cubicBezTo>
                  <a:close/>
                </a:path>
              </a:pathLst>
            </a:custGeom>
            <a:solidFill>
              <a:schemeClr val="tx2">
                <a:lumMod val="75000"/>
              </a:schemeClr>
            </a:solidFill>
            <a:ln w="12700" cap="flat">
              <a:noFill/>
              <a:miter lim="400000"/>
            </a:ln>
            <a:effectLst/>
          </p:spPr>
          <p:txBody>
            <a:bodyPr wrap="square" lIns="45719" tIns="45719" rIns="45719" bIns="45719" numCol="1" anchor="t">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58" name="Shape">
              <a:extLst>
                <a:ext uri="{FF2B5EF4-FFF2-40B4-BE49-F238E27FC236}">
                  <a16:creationId xmlns:a16="http://schemas.microsoft.com/office/drawing/2014/main" id="{874F8AFE-0963-8C0E-DC01-E7DE5E42A5D0}"/>
                </a:ext>
              </a:extLst>
            </p:cNvPr>
            <p:cNvSpPr/>
            <p:nvPr/>
          </p:nvSpPr>
          <p:spPr>
            <a:xfrm>
              <a:off x="376318" y="-1"/>
              <a:ext cx="602614" cy="920272"/>
            </a:xfrm>
            <a:custGeom>
              <a:avLst/>
              <a:gdLst/>
              <a:ahLst/>
              <a:cxnLst>
                <a:cxn ang="0">
                  <a:pos x="wd2" y="hd2"/>
                </a:cxn>
                <a:cxn ang="5400000">
                  <a:pos x="wd2" y="hd2"/>
                </a:cxn>
                <a:cxn ang="10800000">
                  <a:pos x="wd2" y="hd2"/>
                </a:cxn>
                <a:cxn ang="16200000">
                  <a:pos x="wd2" y="hd2"/>
                </a:cxn>
              </a:cxnLst>
              <a:rect l="0" t="0" r="r" b="b"/>
              <a:pathLst>
                <a:path w="19238" h="21054" extrusionOk="0">
                  <a:moveTo>
                    <a:pt x="1270" y="4034"/>
                  </a:moveTo>
                  <a:cubicBezTo>
                    <a:pt x="-1071" y="7010"/>
                    <a:pt x="99" y="12048"/>
                    <a:pt x="2547" y="15940"/>
                  </a:cubicBezTo>
                  <a:cubicBezTo>
                    <a:pt x="2866" y="15940"/>
                    <a:pt x="4781" y="17085"/>
                    <a:pt x="6590" y="18230"/>
                  </a:cubicBezTo>
                  <a:cubicBezTo>
                    <a:pt x="7335" y="18688"/>
                    <a:pt x="8186" y="19222"/>
                    <a:pt x="9037" y="19833"/>
                  </a:cubicBezTo>
                  <a:cubicBezTo>
                    <a:pt x="9250" y="19909"/>
                    <a:pt x="9357" y="19985"/>
                    <a:pt x="9463" y="20062"/>
                  </a:cubicBezTo>
                  <a:cubicBezTo>
                    <a:pt x="9889" y="20367"/>
                    <a:pt x="10421" y="20672"/>
                    <a:pt x="10953" y="21054"/>
                  </a:cubicBezTo>
                  <a:cubicBezTo>
                    <a:pt x="13081" y="20214"/>
                    <a:pt x="14890" y="17848"/>
                    <a:pt x="17018" y="15253"/>
                  </a:cubicBezTo>
                  <a:cubicBezTo>
                    <a:pt x="20529" y="10979"/>
                    <a:pt x="19784" y="4949"/>
                    <a:pt x="15422" y="1820"/>
                  </a:cubicBezTo>
                  <a:cubicBezTo>
                    <a:pt x="12336" y="-393"/>
                    <a:pt x="8293" y="-546"/>
                    <a:pt x="4888" y="1133"/>
                  </a:cubicBezTo>
                  <a:cubicBezTo>
                    <a:pt x="3611" y="1820"/>
                    <a:pt x="2334" y="2736"/>
                    <a:pt x="1270" y="4034"/>
                  </a:cubicBezTo>
                  <a:close/>
                </a:path>
              </a:pathLst>
            </a:custGeom>
            <a:solidFill>
              <a:schemeClr val="tx2">
                <a:lumMod val="75000"/>
              </a:schemeClr>
            </a:solidFill>
            <a:ln w="12700" cap="flat">
              <a:noFill/>
              <a:miter lim="400000"/>
            </a:ln>
            <a:effectLst/>
          </p:spPr>
          <p:txBody>
            <a:bodyPr wrap="square" lIns="50800" tIns="50800" rIns="50800" bIns="50800"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59" name="Shape">
              <a:extLst>
                <a:ext uri="{FF2B5EF4-FFF2-40B4-BE49-F238E27FC236}">
                  <a16:creationId xmlns:a16="http://schemas.microsoft.com/office/drawing/2014/main" id="{85649349-E99E-52F7-2FA9-D4A5DFCD37E6}"/>
                </a:ext>
              </a:extLst>
            </p:cNvPr>
            <p:cNvSpPr/>
            <p:nvPr/>
          </p:nvSpPr>
          <p:spPr>
            <a:xfrm>
              <a:off x="463322" y="687575"/>
              <a:ext cx="1270750" cy="1308559"/>
            </a:xfrm>
            <a:custGeom>
              <a:avLst/>
              <a:gdLst/>
              <a:ahLst/>
              <a:cxnLst>
                <a:cxn ang="0">
                  <a:pos x="wd2" y="hd2"/>
                </a:cxn>
                <a:cxn ang="5400000">
                  <a:pos x="wd2" y="hd2"/>
                </a:cxn>
                <a:cxn ang="10800000">
                  <a:pos x="wd2" y="hd2"/>
                </a:cxn>
                <a:cxn ang="16200000">
                  <a:pos x="wd2" y="hd2"/>
                </a:cxn>
              </a:cxnLst>
              <a:rect l="0" t="0" r="r" b="b"/>
              <a:pathLst>
                <a:path w="21537" h="21600" extrusionOk="0">
                  <a:moveTo>
                    <a:pt x="21512" y="19065"/>
                  </a:moveTo>
                  <a:cubicBezTo>
                    <a:pt x="21512" y="19065"/>
                    <a:pt x="21399" y="18900"/>
                    <a:pt x="21117" y="18624"/>
                  </a:cubicBezTo>
                  <a:cubicBezTo>
                    <a:pt x="19024" y="16751"/>
                    <a:pt x="9977" y="8486"/>
                    <a:pt x="4493" y="3692"/>
                  </a:cubicBezTo>
                  <a:cubicBezTo>
                    <a:pt x="4210" y="3416"/>
                    <a:pt x="3927" y="3196"/>
                    <a:pt x="3701" y="2976"/>
                  </a:cubicBezTo>
                  <a:cubicBezTo>
                    <a:pt x="3644" y="2920"/>
                    <a:pt x="3588" y="2865"/>
                    <a:pt x="3475" y="2810"/>
                  </a:cubicBezTo>
                  <a:cubicBezTo>
                    <a:pt x="3022" y="2369"/>
                    <a:pt x="2570" y="1984"/>
                    <a:pt x="2174" y="1653"/>
                  </a:cubicBezTo>
                  <a:cubicBezTo>
                    <a:pt x="1213" y="827"/>
                    <a:pt x="195" y="0"/>
                    <a:pt x="26" y="0"/>
                  </a:cubicBezTo>
                  <a:cubicBezTo>
                    <a:pt x="26" y="0"/>
                    <a:pt x="26" y="0"/>
                    <a:pt x="26" y="0"/>
                  </a:cubicBezTo>
                  <a:cubicBezTo>
                    <a:pt x="26" y="0"/>
                    <a:pt x="26" y="0"/>
                    <a:pt x="26" y="0"/>
                  </a:cubicBezTo>
                  <a:cubicBezTo>
                    <a:pt x="26" y="0"/>
                    <a:pt x="26" y="0"/>
                    <a:pt x="26" y="0"/>
                  </a:cubicBezTo>
                  <a:cubicBezTo>
                    <a:pt x="-31" y="0"/>
                    <a:pt x="26" y="55"/>
                    <a:pt x="26" y="110"/>
                  </a:cubicBezTo>
                  <a:cubicBezTo>
                    <a:pt x="139" y="496"/>
                    <a:pt x="1722" y="2204"/>
                    <a:pt x="3192" y="3802"/>
                  </a:cubicBezTo>
                  <a:cubicBezTo>
                    <a:pt x="3418" y="4022"/>
                    <a:pt x="3644" y="4298"/>
                    <a:pt x="3927" y="4629"/>
                  </a:cubicBezTo>
                  <a:cubicBezTo>
                    <a:pt x="3984" y="4629"/>
                    <a:pt x="3984" y="4684"/>
                    <a:pt x="3984" y="4684"/>
                  </a:cubicBezTo>
                  <a:cubicBezTo>
                    <a:pt x="9129" y="10249"/>
                    <a:pt x="17611" y="19120"/>
                    <a:pt x="19590" y="21159"/>
                  </a:cubicBezTo>
                  <a:cubicBezTo>
                    <a:pt x="19873" y="21435"/>
                    <a:pt x="20042" y="21600"/>
                    <a:pt x="20042" y="21600"/>
                  </a:cubicBezTo>
                  <a:cubicBezTo>
                    <a:pt x="20042" y="21600"/>
                    <a:pt x="20099" y="21600"/>
                    <a:pt x="20212" y="21545"/>
                  </a:cubicBezTo>
                  <a:cubicBezTo>
                    <a:pt x="20438" y="21490"/>
                    <a:pt x="20721" y="21269"/>
                    <a:pt x="21117" y="20718"/>
                  </a:cubicBezTo>
                  <a:cubicBezTo>
                    <a:pt x="21456" y="20112"/>
                    <a:pt x="21512" y="19616"/>
                    <a:pt x="21512" y="19341"/>
                  </a:cubicBezTo>
                  <a:cubicBezTo>
                    <a:pt x="21569" y="19176"/>
                    <a:pt x="21512" y="19065"/>
                    <a:pt x="21512" y="19065"/>
                  </a:cubicBezTo>
                  <a:close/>
                </a:path>
              </a:pathLst>
            </a:custGeom>
            <a:solidFill>
              <a:schemeClr val="bg2">
                <a:lumMod val="50000"/>
              </a:schemeClr>
            </a:solidFill>
            <a:ln w="12700" cap="flat">
              <a:noFill/>
              <a:miter lim="400000"/>
            </a:ln>
            <a:effectLst/>
          </p:spPr>
          <p:txBody>
            <a:bodyPr wrap="square" lIns="45719" tIns="45719" rIns="45719" bIns="45719" numCol="1" anchor="t">
              <a:noAutofit/>
            </a:bodyPr>
            <a:lstStyle/>
            <a:p>
              <a:pPr algn="ctr">
                <a:lnSpc>
                  <a:spcPct val="100000"/>
                </a:lnSpc>
                <a:defRPr b="1" cap="none" spc="0">
                  <a:solidFill>
                    <a:srgbClr val="FFFFF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grpSp>
      <p:grpSp>
        <p:nvGrpSpPr>
          <p:cNvPr id="163" name="Group 162">
            <a:extLst>
              <a:ext uri="{FF2B5EF4-FFF2-40B4-BE49-F238E27FC236}">
                <a16:creationId xmlns:a16="http://schemas.microsoft.com/office/drawing/2014/main" id="{3C2E901A-F045-1BC5-AD27-619F6C9E8E52}"/>
              </a:ext>
            </a:extLst>
          </p:cNvPr>
          <p:cNvGrpSpPr/>
          <p:nvPr/>
        </p:nvGrpSpPr>
        <p:grpSpPr>
          <a:xfrm>
            <a:off x="9399030" y="2219770"/>
            <a:ext cx="2411970" cy="1102618"/>
            <a:chOff x="10629757" y="1050916"/>
            <a:chExt cx="1108072" cy="1377464"/>
          </a:xfrm>
        </p:grpSpPr>
        <p:sp>
          <p:nvSpPr>
            <p:cNvPr id="164" name="Google Shape;122;p18">
              <a:extLst>
                <a:ext uri="{FF2B5EF4-FFF2-40B4-BE49-F238E27FC236}">
                  <a16:creationId xmlns:a16="http://schemas.microsoft.com/office/drawing/2014/main" id="{431B5CB0-411C-5E29-0628-7304B4236DAC}"/>
                </a:ext>
              </a:extLst>
            </p:cNvPr>
            <p:cNvSpPr txBox="1"/>
            <p:nvPr/>
          </p:nvSpPr>
          <p:spPr>
            <a:xfrm>
              <a:off x="10629757" y="1050916"/>
              <a:ext cx="1089542" cy="569356"/>
            </a:xfrm>
            <a:prstGeom prst="rect">
              <a:avLst/>
            </a:prstGeom>
            <a:noFill/>
            <a:ln>
              <a:noFill/>
            </a:ln>
          </p:spPr>
          <p:txBody>
            <a:bodyPr spcFirstLastPara="1" wrap="square" lIns="91425" tIns="91425" rIns="91425" bIns="91425" anchor="t" anchorCtr="0">
              <a:spAutoFit/>
            </a:bodyPr>
            <a:lstStyle/>
            <a:p>
              <a:pPr lvl="0" indent="0">
                <a:lnSpc>
                  <a:spcPct val="125000"/>
                </a:lnSpc>
                <a:spcBef>
                  <a:spcPts val="0"/>
                </a:spcBef>
                <a:spcAft>
                  <a:spcPts val="0"/>
                </a:spcAft>
                <a:buNone/>
              </a:pPr>
              <a:r>
                <a:rPr lang="e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SemiBold"/>
                </a:rPr>
                <a:t>100+</a:t>
              </a:r>
              <a:endParaRPr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SemiBold"/>
              </a:endParaRPr>
            </a:p>
          </p:txBody>
        </p:sp>
        <p:sp>
          <p:nvSpPr>
            <p:cNvPr id="165" name="Google Shape;123;p18">
              <a:extLst>
                <a:ext uri="{FF2B5EF4-FFF2-40B4-BE49-F238E27FC236}">
                  <a16:creationId xmlns:a16="http://schemas.microsoft.com/office/drawing/2014/main" id="{E5C7C49D-3F8E-0D2D-BB8A-0D0FE580EF3F}"/>
                </a:ext>
              </a:extLst>
            </p:cNvPr>
            <p:cNvSpPr txBox="1"/>
            <p:nvPr/>
          </p:nvSpPr>
          <p:spPr>
            <a:xfrm>
              <a:off x="10629757" y="1474303"/>
              <a:ext cx="1108072" cy="954077"/>
            </a:xfrm>
            <a:prstGeom prst="rect">
              <a:avLst/>
            </a:prstGeom>
            <a:noFill/>
            <a:ln>
              <a:noFill/>
            </a:ln>
          </p:spPr>
          <p:txBody>
            <a:bodyPr spcFirstLastPara="1" wrap="square" lIns="91425" tIns="91425" rIns="91425" bIns="91425" anchor="t" anchorCtr="0">
              <a:spAutoFit/>
            </a:bodyPr>
            <a:lstStyle/>
            <a:p>
              <a:pPr>
                <a:lnSpc>
                  <a:spcPct val="125000"/>
                </a:lnSpc>
              </a:pPr>
              <a:r>
                <a:rPr lang="e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a:rPr>
                <a:t>Products Deployed</a:t>
              </a:r>
              <a:endParaRPr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a:endParaRPr>
            </a:p>
          </p:txBody>
        </p:sp>
      </p:grpSp>
      <p:grpSp>
        <p:nvGrpSpPr>
          <p:cNvPr id="166" name="Group">
            <a:extLst>
              <a:ext uri="{FF2B5EF4-FFF2-40B4-BE49-F238E27FC236}">
                <a16:creationId xmlns:a16="http://schemas.microsoft.com/office/drawing/2014/main" id="{9B26F5B1-BE8E-3659-39AE-E5D5A796ACB5}"/>
              </a:ext>
            </a:extLst>
          </p:cNvPr>
          <p:cNvGrpSpPr/>
          <p:nvPr/>
        </p:nvGrpSpPr>
        <p:grpSpPr>
          <a:xfrm>
            <a:off x="8132147" y="2098097"/>
            <a:ext cx="887596" cy="1255115"/>
            <a:chOff x="0" y="0"/>
            <a:chExt cx="4978634" cy="7008312"/>
          </a:xfrm>
        </p:grpSpPr>
        <p:sp>
          <p:nvSpPr>
            <p:cNvPr id="167" name="Triangle">
              <a:extLst>
                <a:ext uri="{FF2B5EF4-FFF2-40B4-BE49-F238E27FC236}">
                  <a16:creationId xmlns:a16="http://schemas.microsoft.com/office/drawing/2014/main" id="{13FC25B6-09C7-3DEE-D694-BE84A3B367AF}"/>
                </a:ext>
              </a:extLst>
            </p:cNvPr>
            <p:cNvSpPr/>
            <p:nvPr/>
          </p:nvSpPr>
          <p:spPr>
            <a:xfrm>
              <a:off x="419052" y="5001155"/>
              <a:ext cx="336905" cy="61494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19550"/>
                  </a:lnTo>
                  <a:lnTo>
                    <a:pt x="0" y="21600"/>
                  </a:lnTo>
                  <a:lnTo>
                    <a:pt x="21600" y="0"/>
                  </a:lnTo>
                  <a:close/>
                </a:path>
              </a:pathLst>
            </a:custGeom>
            <a:solidFill>
              <a:schemeClr val="bg2">
                <a:lumMod val="50000"/>
              </a:schemeClr>
            </a:solidFill>
            <a:ln w="12700" cap="flat">
              <a:noFill/>
              <a:miter lim="400000"/>
            </a:ln>
            <a:effectLst/>
          </p:spPr>
          <p:txBody>
            <a:bodyPr wrap="square" lIns="50800" tIns="50800" rIns="50800" bIns="50800"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68" name="Shape">
              <a:extLst>
                <a:ext uri="{FF2B5EF4-FFF2-40B4-BE49-F238E27FC236}">
                  <a16:creationId xmlns:a16="http://schemas.microsoft.com/office/drawing/2014/main" id="{21837183-81D0-7FD9-B28D-BCBDD8C90072}"/>
                </a:ext>
              </a:extLst>
            </p:cNvPr>
            <p:cNvSpPr/>
            <p:nvPr/>
          </p:nvSpPr>
          <p:spPr>
            <a:xfrm>
              <a:off x="2201463" y="1743628"/>
              <a:ext cx="1546949" cy="1546526"/>
            </a:xfrm>
            <a:custGeom>
              <a:avLst/>
              <a:gdLst/>
              <a:ahLst/>
              <a:cxnLst>
                <a:cxn ang="0">
                  <a:pos x="wd2" y="hd2"/>
                </a:cxn>
                <a:cxn ang="5400000">
                  <a:pos x="wd2" y="hd2"/>
                </a:cxn>
                <a:cxn ang="10800000">
                  <a:pos x="wd2" y="hd2"/>
                </a:cxn>
                <a:cxn ang="16200000">
                  <a:pos x="wd2" y="hd2"/>
                </a:cxn>
              </a:cxnLst>
              <a:rect l="0" t="0" r="r" b="b"/>
              <a:pathLst>
                <a:path w="21600" h="21600" extrusionOk="0">
                  <a:moveTo>
                    <a:pt x="21600" y="10817"/>
                  </a:moveTo>
                  <a:cubicBezTo>
                    <a:pt x="21600" y="16770"/>
                    <a:pt x="16765" y="21600"/>
                    <a:pt x="10783" y="21600"/>
                  </a:cubicBezTo>
                  <a:cubicBezTo>
                    <a:pt x="4835" y="21600"/>
                    <a:pt x="0" y="16770"/>
                    <a:pt x="0" y="10817"/>
                  </a:cubicBezTo>
                  <a:cubicBezTo>
                    <a:pt x="0" y="4835"/>
                    <a:pt x="4835" y="0"/>
                    <a:pt x="10783" y="0"/>
                  </a:cubicBezTo>
                  <a:cubicBezTo>
                    <a:pt x="16765" y="0"/>
                    <a:pt x="21600" y="4835"/>
                    <a:pt x="21600" y="10817"/>
                  </a:cubicBezTo>
                </a:path>
              </a:pathLst>
            </a:custGeom>
            <a:solidFill>
              <a:srgbClr val="FFFFFF"/>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69" name="Shape">
              <a:extLst>
                <a:ext uri="{FF2B5EF4-FFF2-40B4-BE49-F238E27FC236}">
                  <a16:creationId xmlns:a16="http://schemas.microsoft.com/office/drawing/2014/main" id="{3A7B5C72-B6F6-A8C7-41DC-CAA5187B74D3}"/>
                </a:ext>
              </a:extLst>
            </p:cNvPr>
            <p:cNvSpPr/>
            <p:nvPr/>
          </p:nvSpPr>
          <p:spPr>
            <a:xfrm>
              <a:off x="382025" y="0"/>
              <a:ext cx="1226817" cy="1223342"/>
            </a:xfrm>
            <a:custGeom>
              <a:avLst/>
              <a:gdLst/>
              <a:ahLst/>
              <a:cxnLst>
                <a:cxn ang="0">
                  <a:pos x="wd2" y="hd2"/>
                </a:cxn>
                <a:cxn ang="5400000">
                  <a:pos x="wd2" y="hd2"/>
                </a:cxn>
                <a:cxn ang="10800000">
                  <a:pos x="wd2" y="hd2"/>
                </a:cxn>
                <a:cxn ang="16200000">
                  <a:pos x="wd2" y="hd2"/>
                </a:cxn>
              </a:cxnLst>
              <a:rect l="0" t="0" r="r" b="b"/>
              <a:pathLst>
                <a:path w="21600" h="21600" extrusionOk="0">
                  <a:moveTo>
                    <a:pt x="21600" y="10803"/>
                  </a:moveTo>
                  <a:cubicBezTo>
                    <a:pt x="21600" y="16782"/>
                    <a:pt x="16749" y="21600"/>
                    <a:pt x="10778" y="21600"/>
                  </a:cubicBezTo>
                  <a:cubicBezTo>
                    <a:pt x="4851" y="21600"/>
                    <a:pt x="0" y="16782"/>
                    <a:pt x="0" y="10803"/>
                  </a:cubicBezTo>
                  <a:cubicBezTo>
                    <a:pt x="0" y="4818"/>
                    <a:pt x="4851" y="0"/>
                    <a:pt x="10778" y="0"/>
                  </a:cubicBezTo>
                  <a:cubicBezTo>
                    <a:pt x="16749" y="0"/>
                    <a:pt x="21600" y="4818"/>
                    <a:pt x="21600" y="10803"/>
                  </a:cubicBezTo>
                </a:path>
              </a:pathLst>
            </a:custGeom>
            <a:solidFill>
              <a:srgbClr val="FFFFFF"/>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70" name="Shape">
              <a:extLst>
                <a:ext uri="{FF2B5EF4-FFF2-40B4-BE49-F238E27FC236}">
                  <a16:creationId xmlns:a16="http://schemas.microsoft.com/office/drawing/2014/main" id="{44B96EF1-80CD-9176-FACF-88B3844D22D2}"/>
                </a:ext>
              </a:extLst>
            </p:cNvPr>
            <p:cNvSpPr/>
            <p:nvPr/>
          </p:nvSpPr>
          <p:spPr>
            <a:xfrm>
              <a:off x="1859821" y="599952"/>
              <a:ext cx="1024381" cy="1022532"/>
            </a:xfrm>
            <a:custGeom>
              <a:avLst/>
              <a:gdLst/>
              <a:ahLst/>
              <a:cxnLst>
                <a:cxn ang="0">
                  <a:pos x="wd2" y="hd2"/>
                </a:cxn>
                <a:cxn ang="5400000">
                  <a:pos x="wd2" y="hd2"/>
                </a:cxn>
                <a:cxn ang="10800000">
                  <a:pos x="wd2" y="hd2"/>
                </a:cxn>
                <a:cxn ang="16200000">
                  <a:pos x="wd2" y="hd2"/>
                </a:cxn>
              </a:cxnLst>
              <a:rect l="0" t="0" r="r" b="b"/>
              <a:pathLst>
                <a:path w="21600" h="21600" extrusionOk="0">
                  <a:moveTo>
                    <a:pt x="21600" y="10777"/>
                  </a:moveTo>
                  <a:cubicBezTo>
                    <a:pt x="21600" y="16732"/>
                    <a:pt x="16787" y="21600"/>
                    <a:pt x="10826" y="21600"/>
                  </a:cubicBezTo>
                  <a:cubicBezTo>
                    <a:pt x="4866" y="21600"/>
                    <a:pt x="0" y="16732"/>
                    <a:pt x="0" y="10777"/>
                  </a:cubicBezTo>
                  <a:cubicBezTo>
                    <a:pt x="0" y="4815"/>
                    <a:pt x="4866" y="0"/>
                    <a:pt x="10826" y="0"/>
                  </a:cubicBezTo>
                  <a:cubicBezTo>
                    <a:pt x="16787" y="0"/>
                    <a:pt x="21600" y="4815"/>
                    <a:pt x="21600" y="10777"/>
                  </a:cubicBezTo>
                </a:path>
              </a:pathLst>
            </a:custGeom>
            <a:solidFill>
              <a:schemeClr val="bg2">
                <a:lumMod val="75000"/>
              </a:schemeClr>
            </a:solidFill>
            <a:ln w="12700" cap="flat">
              <a:noFill/>
              <a:miter lim="400000"/>
            </a:ln>
            <a:effectLst/>
          </p:spPr>
          <p:txBody>
            <a:bodyPr wrap="square" lIns="45719" tIns="45719" rIns="45719" bIns="45719"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71" name="Shape">
              <a:extLst>
                <a:ext uri="{FF2B5EF4-FFF2-40B4-BE49-F238E27FC236}">
                  <a16:creationId xmlns:a16="http://schemas.microsoft.com/office/drawing/2014/main" id="{6615EC3B-FD9C-ED6F-D2B0-FD5DD74F9D33}"/>
                </a:ext>
              </a:extLst>
            </p:cNvPr>
            <p:cNvSpPr/>
            <p:nvPr/>
          </p:nvSpPr>
          <p:spPr>
            <a:xfrm>
              <a:off x="113470" y="1428291"/>
              <a:ext cx="834501" cy="8327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81"/>
                    <a:pt x="16740" y="21600"/>
                    <a:pt x="10832" y="21600"/>
                  </a:cubicBezTo>
                  <a:cubicBezTo>
                    <a:pt x="4869" y="21600"/>
                    <a:pt x="0" y="16781"/>
                    <a:pt x="0" y="10800"/>
                  </a:cubicBezTo>
                  <a:cubicBezTo>
                    <a:pt x="0" y="4819"/>
                    <a:pt x="4869" y="0"/>
                    <a:pt x="10832" y="0"/>
                  </a:cubicBezTo>
                  <a:cubicBezTo>
                    <a:pt x="16740" y="0"/>
                    <a:pt x="21600" y="4819"/>
                    <a:pt x="21600" y="10800"/>
                  </a:cubicBezTo>
                </a:path>
              </a:pathLst>
            </a:custGeom>
            <a:solidFill>
              <a:schemeClr val="bg2">
                <a:lumMod val="90000"/>
              </a:schemeClr>
            </a:solidFill>
            <a:ln w="12700" cap="flat">
              <a:noFill/>
              <a:miter lim="400000"/>
            </a:ln>
            <a:effectLst/>
          </p:spPr>
          <p:txBody>
            <a:bodyPr wrap="square" lIns="45719" tIns="45719" rIns="45719" bIns="45719"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72" name="Shape">
              <a:extLst>
                <a:ext uri="{FF2B5EF4-FFF2-40B4-BE49-F238E27FC236}">
                  <a16:creationId xmlns:a16="http://schemas.microsoft.com/office/drawing/2014/main" id="{08E3394F-F64F-962F-7A21-E9C683181D7F}"/>
                </a:ext>
              </a:extLst>
            </p:cNvPr>
            <p:cNvSpPr/>
            <p:nvPr/>
          </p:nvSpPr>
          <p:spPr>
            <a:xfrm>
              <a:off x="1576440" y="3265084"/>
              <a:ext cx="1184448" cy="1185691"/>
            </a:xfrm>
            <a:custGeom>
              <a:avLst/>
              <a:gdLst/>
              <a:ahLst/>
              <a:cxnLst>
                <a:cxn ang="0">
                  <a:pos x="wd2" y="hd2"/>
                </a:cxn>
                <a:cxn ang="5400000">
                  <a:pos x="wd2" y="hd2"/>
                </a:cxn>
                <a:cxn ang="10800000">
                  <a:pos x="wd2" y="hd2"/>
                </a:cxn>
                <a:cxn ang="16200000">
                  <a:pos x="wd2" y="hd2"/>
                </a:cxn>
              </a:cxnLst>
              <a:rect l="0" t="0" r="r" b="b"/>
              <a:pathLst>
                <a:path w="21600" h="21600" extrusionOk="0">
                  <a:moveTo>
                    <a:pt x="21600" y="10797"/>
                  </a:moveTo>
                  <a:cubicBezTo>
                    <a:pt x="21600" y="16758"/>
                    <a:pt x="16795" y="21600"/>
                    <a:pt x="10823" y="21600"/>
                  </a:cubicBezTo>
                  <a:cubicBezTo>
                    <a:pt x="4812" y="21600"/>
                    <a:pt x="0" y="16758"/>
                    <a:pt x="0" y="10797"/>
                  </a:cubicBezTo>
                  <a:cubicBezTo>
                    <a:pt x="0" y="4842"/>
                    <a:pt x="4812" y="0"/>
                    <a:pt x="10823" y="0"/>
                  </a:cubicBezTo>
                  <a:cubicBezTo>
                    <a:pt x="16795" y="0"/>
                    <a:pt x="21600" y="4842"/>
                    <a:pt x="21600" y="10797"/>
                  </a:cubicBezTo>
                </a:path>
              </a:pathLst>
            </a:custGeom>
            <a:solidFill>
              <a:schemeClr val="bg2">
                <a:lumMod val="75000"/>
              </a:schemeClr>
            </a:solidFill>
            <a:ln w="12700" cap="flat">
              <a:noFill/>
              <a:miter lim="400000"/>
            </a:ln>
            <a:effectLst/>
          </p:spPr>
          <p:txBody>
            <a:bodyPr wrap="square" lIns="45719" tIns="45719" rIns="45719" bIns="45719"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73" name="Shape">
              <a:extLst>
                <a:ext uri="{FF2B5EF4-FFF2-40B4-BE49-F238E27FC236}">
                  <a16:creationId xmlns:a16="http://schemas.microsoft.com/office/drawing/2014/main" id="{24213F48-580A-EDE2-CC4F-B650F7B4A92B}"/>
                </a:ext>
              </a:extLst>
            </p:cNvPr>
            <p:cNvSpPr/>
            <p:nvPr/>
          </p:nvSpPr>
          <p:spPr>
            <a:xfrm>
              <a:off x="1076293" y="2134270"/>
              <a:ext cx="627356" cy="627183"/>
            </a:xfrm>
            <a:custGeom>
              <a:avLst/>
              <a:gdLst/>
              <a:ahLst/>
              <a:cxnLst>
                <a:cxn ang="0">
                  <a:pos x="wd2" y="hd2"/>
                </a:cxn>
                <a:cxn ang="5400000">
                  <a:pos x="wd2" y="hd2"/>
                </a:cxn>
                <a:cxn ang="10800000">
                  <a:pos x="wd2" y="hd2"/>
                </a:cxn>
                <a:cxn ang="16200000">
                  <a:pos x="wd2" y="hd2"/>
                </a:cxn>
              </a:cxnLst>
              <a:rect l="0" t="0" r="r" b="b"/>
              <a:pathLst>
                <a:path w="21600" h="21600" extrusionOk="0">
                  <a:moveTo>
                    <a:pt x="21600" y="10763"/>
                  </a:moveTo>
                  <a:cubicBezTo>
                    <a:pt x="21600" y="16750"/>
                    <a:pt x="16750" y="21600"/>
                    <a:pt x="10763" y="21600"/>
                  </a:cubicBezTo>
                  <a:cubicBezTo>
                    <a:pt x="4850" y="21600"/>
                    <a:pt x="0" y="16750"/>
                    <a:pt x="0" y="10763"/>
                  </a:cubicBezTo>
                  <a:cubicBezTo>
                    <a:pt x="0" y="4850"/>
                    <a:pt x="4850" y="0"/>
                    <a:pt x="10763" y="0"/>
                  </a:cubicBezTo>
                  <a:cubicBezTo>
                    <a:pt x="16750" y="0"/>
                    <a:pt x="21600" y="4850"/>
                    <a:pt x="21600" y="10763"/>
                  </a:cubicBezTo>
                </a:path>
              </a:pathLst>
            </a:custGeom>
            <a:solidFill>
              <a:schemeClr val="bg2">
                <a:lumMod val="50000"/>
              </a:schemeClr>
            </a:solidFill>
            <a:ln w="12700" cap="flat">
              <a:noFill/>
              <a:miter lim="400000"/>
            </a:ln>
            <a:effectLst/>
          </p:spPr>
          <p:txBody>
            <a:bodyPr wrap="square" lIns="45719" tIns="45719" rIns="45719" bIns="45719"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74" name="Shape">
              <a:extLst>
                <a:ext uri="{FF2B5EF4-FFF2-40B4-BE49-F238E27FC236}">
                  <a16:creationId xmlns:a16="http://schemas.microsoft.com/office/drawing/2014/main" id="{013D2196-24E0-20B2-3919-FE1DAA09E53F}"/>
                </a:ext>
              </a:extLst>
            </p:cNvPr>
            <p:cNvSpPr/>
            <p:nvPr/>
          </p:nvSpPr>
          <p:spPr>
            <a:xfrm>
              <a:off x="0" y="2883111"/>
              <a:ext cx="1306850" cy="1306492"/>
            </a:xfrm>
            <a:custGeom>
              <a:avLst/>
              <a:gdLst/>
              <a:ahLst/>
              <a:cxnLst>
                <a:cxn ang="0">
                  <a:pos x="wd2" y="hd2"/>
                </a:cxn>
                <a:cxn ang="5400000">
                  <a:pos x="wd2" y="hd2"/>
                </a:cxn>
                <a:cxn ang="10800000">
                  <a:pos x="wd2" y="hd2"/>
                </a:cxn>
                <a:cxn ang="16200000">
                  <a:pos x="wd2" y="hd2"/>
                </a:cxn>
              </a:cxnLst>
              <a:rect l="0" t="0" r="r" b="b"/>
              <a:pathLst>
                <a:path w="21600" h="21600" extrusionOk="0">
                  <a:moveTo>
                    <a:pt x="21600" y="10818"/>
                  </a:moveTo>
                  <a:cubicBezTo>
                    <a:pt x="21600" y="16776"/>
                    <a:pt x="16775" y="21600"/>
                    <a:pt x="10821" y="21600"/>
                  </a:cubicBezTo>
                  <a:cubicBezTo>
                    <a:pt x="4825" y="21600"/>
                    <a:pt x="0" y="16776"/>
                    <a:pt x="0" y="10818"/>
                  </a:cubicBezTo>
                  <a:cubicBezTo>
                    <a:pt x="0" y="4830"/>
                    <a:pt x="4825" y="0"/>
                    <a:pt x="10821" y="0"/>
                  </a:cubicBezTo>
                  <a:cubicBezTo>
                    <a:pt x="16775" y="0"/>
                    <a:pt x="21600" y="4830"/>
                    <a:pt x="21600" y="10818"/>
                  </a:cubicBezTo>
                </a:path>
              </a:pathLst>
            </a:custGeom>
            <a:solidFill>
              <a:srgbClr val="FFFFFF"/>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75" name="Shape">
              <a:extLst>
                <a:ext uri="{FF2B5EF4-FFF2-40B4-BE49-F238E27FC236}">
                  <a16:creationId xmlns:a16="http://schemas.microsoft.com/office/drawing/2014/main" id="{D674F152-AEE3-028E-0C40-BEC567A00F77}"/>
                </a:ext>
              </a:extLst>
            </p:cNvPr>
            <p:cNvSpPr/>
            <p:nvPr/>
          </p:nvSpPr>
          <p:spPr>
            <a:xfrm>
              <a:off x="3750618" y="2813298"/>
              <a:ext cx="830798" cy="832702"/>
            </a:xfrm>
            <a:custGeom>
              <a:avLst/>
              <a:gdLst/>
              <a:ahLst/>
              <a:cxnLst>
                <a:cxn ang="0">
                  <a:pos x="wd2" y="hd2"/>
                </a:cxn>
                <a:cxn ang="5400000">
                  <a:pos x="wd2" y="hd2"/>
                </a:cxn>
                <a:cxn ang="10800000">
                  <a:pos x="wd2" y="hd2"/>
                </a:cxn>
                <a:cxn ang="16200000">
                  <a:pos x="wd2" y="hd2"/>
                </a:cxn>
              </a:cxnLst>
              <a:rect l="0" t="0" r="r" b="b"/>
              <a:pathLst>
                <a:path w="21600" h="21600" extrusionOk="0">
                  <a:moveTo>
                    <a:pt x="21600" y="10838"/>
                  </a:moveTo>
                  <a:cubicBezTo>
                    <a:pt x="21600" y="16800"/>
                    <a:pt x="16783" y="21600"/>
                    <a:pt x="10800" y="21600"/>
                  </a:cubicBezTo>
                  <a:cubicBezTo>
                    <a:pt x="4817" y="21600"/>
                    <a:pt x="0" y="16800"/>
                    <a:pt x="0" y="10838"/>
                  </a:cubicBezTo>
                  <a:cubicBezTo>
                    <a:pt x="0" y="4888"/>
                    <a:pt x="4817" y="0"/>
                    <a:pt x="10800" y="0"/>
                  </a:cubicBezTo>
                  <a:cubicBezTo>
                    <a:pt x="16783" y="0"/>
                    <a:pt x="21600" y="4888"/>
                    <a:pt x="21600" y="10838"/>
                  </a:cubicBezTo>
                </a:path>
              </a:pathLst>
            </a:custGeom>
            <a:solidFill>
              <a:schemeClr val="bg2">
                <a:lumMod val="75000"/>
              </a:schemeClr>
            </a:solidFill>
            <a:ln w="12700" cap="flat">
              <a:noFill/>
              <a:miter lim="400000"/>
            </a:ln>
            <a:effectLst/>
          </p:spPr>
          <p:txBody>
            <a:bodyPr wrap="square" lIns="45719" tIns="45719" rIns="45719" bIns="45719"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76" name="Shape">
              <a:extLst>
                <a:ext uri="{FF2B5EF4-FFF2-40B4-BE49-F238E27FC236}">
                  <a16:creationId xmlns:a16="http://schemas.microsoft.com/office/drawing/2014/main" id="{AFE2ADC3-1153-FD79-0693-C394865FA3D4}"/>
                </a:ext>
              </a:extLst>
            </p:cNvPr>
            <p:cNvSpPr/>
            <p:nvPr/>
          </p:nvSpPr>
          <p:spPr>
            <a:xfrm>
              <a:off x="3236399" y="3740270"/>
              <a:ext cx="1024381" cy="1022532"/>
            </a:xfrm>
            <a:custGeom>
              <a:avLst/>
              <a:gdLst/>
              <a:ahLst/>
              <a:cxnLst>
                <a:cxn ang="0">
                  <a:pos x="wd2" y="hd2"/>
                </a:cxn>
                <a:cxn ang="5400000">
                  <a:pos x="wd2" y="hd2"/>
                </a:cxn>
                <a:cxn ang="10800000">
                  <a:pos x="wd2" y="hd2"/>
                </a:cxn>
                <a:cxn ang="16200000">
                  <a:pos x="wd2" y="hd2"/>
                </a:cxn>
              </a:cxnLst>
              <a:rect l="0" t="0" r="r" b="b"/>
              <a:pathLst>
                <a:path w="21600" h="21600" extrusionOk="0">
                  <a:moveTo>
                    <a:pt x="21600" y="10777"/>
                  </a:moveTo>
                  <a:cubicBezTo>
                    <a:pt x="21600" y="16732"/>
                    <a:pt x="16787" y="21600"/>
                    <a:pt x="10826" y="21600"/>
                  </a:cubicBezTo>
                  <a:cubicBezTo>
                    <a:pt x="4866" y="21600"/>
                    <a:pt x="0" y="16732"/>
                    <a:pt x="0" y="10777"/>
                  </a:cubicBezTo>
                  <a:cubicBezTo>
                    <a:pt x="0" y="4815"/>
                    <a:pt x="4866" y="0"/>
                    <a:pt x="10826" y="0"/>
                  </a:cubicBezTo>
                  <a:cubicBezTo>
                    <a:pt x="16787" y="0"/>
                    <a:pt x="21600" y="4815"/>
                    <a:pt x="21600" y="10777"/>
                  </a:cubicBezTo>
                </a:path>
              </a:pathLst>
            </a:custGeom>
            <a:solidFill>
              <a:srgbClr val="FFFFFF"/>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77" name="Shape">
              <a:extLst>
                <a:ext uri="{FF2B5EF4-FFF2-40B4-BE49-F238E27FC236}">
                  <a16:creationId xmlns:a16="http://schemas.microsoft.com/office/drawing/2014/main" id="{711F8A46-6391-17E1-82C1-4ABDCE464FB5}"/>
                </a:ext>
              </a:extLst>
            </p:cNvPr>
            <p:cNvSpPr/>
            <p:nvPr/>
          </p:nvSpPr>
          <p:spPr>
            <a:xfrm>
              <a:off x="745177" y="6492518"/>
              <a:ext cx="2249983" cy="448335"/>
            </a:xfrm>
            <a:custGeom>
              <a:avLst/>
              <a:gdLst/>
              <a:ahLst/>
              <a:cxnLst>
                <a:cxn ang="0">
                  <a:pos x="wd2" y="hd2"/>
                </a:cxn>
                <a:cxn ang="5400000">
                  <a:pos x="wd2" y="hd2"/>
                </a:cxn>
                <a:cxn ang="10800000">
                  <a:pos x="wd2" y="hd2"/>
                </a:cxn>
                <a:cxn ang="16200000">
                  <a:pos x="wd2" y="hd2"/>
                </a:cxn>
              </a:cxnLst>
              <a:rect l="0" t="0" r="r" b="b"/>
              <a:pathLst>
                <a:path w="21600" h="21600" extrusionOk="0">
                  <a:moveTo>
                    <a:pt x="10812" y="0"/>
                  </a:moveTo>
                  <a:lnTo>
                    <a:pt x="0" y="10740"/>
                  </a:lnTo>
                  <a:lnTo>
                    <a:pt x="10812" y="21600"/>
                  </a:lnTo>
                  <a:lnTo>
                    <a:pt x="21600" y="10740"/>
                  </a:lnTo>
                  <a:lnTo>
                    <a:pt x="10812" y="0"/>
                  </a:lnTo>
                </a:path>
              </a:pathLst>
            </a:custGeom>
            <a:solidFill>
              <a:srgbClr val="A68C5D"/>
            </a:solidFill>
            <a:ln w="12700" cap="flat">
              <a:noFill/>
              <a:miter lim="400000"/>
            </a:ln>
            <a:effectLst/>
          </p:spPr>
          <p:txBody>
            <a:bodyPr wrap="square" lIns="45719" tIns="45719" rIns="45719" bIns="45719" numCol="1" anchor="ctr">
              <a:noAutofit/>
            </a:bodyPr>
            <a:lstStyle/>
            <a:p>
              <a:pPr defTabSz="1828433">
                <a:lnSpc>
                  <a:spcPct val="100000"/>
                </a:lnSpc>
                <a:defRPr sz="3600" cap="none" spc="0">
                  <a:solidFill>
                    <a:srgbClr val="91969B"/>
                  </a:solidFill>
                  <a:latin typeface="Calibri"/>
                  <a:ea typeface="Calibri"/>
                  <a:cs typeface="Calibri"/>
                  <a:sym typeface="Calibri"/>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78" name="Shape">
              <a:extLst>
                <a:ext uri="{FF2B5EF4-FFF2-40B4-BE49-F238E27FC236}">
                  <a16:creationId xmlns:a16="http://schemas.microsoft.com/office/drawing/2014/main" id="{AC4B6993-2C9D-160A-6C3C-2E0F00AACEF9}"/>
                </a:ext>
              </a:extLst>
            </p:cNvPr>
            <p:cNvSpPr/>
            <p:nvPr/>
          </p:nvSpPr>
          <p:spPr>
            <a:xfrm>
              <a:off x="1871915" y="5002117"/>
              <a:ext cx="1123245" cy="200619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18454"/>
                  </a:lnTo>
                  <a:lnTo>
                    <a:pt x="0" y="21600"/>
                  </a:lnTo>
                  <a:lnTo>
                    <a:pt x="0" y="1700"/>
                  </a:lnTo>
                  <a:lnTo>
                    <a:pt x="21600" y="0"/>
                  </a:lnTo>
                </a:path>
              </a:pathLst>
            </a:custGeom>
            <a:solidFill>
              <a:schemeClr val="bg2">
                <a:lumMod val="90000"/>
              </a:schemeClr>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79" name="Triangle">
              <a:extLst>
                <a:ext uri="{FF2B5EF4-FFF2-40B4-BE49-F238E27FC236}">
                  <a16:creationId xmlns:a16="http://schemas.microsoft.com/office/drawing/2014/main" id="{EFE6474A-5F73-4C0F-89B6-91680A606315}"/>
                </a:ext>
              </a:extLst>
            </p:cNvPr>
            <p:cNvSpPr/>
            <p:nvPr/>
          </p:nvSpPr>
          <p:spPr>
            <a:xfrm>
              <a:off x="1871915" y="4843663"/>
              <a:ext cx="1123245" cy="3149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0800"/>
                  </a:lnTo>
                  <a:lnTo>
                    <a:pt x="0" y="21600"/>
                  </a:lnTo>
                  <a:lnTo>
                    <a:pt x="0" y="0"/>
                  </a:lnTo>
                </a:path>
              </a:pathLst>
            </a:custGeom>
            <a:solidFill>
              <a:srgbClr val="A6AAA9"/>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80" name="Triangle">
              <a:extLst>
                <a:ext uri="{FF2B5EF4-FFF2-40B4-BE49-F238E27FC236}">
                  <a16:creationId xmlns:a16="http://schemas.microsoft.com/office/drawing/2014/main" id="{188A8186-81FC-1428-1B21-ADE22B26F314}"/>
                </a:ext>
              </a:extLst>
            </p:cNvPr>
            <p:cNvSpPr/>
            <p:nvPr/>
          </p:nvSpPr>
          <p:spPr>
            <a:xfrm>
              <a:off x="757877" y="4843663"/>
              <a:ext cx="1124816" cy="314983"/>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21600" y="0"/>
                  </a:lnTo>
                  <a:lnTo>
                    <a:pt x="21600" y="21600"/>
                  </a:lnTo>
                  <a:lnTo>
                    <a:pt x="0" y="10800"/>
                  </a:lnTo>
                </a:path>
              </a:pathLst>
            </a:custGeom>
            <a:solidFill>
              <a:schemeClr val="bg2">
                <a:lumMod val="90000"/>
              </a:schemeClr>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81" name="Shape">
              <a:extLst>
                <a:ext uri="{FF2B5EF4-FFF2-40B4-BE49-F238E27FC236}">
                  <a16:creationId xmlns:a16="http://schemas.microsoft.com/office/drawing/2014/main" id="{A32855B6-CB59-06E1-F4E0-8EA40EF77B56}"/>
                </a:ext>
              </a:extLst>
            </p:cNvPr>
            <p:cNvSpPr/>
            <p:nvPr/>
          </p:nvSpPr>
          <p:spPr>
            <a:xfrm>
              <a:off x="1871915" y="5102522"/>
              <a:ext cx="1123245" cy="78093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562"/>
                  </a:lnTo>
                  <a:lnTo>
                    <a:pt x="9415" y="21600"/>
                  </a:lnTo>
                  <a:lnTo>
                    <a:pt x="21600" y="17366"/>
                  </a:lnTo>
                  <a:lnTo>
                    <a:pt x="21600" y="0"/>
                  </a:lnTo>
                </a:path>
              </a:pathLst>
            </a:custGeom>
            <a:solidFill>
              <a:schemeClr val="bg2">
                <a:lumMod val="50000"/>
              </a:schemeClr>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82" name="Shape">
              <a:extLst>
                <a:ext uri="{FF2B5EF4-FFF2-40B4-BE49-F238E27FC236}">
                  <a16:creationId xmlns:a16="http://schemas.microsoft.com/office/drawing/2014/main" id="{08F087A1-C2FF-010E-4F49-6F8DDC9E7797}"/>
                </a:ext>
              </a:extLst>
            </p:cNvPr>
            <p:cNvSpPr/>
            <p:nvPr/>
          </p:nvSpPr>
          <p:spPr>
            <a:xfrm>
              <a:off x="1871915" y="5002117"/>
              <a:ext cx="1619137" cy="763672"/>
            </a:xfrm>
            <a:custGeom>
              <a:avLst/>
              <a:gdLst/>
              <a:ahLst/>
              <a:cxnLst>
                <a:cxn ang="0">
                  <a:pos x="wd2" y="hd2"/>
                </a:cxn>
                <a:cxn ang="5400000">
                  <a:pos x="wd2" y="hd2"/>
                </a:cxn>
                <a:cxn ang="10800000">
                  <a:pos x="wd2" y="hd2"/>
                </a:cxn>
                <a:cxn ang="16200000">
                  <a:pos x="wd2" y="hd2"/>
                </a:cxn>
              </a:cxnLst>
              <a:rect l="0" t="0" r="r" b="b"/>
              <a:pathLst>
                <a:path w="21600" h="21600" extrusionOk="0">
                  <a:moveTo>
                    <a:pt x="0" y="4457"/>
                  </a:moveTo>
                  <a:lnTo>
                    <a:pt x="8098" y="21600"/>
                  </a:lnTo>
                  <a:lnTo>
                    <a:pt x="21600" y="14032"/>
                  </a:lnTo>
                  <a:lnTo>
                    <a:pt x="14977" y="0"/>
                  </a:lnTo>
                  <a:lnTo>
                    <a:pt x="0" y="4457"/>
                  </a:lnTo>
                </a:path>
              </a:pathLst>
            </a:custGeom>
            <a:solidFill>
              <a:schemeClr val="bg2">
                <a:lumMod val="75000"/>
              </a:schemeClr>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83" name="Shape">
              <a:extLst>
                <a:ext uri="{FF2B5EF4-FFF2-40B4-BE49-F238E27FC236}">
                  <a16:creationId xmlns:a16="http://schemas.microsoft.com/office/drawing/2014/main" id="{A35E5A38-81C2-DCE7-4740-A1C7DDF01B6E}"/>
                </a:ext>
              </a:extLst>
            </p:cNvPr>
            <p:cNvSpPr/>
            <p:nvPr/>
          </p:nvSpPr>
          <p:spPr>
            <a:xfrm>
              <a:off x="757877" y="5001155"/>
              <a:ext cx="1124816" cy="2006196"/>
            </a:xfrm>
            <a:custGeom>
              <a:avLst/>
              <a:gdLst/>
              <a:ahLst/>
              <a:cxnLst>
                <a:cxn ang="0">
                  <a:pos x="wd2" y="hd2"/>
                </a:cxn>
                <a:cxn ang="5400000">
                  <a:pos x="wd2" y="hd2"/>
                </a:cxn>
                <a:cxn ang="10800000">
                  <a:pos x="wd2" y="hd2"/>
                </a:cxn>
                <a:cxn ang="16200000">
                  <a:pos x="wd2" y="hd2"/>
                </a:cxn>
              </a:cxnLst>
              <a:rect l="0" t="0" r="r" b="b"/>
              <a:pathLst>
                <a:path w="21600" h="21600" extrusionOk="0">
                  <a:moveTo>
                    <a:pt x="21600" y="1700"/>
                  </a:moveTo>
                  <a:lnTo>
                    <a:pt x="21600" y="21600"/>
                  </a:lnTo>
                  <a:lnTo>
                    <a:pt x="0" y="18454"/>
                  </a:lnTo>
                  <a:lnTo>
                    <a:pt x="0" y="0"/>
                  </a:lnTo>
                  <a:lnTo>
                    <a:pt x="21600" y="1700"/>
                  </a:lnTo>
                </a:path>
              </a:pathLst>
            </a:custGeom>
            <a:solidFill>
              <a:schemeClr val="bg2">
                <a:lumMod val="75000"/>
              </a:schemeClr>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84" name="Shape">
              <a:extLst>
                <a:ext uri="{FF2B5EF4-FFF2-40B4-BE49-F238E27FC236}">
                  <a16:creationId xmlns:a16="http://schemas.microsoft.com/office/drawing/2014/main" id="{894161F4-147E-D23A-9B4F-E0ABF77462E6}"/>
                </a:ext>
              </a:extLst>
            </p:cNvPr>
            <p:cNvSpPr/>
            <p:nvPr/>
          </p:nvSpPr>
          <p:spPr>
            <a:xfrm>
              <a:off x="1983135" y="4578340"/>
              <a:ext cx="777753" cy="561293"/>
            </a:xfrm>
            <a:custGeom>
              <a:avLst/>
              <a:gdLst/>
              <a:ahLst/>
              <a:cxnLst>
                <a:cxn ang="0">
                  <a:pos x="wd2" y="hd2"/>
                </a:cxn>
                <a:cxn ang="5400000">
                  <a:pos x="wd2" y="hd2"/>
                </a:cxn>
                <a:cxn ang="10800000">
                  <a:pos x="wd2" y="hd2"/>
                </a:cxn>
                <a:cxn ang="16200000">
                  <a:pos x="wd2" y="hd2"/>
                </a:cxn>
              </a:cxnLst>
              <a:rect l="0" t="0" r="r" b="b"/>
              <a:pathLst>
                <a:path w="21600" h="21600" extrusionOk="0">
                  <a:moveTo>
                    <a:pt x="21418" y="17622"/>
                  </a:moveTo>
                  <a:cubicBezTo>
                    <a:pt x="21600" y="16709"/>
                    <a:pt x="21600" y="15817"/>
                    <a:pt x="21600" y="15040"/>
                  </a:cubicBezTo>
                  <a:cubicBezTo>
                    <a:pt x="21600" y="6695"/>
                    <a:pt x="16784" y="0"/>
                    <a:pt x="10751" y="0"/>
                  </a:cubicBezTo>
                  <a:cubicBezTo>
                    <a:pt x="4830" y="0"/>
                    <a:pt x="0" y="6695"/>
                    <a:pt x="0" y="15040"/>
                  </a:cubicBezTo>
                  <a:cubicBezTo>
                    <a:pt x="0" y="17350"/>
                    <a:pt x="378" y="19543"/>
                    <a:pt x="1022" y="21600"/>
                  </a:cubicBezTo>
                  <a:lnTo>
                    <a:pt x="21418" y="17622"/>
                  </a:lnTo>
                </a:path>
              </a:pathLst>
            </a:custGeom>
            <a:solidFill>
              <a:schemeClr val="bg2">
                <a:lumMod val="75000"/>
              </a:schemeClr>
            </a:solidFill>
            <a:ln w="12700" cap="flat">
              <a:noFill/>
              <a:miter lim="400000"/>
            </a:ln>
            <a:effectLst/>
          </p:spPr>
          <p:txBody>
            <a:bodyPr wrap="square" lIns="45719" tIns="45719" rIns="45719" bIns="45719"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85" name="Shape">
              <a:extLst>
                <a:ext uri="{FF2B5EF4-FFF2-40B4-BE49-F238E27FC236}">
                  <a16:creationId xmlns:a16="http://schemas.microsoft.com/office/drawing/2014/main" id="{530C71E7-DABE-E6BE-4D65-37C57FC8BD40}"/>
                </a:ext>
              </a:extLst>
            </p:cNvPr>
            <p:cNvSpPr/>
            <p:nvPr/>
          </p:nvSpPr>
          <p:spPr>
            <a:xfrm>
              <a:off x="2161380" y="904411"/>
              <a:ext cx="421262" cy="413615"/>
            </a:xfrm>
            <a:custGeom>
              <a:avLst/>
              <a:gdLst/>
              <a:ahLst/>
              <a:cxnLst>
                <a:cxn ang="0">
                  <a:pos x="wd2" y="hd2"/>
                </a:cxn>
                <a:cxn ang="5400000">
                  <a:pos x="wd2" y="hd2"/>
                </a:cxn>
                <a:cxn ang="10800000">
                  <a:pos x="wd2" y="hd2"/>
                </a:cxn>
                <a:cxn ang="16200000">
                  <a:pos x="wd2" y="hd2"/>
                </a:cxn>
              </a:cxnLst>
              <a:rect l="0" t="0" r="r" b="b"/>
              <a:pathLst>
                <a:path w="21600" h="21202" extrusionOk="0">
                  <a:moveTo>
                    <a:pt x="10847" y="25"/>
                  </a:moveTo>
                  <a:cubicBezTo>
                    <a:pt x="4555" y="25"/>
                    <a:pt x="0" y="4579"/>
                    <a:pt x="0" y="10825"/>
                  </a:cubicBezTo>
                  <a:cubicBezTo>
                    <a:pt x="0" y="16647"/>
                    <a:pt x="4977" y="21202"/>
                    <a:pt x="10847" y="21202"/>
                  </a:cubicBezTo>
                  <a:cubicBezTo>
                    <a:pt x="17045" y="21202"/>
                    <a:pt x="21600" y="16225"/>
                    <a:pt x="21600" y="10402"/>
                  </a:cubicBezTo>
                  <a:cubicBezTo>
                    <a:pt x="21600" y="4579"/>
                    <a:pt x="16623" y="-398"/>
                    <a:pt x="10847" y="25"/>
                  </a:cubicBezTo>
                  <a:close/>
                  <a:moveTo>
                    <a:pt x="10847" y="17070"/>
                  </a:moveTo>
                  <a:cubicBezTo>
                    <a:pt x="10377" y="17070"/>
                    <a:pt x="10377" y="17070"/>
                    <a:pt x="10377" y="17070"/>
                  </a:cubicBezTo>
                  <a:cubicBezTo>
                    <a:pt x="9579" y="17070"/>
                    <a:pt x="9157" y="16225"/>
                    <a:pt x="9157" y="15379"/>
                  </a:cubicBezTo>
                  <a:cubicBezTo>
                    <a:pt x="9157" y="14581"/>
                    <a:pt x="9579" y="13736"/>
                    <a:pt x="10847" y="13736"/>
                  </a:cubicBezTo>
                  <a:cubicBezTo>
                    <a:pt x="11645" y="14159"/>
                    <a:pt x="12068" y="14581"/>
                    <a:pt x="12068" y="15379"/>
                  </a:cubicBezTo>
                  <a:cubicBezTo>
                    <a:pt x="12068" y="16647"/>
                    <a:pt x="11645" y="17070"/>
                    <a:pt x="10847" y="17070"/>
                  </a:cubicBezTo>
                  <a:close/>
                  <a:moveTo>
                    <a:pt x="14557" y="9604"/>
                  </a:moveTo>
                  <a:cubicBezTo>
                    <a:pt x="14134" y="9604"/>
                    <a:pt x="13758" y="9979"/>
                    <a:pt x="13336" y="10402"/>
                  </a:cubicBezTo>
                  <a:cubicBezTo>
                    <a:pt x="12490" y="11247"/>
                    <a:pt x="12490" y="11247"/>
                    <a:pt x="12490" y="11247"/>
                  </a:cubicBezTo>
                  <a:cubicBezTo>
                    <a:pt x="12068" y="11247"/>
                    <a:pt x="12068" y="11670"/>
                    <a:pt x="12068" y="11670"/>
                  </a:cubicBezTo>
                  <a:cubicBezTo>
                    <a:pt x="11645" y="12092"/>
                    <a:pt x="11645" y="12092"/>
                    <a:pt x="11645" y="12468"/>
                  </a:cubicBezTo>
                  <a:cubicBezTo>
                    <a:pt x="9157" y="12468"/>
                    <a:pt x="9157" y="12468"/>
                    <a:pt x="9157" y="12468"/>
                  </a:cubicBezTo>
                  <a:cubicBezTo>
                    <a:pt x="9157" y="11670"/>
                    <a:pt x="9157" y="11247"/>
                    <a:pt x="9579" y="10402"/>
                  </a:cubicBezTo>
                  <a:cubicBezTo>
                    <a:pt x="10377" y="9979"/>
                    <a:pt x="11645" y="9181"/>
                    <a:pt x="11645" y="9181"/>
                  </a:cubicBezTo>
                  <a:lnTo>
                    <a:pt x="12068" y="8759"/>
                  </a:lnTo>
                  <a:cubicBezTo>
                    <a:pt x="12068" y="8289"/>
                    <a:pt x="12490" y="7866"/>
                    <a:pt x="12490" y="7866"/>
                  </a:cubicBezTo>
                  <a:cubicBezTo>
                    <a:pt x="12490" y="7491"/>
                    <a:pt x="12068" y="7115"/>
                    <a:pt x="12068" y="6645"/>
                  </a:cubicBezTo>
                  <a:cubicBezTo>
                    <a:pt x="11645" y="6223"/>
                    <a:pt x="11270" y="6223"/>
                    <a:pt x="10847" y="6223"/>
                  </a:cubicBezTo>
                  <a:cubicBezTo>
                    <a:pt x="10377" y="6223"/>
                    <a:pt x="10002" y="6223"/>
                    <a:pt x="9579" y="6645"/>
                  </a:cubicBezTo>
                  <a:cubicBezTo>
                    <a:pt x="9157" y="7115"/>
                    <a:pt x="9157" y="7491"/>
                    <a:pt x="9157" y="7866"/>
                  </a:cubicBezTo>
                  <a:cubicBezTo>
                    <a:pt x="9157" y="8289"/>
                    <a:pt x="9157" y="8289"/>
                    <a:pt x="9157" y="8289"/>
                  </a:cubicBezTo>
                  <a:cubicBezTo>
                    <a:pt x="6668" y="8289"/>
                    <a:pt x="6668" y="8289"/>
                    <a:pt x="6668" y="8289"/>
                  </a:cubicBezTo>
                  <a:cubicBezTo>
                    <a:pt x="6668" y="7866"/>
                    <a:pt x="6668" y="7866"/>
                    <a:pt x="6668" y="7866"/>
                  </a:cubicBezTo>
                  <a:cubicBezTo>
                    <a:pt x="6668" y="6223"/>
                    <a:pt x="7043" y="5378"/>
                    <a:pt x="8311" y="4579"/>
                  </a:cubicBezTo>
                  <a:cubicBezTo>
                    <a:pt x="8734" y="4157"/>
                    <a:pt x="9579" y="4157"/>
                    <a:pt x="10847" y="4157"/>
                  </a:cubicBezTo>
                  <a:cubicBezTo>
                    <a:pt x="12068" y="4157"/>
                    <a:pt x="12913" y="4157"/>
                    <a:pt x="13758" y="5002"/>
                  </a:cubicBezTo>
                  <a:cubicBezTo>
                    <a:pt x="14557" y="5378"/>
                    <a:pt x="14979" y="6223"/>
                    <a:pt x="14979" y="7491"/>
                  </a:cubicBezTo>
                  <a:cubicBezTo>
                    <a:pt x="14979" y="8289"/>
                    <a:pt x="14979" y="8759"/>
                    <a:pt x="14557" y="9604"/>
                  </a:cubicBezTo>
                  <a:close/>
                </a:path>
              </a:pathLst>
            </a:custGeom>
            <a:solidFill>
              <a:srgbClr val="FFFFFF"/>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86" name="Shape">
              <a:extLst>
                <a:ext uri="{FF2B5EF4-FFF2-40B4-BE49-F238E27FC236}">
                  <a16:creationId xmlns:a16="http://schemas.microsoft.com/office/drawing/2014/main" id="{E61EDC58-9BA4-2006-5749-477F87AFB86B}"/>
                </a:ext>
              </a:extLst>
            </p:cNvPr>
            <p:cNvSpPr/>
            <p:nvPr/>
          </p:nvSpPr>
          <p:spPr>
            <a:xfrm>
              <a:off x="3960202" y="3045083"/>
              <a:ext cx="411629" cy="369133"/>
            </a:xfrm>
            <a:custGeom>
              <a:avLst/>
              <a:gdLst/>
              <a:ahLst/>
              <a:cxnLst>
                <a:cxn ang="0">
                  <a:pos x="wd2" y="hd2"/>
                </a:cxn>
                <a:cxn ang="5400000">
                  <a:pos x="wd2" y="hd2"/>
                </a:cxn>
                <a:cxn ang="10800000">
                  <a:pos x="wd2" y="hd2"/>
                </a:cxn>
                <a:cxn ang="16200000">
                  <a:pos x="wd2" y="hd2"/>
                </a:cxn>
              </a:cxnLst>
              <a:rect l="0" t="0" r="r" b="b"/>
              <a:pathLst>
                <a:path w="21106" h="21375" extrusionOk="0">
                  <a:moveTo>
                    <a:pt x="20929" y="11051"/>
                  </a:moveTo>
                  <a:cubicBezTo>
                    <a:pt x="11350" y="675"/>
                    <a:pt x="11350" y="675"/>
                    <a:pt x="11350" y="675"/>
                  </a:cubicBezTo>
                  <a:cubicBezTo>
                    <a:pt x="10928" y="-225"/>
                    <a:pt x="10129" y="-225"/>
                    <a:pt x="9707" y="675"/>
                  </a:cubicBezTo>
                  <a:cubicBezTo>
                    <a:pt x="175" y="11051"/>
                    <a:pt x="175" y="11051"/>
                    <a:pt x="175" y="11051"/>
                  </a:cubicBezTo>
                  <a:cubicBezTo>
                    <a:pt x="-248" y="11475"/>
                    <a:pt x="175" y="11951"/>
                    <a:pt x="597" y="11951"/>
                  </a:cubicBezTo>
                  <a:cubicBezTo>
                    <a:pt x="2663" y="11951"/>
                    <a:pt x="2663" y="11951"/>
                    <a:pt x="2663" y="11951"/>
                  </a:cubicBezTo>
                  <a:cubicBezTo>
                    <a:pt x="2663" y="20422"/>
                    <a:pt x="2663" y="20422"/>
                    <a:pt x="2663" y="20422"/>
                  </a:cubicBezTo>
                  <a:cubicBezTo>
                    <a:pt x="2663" y="20899"/>
                    <a:pt x="2663" y="21375"/>
                    <a:pt x="3462" y="21375"/>
                  </a:cubicBezTo>
                  <a:cubicBezTo>
                    <a:pt x="8063" y="21375"/>
                    <a:pt x="8063" y="21375"/>
                    <a:pt x="8063" y="21375"/>
                  </a:cubicBezTo>
                  <a:cubicBezTo>
                    <a:pt x="8063" y="12904"/>
                    <a:pt x="8063" y="12904"/>
                    <a:pt x="8063" y="12904"/>
                  </a:cubicBezTo>
                  <a:cubicBezTo>
                    <a:pt x="13041" y="12904"/>
                    <a:pt x="13041" y="12904"/>
                    <a:pt x="13041" y="12904"/>
                  </a:cubicBezTo>
                  <a:cubicBezTo>
                    <a:pt x="13041" y="21375"/>
                    <a:pt x="13041" y="21375"/>
                    <a:pt x="13041" y="21375"/>
                  </a:cubicBezTo>
                  <a:cubicBezTo>
                    <a:pt x="17642" y="21375"/>
                    <a:pt x="17642" y="21375"/>
                    <a:pt x="17642" y="21375"/>
                  </a:cubicBezTo>
                  <a:cubicBezTo>
                    <a:pt x="18441" y="21375"/>
                    <a:pt x="18441" y="20899"/>
                    <a:pt x="18441" y="20422"/>
                  </a:cubicBezTo>
                  <a:cubicBezTo>
                    <a:pt x="18441" y="11951"/>
                    <a:pt x="18441" y="11951"/>
                    <a:pt x="18441" y="11951"/>
                  </a:cubicBezTo>
                  <a:cubicBezTo>
                    <a:pt x="20554" y="11951"/>
                    <a:pt x="20554" y="11951"/>
                    <a:pt x="20554" y="11951"/>
                  </a:cubicBezTo>
                  <a:cubicBezTo>
                    <a:pt x="20929" y="11951"/>
                    <a:pt x="21352" y="11475"/>
                    <a:pt x="20929" y="11051"/>
                  </a:cubicBezTo>
                </a:path>
              </a:pathLst>
            </a:custGeom>
            <a:solidFill>
              <a:srgbClr val="FFFFFF"/>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87" name="Shape">
              <a:extLst>
                <a:ext uri="{FF2B5EF4-FFF2-40B4-BE49-F238E27FC236}">
                  <a16:creationId xmlns:a16="http://schemas.microsoft.com/office/drawing/2014/main" id="{3D68D8D5-3256-E1C0-DEB9-ABE8553D787D}"/>
                </a:ext>
              </a:extLst>
            </p:cNvPr>
            <p:cNvSpPr/>
            <p:nvPr/>
          </p:nvSpPr>
          <p:spPr>
            <a:xfrm>
              <a:off x="883091" y="414317"/>
              <a:ext cx="224685" cy="363353"/>
            </a:xfrm>
            <a:custGeom>
              <a:avLst/>
              <a:gdLst/>
              <a:ahLst/>
              <a:cxnLst>
                <a:cxn ang="0">
                  <a:pos x="wd2" y="hd2"/>
                </a:cxn>
                <a:cxn ang="5400000">
                  <a:pos x="wd2" y="hd2"/>
                </a:cxn>
                <a:cxn ang="10800000">
                  <a:pos x="wd2" y="hd2"/>
                </a:cxn>
                <a:cxn ang="16200000">
                  <a:pos x="wd2" y="hd2"/>
                </a:cxn>
              </a:cxnLst>
              <a:rect l="0" t="0" r="r" b="b"/>
              <a:pathLst>
                <a:path w="21600" h="21600" extrusionOk="0">
                  <a:moveTo>
                    <a:pt x="10887" y="0"/>
                  </a:moveTo>
                  <a:cubicBezTo>
                    <a:pt x="4616" y="0"/>
                    <a:pt x="0" y="2923"/>
                    <a:pt x="0" y="6767"/>
                  </a:cubicBezTo>
                  <a:cubicBezTo>
                    <a:pt x="0" y="12992"/>
                    <a:pt x="10887" y="21600"/>
                    <a:pt x="10887" y="21600"/>
                  </a:cubicBezTo>
                  <a:cubicBezTo>
                    <a:pt x="10887" y="21600"/>
                    <a:pt x="21600" y="12992"/>
                    <a:pt x="21600" y="6767"/>
                  </a:cubicBezTo>
                  <a:cubicBezTo>
                    <a:pt x="21600" y="2923"/>
                    <a:pt x="16984" y="0"/>
                    <a:pt x="10887" y="0"/>
                  </a:cubicBezTo>
                  <a:close/>
                  <a:moveTo>
                    <a:pt x="10887" y="10611"/>
                  </a:moveTo>
                  <a:cubicBezTo>
                    <a:pt x="7665" y="10611"/>
                    <a:pt x="4616" y="8662"/>
                    <a:pt x="4616" y="6767"/>
                  </a:cubicBezTo>
                  <a:cubicBezTo>
                    <a:pt x="4616" y="4818"/>
                    <a:pt x="7665" y="2923"/>
                    <a:pt x="10887" y="2923"/>
                  </a:cubicBezTo>
                  <a:cubicBezTo>
                    <a:pt x="13848" y="2923"/>
                    <a:pt x="16984" y="4818"/>
                    <a:pt x="16984" y="6767"/>
                  </a:cubicBezTo>
                  <a:cubicBezTo>
                    <a:pt x="16984" y="8662"/>
                    <a:pt x="13848" y="10611"/>
                    <a:pt x="10887" y="10611"/>
                  </a:cubicBezTo>
                  <a:close/>
                </a:path>
              </a:pathLst>
            </a:custGeom>
            <a:solidFill>
              <a:schemeClr val="tx2">
                <a:lumMod val="75000"/>
              </a:schemeClr>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88" name="Shape">
              <a:extLst>
                <a:ext uri="{FF2B5EF4-FFF2-40B4-BE49-F238E27FC236}">
                  <a16:creationId xmlns:a16="http://schemas.microsoft.com/office/drawing/2014/main" id="{38F89F92-50A5-6980-D178-1EEFC252C664}"/>
                </a:ext>
              </a:extLst>
            </p:cNvPr>
            <p:cNvSpPr/>
            <p:nvPr/>
          </p:nvSpPr>
          <p:spPr>
            <a:xfrm>
              <a:off x="2748193" y="2335214"/>
              <a:ext cx="453490" cy="363353"/>
            </a:xfrm>
            <a:custGeom>
              <a:avLst/>
              <a:gdLst/>
              <a:ahLst/>
              <a:cxnLst>
                <a:cxn ang="0">
                  <a:pos x="wd2" y="hd2"/>
                </a:cxn>
                <a:cxn ang="5400000">
                  <a:pos x="wd2" y="hd2"/>
                </a:cxn>
                <a:cxn ang="10800000">
                  <a:pos x="wd2" y="hd2"/>
                </a:cxn>
                <a:cxn ang="16200000">
                  <a:pos x="wd2" y="hd2"/>
                </a:cxn>
              </a:cxnLst>
              <a:rect l="0" t="0" r="r" b="b"/>
              <a:pathLst>
                <a:path w="21600" h="21600" extrusionOk="0">
                  <a:moveTo>
                    <a:pt x="21208" y="3844"/>
                  </a:moveTo>
                  <a:cubicBezTo>
                    <a:pt x="16200" y="0"/>
                    <a:pt x="16200" y="0"/>
                    <a:pt x="16200" y="0"/>
                  </a:cubicBezTo>
                  <a:cubicBezTo>
                    <a:pt x="15808" y="0"/>
                    <a:pt x="15808" y="0"/>
                    <a:pt x="15416" y="0"/>
                  </a:cubicBezTo>
                  <a:cubicBezTo>
                    <a:pt x="10800" y="3844"/>
                    <a:pt x="10800" y="3844"/>
                    <a:pt x="10800" y="3844"/>
                  </a:cubicBezTo>
                  <a:cubicBezTo>
                    <a:pt x="6184" y="0"/>
                    <a:pt x="6184" y="0"/>
                    <a:pt x="6184" y="0"/>
                  </a:cubicBezTo>
                  <a:cubicBezTo>
                    <a:pt x="5748" y="0"/>
                    <a:pt x="5748" y="0"/>
                    <a:pt x="5356" y="0"/>
                  </a:cubicBezTo>
                  <a:cubicBezTo>
                    <a:pt x="348" y="3844"/>
                    <a:pt x="348" y="3844"/>
                    <a:pt x="348" y="3844"/>
                  </a:cubicBezTo>
                  <a:cubicBezTo>
                    <a:pt x="0" y="4331"/>
                    <a:pt x="0" y="4331"/>
                    <a:pt x="0" y="4818"/>
                  </a:cubicBezTo>
                  <a:cubicBezTo>
                    <a:pt x="0" y="20680"/>
                    <a:pt x="0" y="20680"/>
                    <a:pt x="0" y="20680"/>
                  </a:cubicBezTo>
                  <a:cubicBezTo>
                    <a:pt x="0" y="20680"/>
                    <a:pt x="0" y="21113"/>
                    <a:pt x="348" y="21113"/>
                  </a:cubicBezTo>
                  <a:cubicBezTo>
                    <a:pt x="348" y="21600"/>
                    <a:pt x="740" y="21600"/>
                    <a:pt x="1132" y="21113"/>
                  </a:cubicBezTo>
                  <a:cubicBezTo>
                    <a:pt x="5748" y="17756"/>
                    <a:pt x="5748" y="17756"/>
                    <a:pt x="5748" y="17756"/>
                  </a:cubicBezTo>
                  <a:cubicBezTo>
                    <a:pt x="10408" y="21113"/>
                    <a:pt x="10408" y="21113"/>
                    <a:pt x="10408" y="21113"/>
                  </a:cubicBezTo>
                  <a:cubicBezTo>
                    <a:pt x="10800" y="21600"/>
                    <a:pt x="10800" y="21600"/>
                    <a:pt x="11192" y="21113"/>
                  </a:cubicBezTo>
                  <a:cubicBezTo>
                    <a:pt x="15808" y="17756"/>
                    <a:pt x="15808" y="17756"/>
                    <a:pt x="15808" y="17756"/>
                  </a:cubicBezTo>
                  <a:cubicBezTo>
                    <a:pt x="20468" y="21113"/>
                    <a:pt x="20468" y="21113"/>
                    <a:pt x="20468" y="21113"/>
                  </a:cubicBezTo>
                  <a:cubicBezTo>
                    <a:pt x="20468" y="21600"/>
                    <a:pt x="20816" y="21600"/>
                    <a:pt x="20816" y="21600"/>
                  </a:cubicBezTo>
                  <a:cubicBezTo>
                    <a:pt x="20816" y="21600"/>
                    <a:pt x="21208" y="21600"/>
                    <a:pt x="21208" y="21113"/>
                  </a:cubicBezTo>
                  <a:cubicBezTo>
                    <a:pt x="21600" y="21113"/>
                    <a:pt x="21600" y="20680"/>
                    <a:pt x="21600" y="20680"/>
                  </a:cubicBezTo>
                  <a:cubicBezTo>
                    <a:pt x="21600" y="4818"/>
                    <a:pt x="21600" y="4818"/>
                    <a:pt x="21600" y="4818"/>
                  </a:cubicBezTo>
                  <a:cubicBezTo>
                    <a:pt x="21600" y="4331"/>
                    <a:pt x="21600" y="4331"/>
                    <a:pt x="21208" y="3844"/>
                  </a:cubicBezTo>
                  <a:close/>
                  <a:moveTo>
                    <a:pt x="5008" y="15862"/>
                  </a:moveTo>
                  <a:cubicBezTo>
                    <a:pt x="1524" y="18731"/>
                    <a:pt x="1524" y="18731"/>
                    <a:pt x="1524" y="18731"/>
                  </a:cubicBezTo>
                  <a:cubicBezTo>
                    <a:pt x="1524" y="5305"/>
                    <a:pt x="1524" y="5305"/>
                    <a:pt x="1524" y="5305"/>
                  </a:cubicBezTo>
                  <a:cubicBezTo>
                    <a:pt x="5008" y="2382"/>
                    <a:pt x="5008" y="2382"/>
                    <a:pt x="5008" y="2382"/>
                  </a:cubicBezTo>
                  <a:lnTo>
                    <a:pt x="5008" y="15862"/>
                  </a:lnTo>
                  <a:close/>
                  <a:moveTo>
                    <a:pt x="10016" y="18731"/>
                  </a:moveTo>
                  <a:cubicBezTo>
                    <a:pt x="6532" y="15862"/>
                    <a:pt x="6532" y="15862"/>
                    <a:pt x="6532" y="15862"/>
                  </a:cubicBezTo>
                  <a:cubicBezTo>
                    <a:pt x="6532" y="2382"/>
                    <a:pt x="6532" y="2382"/>
                    <a:pt x="6532" y="2382"/>
                  </a:cubicBezTo>
                  <a:cubicBezTo>
                    <a:pt x="10016" y="5305"/>
                    <a:pt x="10016" y="5305"/>
                    <a:pt x="10016" y="5305"/>
                  </a:cubicBezTo>
                  <a:lnTo>
                    <a:pt x="10016" y="18731"/>
                  </a:lnTo>
                  <a:close/>
                  <a:moveTo>
                    <a:pt x="15024" y="15862"/>
                  </a:moveTo>
                  <a:cubicBezTo>
                    <a:pt x="11584" y="18731"/>
                    <a:pt x="11584" y="18731"/>
                    <a:pt x="11584" y="18731"/>
                  </a:cubicBezTo>
                  <a:cubicBezTo>
                    <a:pt x="11584" y="5305"/>
                    <a:pt x="11584" y="5305"/>
                    <a:pt x="11584" y="5305"/>
                  </a:cubicBezTo>
                  <a:cubicBezTo>
                    <a:pt x="15024" y="2382"/>
                    <a:pt x="15024" y="2382"/>
                    <a:pt x="15024" y="2382"/>
                  </a:cubicBezTo>
                  <a:lnTo>
                    <a:pt x="15024" y="15862"/>
                  </a:lnTo>
                  <a:close/>
                  <a:moveTo>
                    <a:pt x="20076" y="18731"/>
                  </a:moveTo>
                  <a:cubicBezTo>
                    <a:pt x="16548" y="15862"/>
                    <a:pt x="16548" y="15862"/>
                    <a:pt x="16548" y="15862"/>
                  </a:cubicBezTo>
                  <a:cubicBezTo>
                    <a:pt x="16548" y="2382"/>
                    <a:pt x="16548" y="2382"/>
                    <a:pt x="16548" y="2382"/>
                  </a:cubicBezTo>
                  <a:cubicBezTo>
                    <a:pt x="20076" y="5305"/>
                    <a:pt x="20076" y="5305"/>
                    <a:pt x="20076" y="5305"/>
                  </a:cubicBezTo>
                  <a:lnTo>
                    <a:pt x="20076" y="18731"/>
                  </a:lnTo>
                  <a:close/>
                </a:path>
              </a:pathLst>
            </a:custGeom>
            <a:solidFill>
              <a:srgbClr val="000000"/>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89" name="Shape">
              <a:extLst>
                <a:ext uri="{FF2B5EF4-FFF2-40B4-BE49-F238E27FC236}">
                  <a16:creationId xmlns:a16="http://schemas.microsoft.com/office/drawing/2014/main" id="{B7C73A5E-885C-EA7D-5F2A-77395995FB0A}"/>
                </a:ext>
              </a:extLst>
            </p:cNvPr>
            <p:cNvSpPr/>
            <p:nvPr/>
          </p:nvSpPr>
          <p:spPr>
            <a:xfrm>
              <a:off x="1284080" y="2222665"/>
              <a:ext cx="211783" cy="450393"/>
            </a:xfrm>
            <a:custGeom>
              <a:avLst/>
              <a:gdLst/>
              <a:ahLst/>
              <a:cxnLst>
                <a:cxn ang="0">
                  <a:pos x="wd2" y="hd2"/>
                </a:cxn>
                <a:cxn ang="5400000">
                  <a:pos x="wd2" y="hd2"/>
                </a:cxn>
                <a:cxn ang="10800000">
                  <a:pos x="wd2" y="hd2"/>
                </a:cxn>
                <a:cxn ang="16200000">
                  <a:pos x="wd2" y="hd2"/>
                </a:cxn>
              </a:cxnLst>
              <a:rect l="0" t="0" r="r" b="b"/>
              <a:pathLst>
                <a:path w="21600" h="21600" extrusionOk="0">
                  <a:moveTo>
                    <a:pt x="16644" y="0"/>
                  </a:moveTo>
                  <a:cubicBezTo>
                    <a:pt x="19917" y="0"/>
                    <a:pt x="20758" y="1173"/>
                    <a:pt x="20758" y="2303"/>
                  </a:cubicBezTo>
                  <a:cubicBezTo>
                    <a:pt x="20758" y="3477"/>
                    <a:pt x="18327" y="4998"/>
                    <a:pt x="14961" y="4998"/>
                  </a:cubicBezTo>
                  <a:cubicBezTo>
                    <a:pt x="11688" y="4998"/>
                    <a:pt x="10005" y="4216"/>
                    <a:pt x="10005" y="2695"/>
                  </a:cubicBezTo>
                  <a:cubicBezTo>
                    <a:pt x="10005" y="1521"/>
                    <a:pt x="12530" y="0"/>
                    <a:pt x="16644" y="0"/>
                  </a:cubicBezTo>
                  <a:close/>
                  <a:moveTo>
                    <a:pt x="6732" y="21600"/>
                  </a:moveTo>
                  <a:cubicBezTo>
                    <a:pt x="4208" y="21600"/>
                    <a:pt x="2618" y="20774"/>
                    <a:pt x="4208" y="17689"/>
                  </a:cubicBezTo>
                  <a:cubicBezTo>
                    <a:pt x="7574" y="12343"/>
                    <a:pt x="7574" y="12343"/>
                    <a:pt x="7574" y="12343"/>
                  </a:cubicBezTo>
                  <a:cubicBezTo>
                    <a:pt x="7574" y="11561"/>
                    <a:pt x="7574" y="11169"/>
                    <a:pt x="7574" y="11169"/>
                  </a:cubicBezTo>
                  <a:cubicBezTo>
                    <a:pt x="6732" y="11169"/>
                    <a:pt x="3460" y="11952"/>
                    <a:pt x="1777" y="12343"/>
                  </a:cubicBezTo>
                  <a:cubicBezTo>
                    <a:pt x="0" y="11561"/>
                    <a:pt x="0" y="11561"/>
                    <a:pt x="0" y="11561"/>
                  </a:cubicBezTo>
                  <a:cubicBezTo>
                    <a:pt x="5891" y="9257"/>
                    <a:pt x="13371" y="7736"/>
                    <a:pt x="15803" y="7736"/>
                  </a:cubicBezTo>
                  <a:cubicBezTo>
                    <a:pt x="18327" y="7736"/>
                    <a:pt x="19169" y="9257"/>
                    <a:pt x="17486" y="11169"/>
                  </a:cubicBezTo>
                  <a:cubicBezTo>
                    <a:pt x="14119" y="16950"/>
                    <a:pt x="14119" y="16950"/>
                    <a:pt x="14119" y="16950"/>
                  </a:cubicBezTo>
                  <a:cubicBezTo>
                    <a:pt x="14119" y="18080"/>
                    <a:pt x="14119" y="18471"/>
                    <a:pt x="14961" y="18471"/>
                  </a:cubicBezTo>
                  <a:cubicBezTo>
                    <a:pt x="14961" y="18471"/>
                    <a:pt x="17486" y="17689"/>
                    <a:pt x="19917" y="16950"/>
                  </a:cubicBezTo>
                  <a:cubicBezTo>
                    <a:pt x="21600" y="17689"/>
                    <a:pt x="21600" y="17689"/>
                    <a:pt x="21600" y="17689"/>
                  </a:cubicBezTo>
                  <a:cubicBezTo>
                    <a:pt x="15803" y="20774"/>
                    <a:pt x="9164" y="21600"/>
                    <a:pt x="6732" y="21600"/>
                  </a:cubicBezTo>
                  <a:close/>
                </a:path>
              </a:pathLst>
            </a:custGeom>
            <a:solidFill>
              <a:srgbClr val="FFFFFF"/>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90" name="Shape">
              <a:extLst>
                <a:ext uri="{FF2B5EF4-FFF2-40B4-BE49-F238E27FC236}">
                  <a16:creationId xmlns:a16="http://schemas.microsoft.com/office/drawing/2014/main" id="{36146B1B-346E-5740-54D9-8861F108888F}"/>
                </a:ext>
              </a:extLst>
            </p:cNvPr>
            <p:cNvSpPr/>
            <p:nvPr/>
          </p:nvSpPr>
          <p:spPr>
            <a:xfrm>
              <a:off x="3521844" y="4069860"/>
              <a:ext cx="453490" cy="363352"/>
            </a:xfrm>
            <a:custGeom>
              <a:avLst/>
              <a:gdLst/>
              <a:ahLst/>
              <a:cxnLst>
                <a:cxn ang="0">
                  <a:pos x="wd2" y="hd2"/>
                </a:cxn>
                <a:cxn ang="5400000">
                  <a:pos x="wd2" y="hd2"/>
                </a:cxn>
                <a:cxn ang="10800000">
                  <a:pos x="wd2" y="hd2"/>
                </a:cxn>
                <a:cxn ang="16200000">
                  <a:pos x="wd2" y="hd2"/>
                </a:cxn>
              </a:cxnLst>
              <a:rect l="0" t="0" r="r" b="b"/>
              <a:pathLst>
                <a:path w="21600" h="21600" extrusionOk="0">
                  <a:moveTo>
                    <a:pt x="19292" y="0"/>
                  </a:moveTo>
                  <a:cubicBezTo>
                    <a:pt x="2308" y="0"/>
                    <a:pt x="2308" y="0"/>
                    <a:pt x="2308" y="0"/>
                  </a:cubicBezTo>
                  <a:cubicBezTo>
                    <a:pt x="740" y="0"/>
                    <a:pt x="0" y="974"/>
                    <a:pt x="0" y="2382"/>
                  </a:cubicBezTo>
                  <a:cubicBezTo>
                    <a:pt x="0" y="18731"/>
                    <a:pt x="0" y="18731"/>
                    <a:pt x="0" y="18731"/>
                  </a:cubicBezTo>
                  <a:cubicBezTo>
                    <a:pt x="0" y="20192"/>
                    <a:pt x="740" y="21600"/>
                    <a:pt x="2308" y="21600"/>
                  </a:cubicBezTo>
                  <a:cubicBezTo>
                    <a:pt x="19292" y="21600"/>
                    <a:pt x="19292" y="21600"/>
                    <a:pt x="19292" y="21600"/>
                  </a:cubicBezTo>
                  <a:cubicBezTo>
                    <a:pt x="20468" y="21600"/>
                    <a:pt x="21600" y="20192"/>
                    <a:pt x="21600" y="18731"/>
                  </a:cubicBezTo>
                  <a:cubicBezTo>
                    <a:pt x="21600" y="2382"/>
                    <a:pt x="21600" y="2382"/>
                    <a:pt x="21600" y="2382"/>
                  </a:cubicBezTo>
                  <a:cubicBezTo>
                    <a:pt x="21600" y="974"/>
                    <a:pt x="20468" y="0"/>
                    <a:pt x="19292" y="0"/>
                  </a:cubicBezTo>
                  <a:close/>
                  <a:moveTo>
                    <a:pt x="19292" y="18731"/>
                  </a:moveTo>
                  <a:cubicBezTo>
                    <a:pt x="2308" y="18731"/>
                    <a:pt x="2308" y="18731"/>
                    <a:pt x="2308" y="18731"/>
                  </a:cubicBezTo>
                  <a:cubicBezTo>
                    <a:pt x="2308" y="2382"/>
                    <a:pt x="2308" y="2382"/>
                    <a:pt x="2308" y="2382"/>
                  </a:cubicBezTo>
                  <a:cubicBezTo>
                    <a:pt x="19292" y="2382"/>
                    <a:pt x="19292" y="2382"/>
                    <a:pt x="19292" y="2382"/>
                  </a:cubicBezTo>
                  <a:lnTo>
                    <a:pt x="19292" y="18731"/>
                  </a:lnTo>
                  <a:close/>
                  <a:moveTo>
                    <a:pt x="9668" y="13480"/>
                  </a:moveTo>
                  <a:cubicBezTo>
                    <a:pt x="4224" y="13480"/>
                    <a:pt x="4224" y="13480"/>
                    <a:pt x="4224" y="13480"/>
                  </a:cubicBezTo>
                  <a:cubicBezTo>
                    <a:pt x="4224" y="15862"/>
                    <a:pt x="4224" y="15862"/>
                    <a:pt x="4224" y="15862"/>
                  </a:cubicBezTo>
                  <a:cubicBezTo>
                    <a:pt x="9668" y="15862"/>
                    <a:pt x="9668" y="15862"/>
                    <a:pt x="9668" y="15862"/>
                  </a:cubicBezTo>
                  <a:lnTo>
                    <a:pt x="9668" y="13480"/>
                  </a:lnTo>
                  <a:close/>
                  <a:moveTo>
                    <a:pt x="9668" y="9636"/>
                  </a:moveTo>
                  <a:cubicBezTo>
                    <a:pt x="4224" y="9636"/>
                    <a:pt x="4224" y="9636"/>
                    <a:pt x="4224" y="9636"/>
                  </a:cubicBezTo>
                  <a:cubicBezTo>
                    <a:pt x="4224" y="12018"/>
                    <a:pt x="4224" y="12018"/>
                    <a:pt x="4224" y="12018"/>
                  </a:cubicBezTo>
                  <a:cubicBezTo>
                    <a:pt x="9668" y="12018"/>
                    <a:pt x="9668" y="12018"/>
                    <a:pt x="9668" y="12018"/>
                  </a:cubicBezTo>
                  <a:lnTo>
                    <a:pt x="9668" y="9636"/>
                  </a:lnTo>
                  <a:close/>
                  <a:moveTo>
                    <a:pt x="9668" y="5305"/>
                  </a:moveTo>
                  <a:cubicBezTo>
                    <a:pt x="4224" y="5305"/>
                    <a:pt x="4224" y="5305"/>
                    <a:pt x="4224" y="5305"/>
                  </a:cubicBezTo>
                  <a:cubicBezTo>
                    <a:pt x="4224" y="7741"/>
                    <a:pt x="4224" y="7741"/>
                    <a:pt x="4224" y="7741"/>
                  </a:cubicBezTo>
                  <a:cubicBezTo>
                    <a:pt x="9668" y="7741"/>
                    <a:pt x="9668" y="7741"/>
                    <a:pt x="9668" y="7741"/>
                  </a:cubicBezTo>
                  <a:lnTo>
                    <a:pt x="9668" y="5305"/>
                  </a:lnTo>
                  <a:close/>
                  <a:moveTo>
                    <a:pt x="16940" y="13913"/>
                  </a:moveTo>
                  <a:cubicBezTo>
                    <a:pt x="16940" y="13913"/>
                    <a:pt x="15416" y="13480"/>
                    <a:pt x="15416" y="12505"/>
                  </a:cubicBezTo>
                  <a:cubicBezTo>
                    <a:pt x="15416" y="11044"/>
                    <a:pt x="16592" y="10611"/>
                    <a:pt x="16592" y="8174"/>
                  </a:cubicBezTo>
                  <a:cubicBezTo>
                    <a:pt x="16592" y="6767"/>
                    <a:pt x="16200" y="5305"/>
                    <a:pt x="14632" y="5305"/>
                  </a:cubicBezTo>
                  <a:cubicBezTo>
                    <a:pt x="13108" y="5305"/>
                    <a:pt x="12716" y="6767"/>
                    <a:pt x="12716" y="8174"/>
                  </a:cubicBezTo>
                  <a:cubicBezTo>
                    <a:pt x="12716" y="10611"/>
                    <a:pt x="13892" y="11044"/>
                    <a:pt x="13892" y="12505"/>
                  </a:cubicBezTo>
                  <a:cubicBezTo>
                    <a:pt x="13892" y="13480"/>
                    <a:pt x="11976" y="13913"/>
                    <a:pt x="11976" y="13913"/>
                  </a:cubicBezTo>
                  <a:lnTo>
                    <a:pt x="11976" y="15862"/>
                  </a:lnTo>
                  <a:cubicBezTo>
                    <a:pt x="17332" y="15862"/>
                    <a:pt x="17332" y="15862"/>
                    <a:pt x="17332" y="15862"/>
                  </a:cubicBezTo>
                  <a:cubicBezTo>
                    <a:pt x="17332" y="15862"/>
                    <a:pt x="17332" y="13913"/>
                    <a:pt x="16940" y="13913"/>
                  </a:cubicBezTo>
                  <a:close/>
                </a:path>
              </a:pathLst>
            </a:custGeom>
            <a:solidFill>
              <a:srgbClr val="000000"/>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91" name="Shape">
              <a:extLst>
                <a:ext uri="{FF2B5EF4-FFF2-40B4-BE49-F238E27FC236}">
                  <a16:creationId xmlns:a16="http://schemas.microsoft.com/office/drawing/2014/main" id="{54FDDB8E-55C4-AB1B-3CCC-101FF7FD0B20}"/>
                </a:ext>
              </a:extLst>
            </p:cNvPr>
            <p:cNvSpPr/>
            <p:nvPr/>
          </p:nvSpPr>
          <p:spPr>
            <a:xfrm>
              <a:off x="349667" y="1634416"/>
              <a:ext cx="450275" cy="39558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21600"/>
                    <a:pt x="21600" y="16772"/>
                    <a:pt x="21165" y="16324"/>
                  </a:cubicBezTo>
                  <a:cubicBezTo>
                    <a:pt x="20818" y="15876"/>
                    <a:pt x="20079" y="15030"/>
                    <a:pt x="18471" y="14582"/>
                  </a:cubicBezTo>
                  <a:cubicBezTo>
                    <a:pt x="16950" y="13687"/>
                    <a:pt x="16167" y="12791"/>
                    <a:pt x="16167" y="11497"/>
                  </a:cubicBezTo>
                  <a:cubicBezTo>
                    <a:pt x="16167" y="10601"/>
                    <a:pt x="16950" y="11049"/>
                    <a:pt x="16950" y="9755"/>
                  </a:cubicBezTo>
                  <a:cubicBezTo>
                    <a:pt x="16950" y="8859"/>
                    <a:pt x="17732" y="9755"/>
                    <a:pt x="17732" y="7913"/>
                  </a:cubicBezTo>
                  <a:cubicBezTo>
                    <a:pt x="17732" y="7515"/>
                    <a:pt x="17341" y="7515"/>
                    <a:pt x="17341" y="7515"/>
                  </a:cubicBezTo>
                  <a:cubicBezTo>
                    <a:pt x="17341" y="7515"/>
                    <a:pt x="17732" y="6619"/>
                    <a:pt x="17732" y="5724"/>
                  </a:cubicBezTo>
                  <a:cubicBezTo>
                    <a:pt x="17732" y="4877"/>
                    <a:pt x="17341" y="3086"/>
                    <a:pt x="15037" y="3086"/>
                  </a:cubicBezTo>
                  <a:cubicBezTo>
                    <a:pt x="12734" y="3086"/>
                    <a:pt x="12343" y="4877"/>
                    <a:pt x="12343" y="5724"/>
                  </a:cubicBezTo>
                  <a:cubicBezTo>
                    <a:pt x="12343" y="6619"/>
                    <a:pt x="12734" y="7515"/>
                    <a:pt x="12734" y="7515"/>
                  </a:cubicBezTo>
                  <a:cubicBezTo>
                    <a:pt x="12734" y="7515"/>
                    <a:pt x="12343" y="7515"/>
                    <a:pt x="12343" y="7913"/>
                  </a:cubicBezTo>
                  <a:cubicBezTo>
                    <a:pt x="12343" y="9755"/>
                    <a:pt x="12734" y="8859"/>
                    <a:pt x="13125" y="9755"/>
                  </a:cubicBezTo>
                  <a:cubicBezTo>
                    <a:pt x="13125" y="11049"/>
                    <a:pt x="13516" y="10601"/>
                    <a:pt x="13516" y="11497"/>
                  </a:cubicBezTo>
                  <a:cubicBezTo>
                    <a:pt x="13516" y="12393"/>
                    <a:pt x="13516" y="13239"/>
                    <a:pt x="12734" y="13687"/>
                  </a:cubicBezTo>
                  <a:cubicBezTo>
                    <a:pt x="16167" y="15876"/>
                    <a:pt x="16559" y="15876"/>
                    <a:pt x="16559" y="18116"/>
                  </a:cubicBezTo>
                  <a:cubicBezTo>
                    <a:pt x="16559" y="21600"/>
                    <a:pt x="16559" y="21600"/>
                    <a:pt x="16559" y="21600"/>
                  </a:cubicBezTo>
                  <a:lnTo>
                    <a:pt x="21600" y="21600"/>
                  </a:lnTo>
                  <a:close/>
                  <a:moveTo>
                    <a:pt x="11213" y="15030"/>
                  </a:moveTo>
                  <a:cubicBezTo>
                    <a:pt x="8866" y="14135"/>
                    <a:pt x="8127" y="13239"/>
                    <a:pt x="8127" y="11497"/>
                  </a:cubicBezTo>
                  <a:cubicBezTo>
                    <a:pt x="8127" y="10153"/>
                    <a:pt x="8866" y="10601"/>
                    <a:pt x="9257" y="8361"/>
                  </a:cubicBezTo>
                  <a:cubicBezTo>
                    <a:pt x="9257" y="7913"/>
                    <a:pt x="10039" y="8361"/>
                    <a:pt x="10039" y="6619"/>
                  </a:cubicBezTo>
                  <a:cubicBezTo>
                    <a:pt x="10039" y="5724"/>
                    <a:pt x="9648" y="5724"/>
                    <a:pt x="9648" y="5724"/>
                  </a:cubicBezTo>
                  <a:cubicBezTo>
                    <a:pt x="9648" y="5724"/>
                    <a:pt x="9648" y="4429"/>
                    <a:pt x="10039" y="3534"/>
                  </a:cubicBezTo>
                  <a:cubicBezTo>
                    <a:pt x="10039" y="2638"/>
                    <a:pt x="9257" y="0"/>
                    <a:pt x="6563" y="0"/>
                  </a:cubicBezTo>
                  <a:cubicBezTo>
                    <a:pt x="3477" y="0"/>
                    <a:pt x="3086" y="2638"/>
                    <a:pt x="3086" y="3534"/>
                  </a:cubicBezTo>
                  <a:cubicBezTo>
                    <a:pt x="3086" y="4429"/>
                    <a:pt x="3086" y="5724"/>
                    <a:pt x="3086" y="5724"/>
                  </a:cubicBezTo>
                  <a:cubicBezTo>
                    <a:pt x="3086" y="5724"/>
                    <a:pt x="3086" y="5724"/>
                    <a:pt x="3086" y="6619"/>
                  </a:cubicBezTo>
                  <a:cubicBezTo>
                    <a:pt x="3086" y="8361"/>
                    <a:pt x="3477" y="7913"/>
                    <a:pt x="3868" y="8361"/>
                  </a:cubicBezTo>
                  <a:cubicBezTo>
                    <a:pt x="3868" y="10601"/>
                    <a:pt x="4650" y="10153"/>
                    <a:pt x="4650" y="11497"/>
                  </a:cubicBezTo>
                  <a:cubicBezTo>
                    <a:pt x="4650" y="13239"/>
                    <a:pt x="3868" y="14135"/>
                    <a:pt x="1956" y="15030"/>
                  </a:cubicBezTo>
                  <a:cubicBezTo>
                    <a:pt x="1173" y="15429"/>
                    <a:pt x="0" y="15876"/>
                    <a:pt x="0" y="17220"/>
                  </a:cubicBezTo>
                  <a:cubicBezTo>
                    <a:pt x="0" y="21600"/>
                    <a:pt x="0" y="21600"/>
                    <a:pt x="0" y="21600"/>
                  </a:cubicBezTo>
                  <a:cubicBezTo>
                    <a:pt x="15037" y="21600"/>
                    <a:pt x="15037" y="21600"/>
                    <a:pt x="15037" y="21600"/>
                  </a:cubicBezTo>
                  <a:cubicBezTo>
                    <a:pt x="15037" y="21600"/>
                    <a:pt x="15037" y="18962"/>
                    <a:pt x="15037" y="18116"/>
                  </a:cubicBezTo>
                  <a:cubicBezTo>
                    <a:pt x="15037" y="17220"/>
                    <a:pt x="13125" y="16324"/>
                    <a:pt x="11213" y="15030"/>
                  </a:cubicBezTo>
                  <a:close/>
                </a:path>
              </a:pathLst>
            </a:custGeom>
            <a:solidFill>
              <a:srgbClr val="FFFFFF"/>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92" name="Shape">
              <a:extLst>
                <a:ext uri="{FF2B5EF4-FFF2-40B4-BE49-F238E27FC236}">
                  <a16:creationId xmlns:a16="http://schemas.microsoft.com/office/drawing/2014/main" id="{43CB5B2E-1CCD-4F60-A9B5-30CCBA24E6DA}"/>
                </a:ext>
              </a:extLst>
            </p:cNvPr>
            <p:cNvSpPr/>
            <p:nvPr/>
          </p:nvSpPr>
          <p:spPr>
            <a:xfrm>
              <a:off x="428288" y="3357907"/>
              <a:ext cx="450274" cy="356901"/>
            </a:xfrm>
            <a:custGeom>
              <a:avLst/>
              <a:gdLst/>
              <a:ahLst/>
              <a:cxnLst>
                <a:cxn ang="0">
                  <a:pos x="wd2" y="hd2"/>
                </a:cxn>
                <a:cxn ang="5400000">
                  <a:pos x="wd2" y="hd2"/>
                </a:cxn>
                <a:cxn ang="10800000">
                  <a:pos x="wd2" y="hd2"/>
                </a:cxn>
                <a:cxn ang="16200000">
                  <a:pos x="wd2" y="hd2"/>
                </a:cxn>
              </a:cxnLst>
              <a:rect l="0" t="0" r="r" b="b"/>
              <a:pathLst>
                <a:path w="21600" h="21600" extrusionOk="0">
                  <a:moveTo>
                    <a:pt x="16167" y="18665"/>
                  </a:moveTo>
                  <a:cubicBezTo>
                    <a:pt x="2303" y="18665"/>
                    <a:pt x="2303" y="18665"/>
                    <a:pt x="2303" y="18665"/>
                  </a:cubicBezTo>
                  <a:cubicBezTo>
                    <a:pt x="2303" y="6425"/>
                    <a:pt x="2303" y="6425"/>
                    <a:pt x="2303" y="6425"/>
                  </a:cubicBezTo>
                  <a:cubicBezTo>
                    <a:pt x="5041" y="6425"/>
                    <a:pt x="5041" y="6425"/>
                    <a:pt x="5041" y="6425"/>
                  </a:cubicBezTo>
                  <a:cubicBezTo>
                    <a:pt x="5041" y="6425"/>
                    <a:pt x="5780" y="5428"/>
                    <a:pt x="7345" y="3932"/>
                  </a:cubicBezTo>
                  <a:cubicBezTo>
                    <a:pt x="1173" y="3932"/>
                    <a:pt x="1173" y="3932"/>
                    <a:pt x="1173" y="3932"/>
                  </a:cubicBezTo>
                  <a:cubicBezTo>
                    <a:pt x="391" y="3932"/>
                    <a:pt x="0" y="4431"/>
                    <a:pt x="0" y="4929"/>
                  </a:cubicBezTo>
                  <a:cubicBezTo>
                    <a:pt x="0" y="20105"/>
                    <a:pt x="0" y="20105"/>
                    <a:pt x="0" y="20105"/>
                  </a:cubicBezTo>
                  <a:cubicBezTo>
                    <a:pt x="0" y="21157"/>
                    <a:pt x="391" y="21600"/>
                    <a:pt x="1173" y="21600"/>
                  </a:cubicBezTo>
                  <a:cubicBezTo>
                    <a:pt x="17341" y="21600"/>
                    <a:pt x="17341" y="21600"/>
                    <a:pt x="17341" y="21600"/>
                  </a:cubicBezTo>
                  <a:cubicBezTo>
                    <a:pt x="17732" y="21600"/>
                    <a:pt x="18514" y="21157"/>
                    <a:pt x="18514" y="20105"/>
                  </a:cubicBezTo>
                  <a:cubicBezTo>
                    <a:pt x="18514" y="15231"/>
                    <a:pt x="18514" y="15231"/>
                    <a:pt x="18514" y="15231"/>
                  </a:cubicBezTo>
                  <a:cubicBezTo>
                    <a:pt x="16167" y="17169"/>
                    <a:pt x="16167" y="17169"/>
                    <a:pt x="16167" y="17169"/>
                  </a:cubicBezTo>
                  <a:lnTo>
                    <a:pt x="16167" y="18665"/>
                  </a:lnTo>
                  <a:close/>
                  <a:moveTo>
                    <a:pt x="14255" y="9360"/>
                  </a:moveTo>
                  <a:cubicBezTo>
                    <a:pt x="14255" y="14234"/>
                    <a:pt x="14255" y="14234"/>
                    <a:pt x="14255" y="14234"/>
                  </a:cubicBezTo>
                  <a:cubicBezTo>
                    <a:pt x="21600" y="6923"/>
                    <a:pt x="21600" y="6923"/>
                    <a:pt x="21600" y="6923"/>
                  </a:cubicBezTo>
                  <a:cubicBezTo>
                    <a:pt x="14255" y="0"/>
                    <a:pt x="14255" y="0"/>
                    <a:pt x="14255" y="0"/>
                  </a:cubicBezTo>
                  <a:cubicBezTo>
                    <a:pt x="14255" y="4431"/>
                    <a:pt x="14255" y="4431"/>
                    <a:pt x="14255" y="4431"/>
                  </a:cubicBezTo>
                  <a:cubicBezTo>
                    <a:pt x="5780" y="4431"/>
                    <a:pt x="5780" y="15231"/>
                    <a:pt x="5780" y="15231"/>
                  </a:cubicBezTo>
                  <a:cubicBezTo>
                    <a:pt x="8084" y="10357"/>
                    <a:pt x="9648" y="9360"/>
                    <a:pt x="14255" y="9360"/>
                  </a:cubicBezTo>
                  <a:close/>
                </a:path>
              </a:pathLst>
            </a:custGeom>
            <a:solidFill>
              <a:schemeClr val="tx2">
                <a:lumMod val="75000"/>
              </a:schemeClr>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93" name="Shape">
              <a:extLst>
                <a:ext uri="{FF2B5EF4-FFF2-40B4-BE49-F238E27FC236}">
                  <a16:creationId xmlns:a16="http://schemas.microsoft.com/office/drawing/2014/main" id="{5522977D-B51A-BFF0-F4AC-9780D9991F23}"/>
                </a:ext>
              </a:extLst>
            </p:cNvPr>
            <p:cNvSpPr/>
            <p:nvPr/>
          </p:nvSpPr>
          <p:spPr>
            <a:xfrm>
              <a:off x="1941919" y="3655303"/>
              <a:ext cx="453490" cy="405253"/>
            </a:xfrm>
            <a:custGeom>
              <a:avLst/>
              <a:gdLst/>
              <a:ahLst/>
              <a:cxnLst>
                <a:cxn ang="0">
                  <a:pos x="wd2" y="hd2"/>
                </a:cxn>
                <a:cxn ang="5400000">
                  <a:pos x="wd2" y="hd2"/>
                </a:cxn>
                <a:cxn ang="10800000">
                  <a:pos x="wd2" y="hd2"/>
                </a:cxn>
                <a:cxn ang="16200000">
                  <a:pos x="wd2" y="hd2"/>
                </a:cxn>
              </a:cxnLst>
              <a:rect l="0" t="0" r="r" b="b"/>
              <a:pathLst>
                <a:path w="21600" h="21600" extrusionOk="0">
                  <a:moveTo>
                    <a:pt x="13500" y="16383"/>
                  </a:moveTo>
                  <a:cubicBezTo>
                    <a:pt x="10800" y="15115"/>
                    <a:pt x="9624" y="14237"/>
                    <a:pt x="9624" y="12531"/>
                  </a:cubicBezTo>
                  <a:cubicBezTo>
                    <a:pt x="9624" y="11214"/>
                    <a:pt x="10408" y="11653"/>
                    <a:pt x="10800" y="9508"/>
                  </a:cubicBezTo>
                  <a:cubicBezTo>
                    <a:pt x="11192" y="8630"/>
                    <a:pt x="11932" y="9508"/>
                    <a:pt x="11932" y="7363"/>
                  </a:cubicBezTo>
                  <a:cubicBezTo>
                    <a:pt x="11932" y="6485"/>
                    <a:pt x="11584" y="6485"/>
                    <a:pt x="11584" y="6485"/>
                  </a:cubicBezTo>
                  <a:cubicBezTo>
                    <a:pt x="11584" y="6485"/>
                    <a:pt x="11932" y="5168"/>
                    <a:pt x="11932" y="4340"/>
                  </a:cubicBezTo>
                  <a:cubicBezTo>
                    <a:pt x="11932" y="3023"/>
                    <a:pt x="11192" y="0"/>
                    <a:pt x="7708" y="0"/>
                  </a:cubicBezTo>
                  <a:cubicBezTo>
                    <a:pt x="3832" y="0"/>
                    <a:pt x="3048" y="3023"/>
                    <a:pt x="3048" y="4340"/>
                  </a:cubicBezTo>
                  <a:cubicBezTo>
                    <a:pt x="3048" y="5168"/>
                    <a:pt x="3440" y="6485"/>
                    <a:pt x="3440" y="6485"/>
                  </a:cubicBezTo>
                  <a:cubicBezTo>
                    <a:pt x="3440" y="6485"/>
                    <a:pt x="3048" y="6485"/>
                    <a:pt x="3048" y="7363"/>
                  </a:cubicBezTo>
                  <a:cubicBezTo>
                    <a:pt x="3048" y="9508"/>
                    <a:pt x="3832" y="8630"/>
                    <a:pt x="4224" y="9508"/>
                  </a:cubicBezTo>
                  <a:cubicBezTo>
                    <a:pt x="4616" y="11653"/>
                    <a:pt x="5356" y="11214"/>
                    <a:pt x="5356" y="12531"/>
                  </a:cubicBezTo>
                  <a:cubicBezTo>
                    <a:pt x="5356" y="14237"/>
                    <a:pt x="4224" y="15115"/>
                    <a:pt x="1524" y="16383"/>
                  </a:cubicBezTo>
                  <a:cubicBezTo>
                    <a:pt x="1524" y="16383"/>
                    <a:pt x="740" y="16383"/>
                    <a:pt x="0" y="16822"/>
                  </a:cubicBezTo>
                  <a:cubicBezTo>
                    <a:pt x="0" y="21600"/>
                    <a:pt x="0" y="21600"/>
                    <a:pt x="0" y="21600"/>
                  </a:cubicBezTo>
                  <a:cubicBezTo>
                    <a:pt x="17332" y="21600"/>
                    <a:pt x="17332" y="21600"/>
                    <a:pt x="17332" y="21600"/>
                  </a:cubicBezTo>
                  <a:cubicBezTo>
                    <a:pt x="17332" y="21600"/>
                    <a:pt x="17332" y="19893"/>
                    <a:pt x="17332" y="19455"/>
                  </a:cubicBezTo>
                  <a:cubicBezTo>
                    <a:pt x="17332" y="18577"/>
                    <a:pt x="16200" y="17260"/>
                    <a:pt x="13500" y="16383"/>
                  </a:cubicBezTo>
                  <a:close/>
                  <a:moveTo>
                    <a:pt x="18508" y="9508"/>
                  </a:moveTo>
                  <a:cubicBezTo>
                    <a:pt x="18508" y="6046"/>
                    <a:pt x="18508" y="6046"/>
                    <a:pt x="18508" y="6046"/>
                  </a:cubicBezTo>
                  <a:cubicBezTo>
                    <a:pt x="16200" y="6046"/>
                    <a:pt x="16200" y="6046"/>
                    <a:pt x="16200" y="6046"/>
                  </a:cubicBezTo>
                  <a:cubicBezTo>
                    <a:pt x="16200" y="9508"/>
                    <a:pt x="16200" y="9508"/>
                    <a:pt x="16200" y="9508"/>
                  </a:cubicBezTo>
                  <a:cubicBezTo>
                    <a:pt x="13108" y="9508"/>
                    <a:pt x="13108" y="9508"/>
                    <a:pt x="13108" y="9508"/>
                  </a:cubicBezTo>
                  <a:cubicBezTo>
                    <a:pt x="13108" y="12092"/>
                    <a:pt x="13108" y="12092"/>
                    <a:pt x="13108" y="12092"/>
                  </a:cubicBezTo>
                  <a:cubicBezTo>
                    <a:pt x="16200" y="12092"/>
                    <a:pt x="16200" y="12092"/>
                    <a:pt x="16200" y="12092"/>
                  </a:cubicBezTo>
                  <a:cubicBezTo>
                    <a:pt x="16200" y="15554"/>
                    <a:pt x="16200" y="15554"/>
                    <a:pt x="16200" y="15554"/>
                  </a:cubicBezTo>
                  <a:cubicBezTo>
                    <a:pt x="18508" y="15554"/>
                    <a:pt x="18508" y="15554"/>
                    <a:pt x="18508" y="15554"/>
                  </a:cubicBezTo>
                  <a:cubicBezTo>
                    <a:pt x="18508" y="12092"/>
                    <a:pt x="18508" y="12092"/>
                    <a:pt x="18508" y="12092"/>
                  </a:cubicBezTo>
                  <a:cubicBezTo>
                    <a:pt x="21600" y="12092"/>
                    <a:pt x="21600" y="12092"/>
                    <a:pt x="21600" y="12092"/>
                  </a:cubicBezTo>
                  <a:cubicBezTo>
                    <a:pt x="21600" y="9508"/>
                    <a:pt x="21600" y="9508"/>
                    <a:pt x="21600" y="9508"/>
                  </a:cubicBezTo>
                  <a:lnTo>
                    <a:pt x="18508" y="9508"/>
                  </a:lnTo>
                  <a:close/>
                </a:path>
              </a:pathLst>
            </a:custGeom>
            <a:solidFill>
              <a:srgbClr val="FFFFFF"/>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94" name="Shape">
              <a:extLst>
                <a:ext uri="{FF2B5EF4-FFF2-40B4-BE49-F238E27FC236}">
                  <a16:creationId xmlns:a16="http://schemas.microsoft.com/office/drawing/2014/main" id="{8E81D580-3524-4387-B363-12CA79540833}"/>
                </a:ext>
              </a:extLst>
            </p:cNvPr>
            <p:cNvSpPr/>
            <p:nvPr/>
          </p:nvSpPr>
          <p:spPr>
            <a:xfrm>
              <a:off x="2166197" y="4674420"/>
              <a:ext cx="411629" cy="369134"/>
            </a:xfrm>
            <a:custGeom>
              <a:avLst/>
              <a:gdLst/>
              <a:ahLst/>
              <a:cxnLst>
                <a:cxn ang="0">
                  <a:pos x="wd2" y="hd2"/>
                </a:cxn>
                <a:cxn ang="5400000">
                  <a:pos x="wd2" y="hd2"/>
                </a:cxn>
                <a:cxn ang="10800000">
                  <a:pos x="wd2" y="hd2"/>
                </a:cxn>
                <a:cxn ang="16200000">
                  <a:pos x="wd2" y="hd2"/>
                </a:cxn>
              </a:cxnLst>
              <a:rect l="0" t="0" r="r" b="b"/>
              <a:pathLst>
                <a:path w="21106" h="21375" extrusionOk="0">
                  <a:moveTo>
                    <a:pt x="20929" y="11051"/>
                  </a:moveTo>
                  <a:cubicBezTo>
                    <a:pt x="11350" y="675"/>
                    <a:pt x="11350" y="675"/>
                    <a:pt x="11350" y="675"/>
                  </a:cubicBezTo>
                  <a:cubicBezTo>
                    <a:pt x="10928" y="-225"/>
                    <a:pt x="10129" y="-225"/>
                    <a:pt x="9707" y="675"/>
                  </a:cubicBezTo>
                  <a:cubicBezTo>
                    <a:pt x="175" y="11051"/>
                    <a:pt x="175" y="11051"/>
                    <a:pt x="175" y="11051"/>
                  </a:cubicBezTo>
                  <a:cubicBezTo>
                    <a:pt x="-248" y="11475"/>
                    <a:pt x="175" y="11951"/>
                    <a:pt x="597" y="11951"/>
                  </a:cubicBezTo>
                  <a:cubicBezTo>
                    <a:pt x="2663" y="11951"/>
                    <a:pt x="2663" y="11951"/>
                    <a:pt x="2663" y="11951"/>
                  </a:cubicBezTo>
                  <a:cubicBezTo>
                    <a:pt x="2663" y="20422"/>
                    <a:pt x="2663" y="20422"/>
                    <a:pt x="2663" y="20422"/>
                  </a:cubicBezTo>
                  <a:cubicBezTo>
                    <a:pt x="2663" y="20899"/>
                    <a:pt x="2663" y="21375"/>
                    <a:pt x="3462" y="21375"/>
                  </a:cubicBezTo>
                  <a:cubicBezTo>
                    <a:pt x="8063" y="21375"/>
                    <a:pt x="8063" y="21375"/>
                    <a:pt x="8063" y="21375"/>
                  </a:cubicBezTo>
                  <a:cubicBezTo>
                    <a:pt x="8063" y="12904"/>
                    <a:pt x="8063" y="12904"/>
                    <a:pt x="8063" y="12904"/>
                  </a:cubicBezTo>
                  <a:cubicBezTo>
                    <a:pt x="13041" y="12904"/>
                    <a:pt x="13041" y="12904"/>
                    <a:pt x="13041" y="12904"/>
                  </a:cubicBezTo>
                  <a:cubicBezTo>
                    <a:pt x="13041" y="21375"/>
                    <a:pt x="13041" y="21375"/>
                    <a:pt x="13041" y="21375"/>
                  </a:cubicBezTo>
                  <a:cubicBezTo>
                    <a:pt x="17642" y="21375"/>
                    <a:pt x="17642" y="21375"/>
                    <a:pt x="17642" y="21375"/>
                  </a:cubicBezTo>
                  <a:cubicBezTo>
                    <a:pt x="18441" y="21375"/>
                    <a:pt x="18441" y="20899"/>
                    <a:pt x="18441" y="20422"/>
                  </a:cubicBezTo>
                  <a:cubicBezTo>
                    <a:pt x="18441" y="11951"/>
                    <a:pt x="18441" y="11951"/>
                    <a:pt x="18441" y="11951"/>
                  </a:cubicBezTo>
                  <a:cubicBezTo>
                    <a:pt x="20554" y="11951"/>
                    <a:pt x="20554" y="11951"/>
                    <a:pt x="20554" y="11951"/>
                  </a:cubicBezTo>
                  <a:cubicBezTo>
                    <a:pt x="20929" y="11951"/>
                    <a:pt x="21352" y="11475"/>
                    <a:pt x="20929" y="11051"/>
                  </a:cubicBezTo>
                </a:path>
              </a:pathLst>
            </a:custGeom>
            <a:solidFill>
              <a:srgbClr val="FFFFFF"/>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95" name="Shape">
              <a:extLst>
                <a:ext uri="{FF2B5EF4-FFF2-40B4-BE49-F238E27FC236}">
                  <a16:creationId xmlns:a16="http://schemas.microsoft.com/office/drawing/2014/main" id="{BF5F0039-3969-435C-1C4B-AF353135CC47}"/>
                </a:ext>
              </a:extLst>
            </p:cNvPr>
            <p:cNvSpPr/>
            <p:nvPr/>
          </p:nvSpPr>
          <p:spPr>
            <a:xfrm>
              <a:off x="3135181" y="402268"/>
              <a:ext cx="1226817" cy="1223343"/>
            </a:xfrm>
            <a:custGeom>
              <a:avLst/>
              <a:gdLst/>
              <a:ahLst/>
              <a:cxnLst>
                <a:cxn ang="0">
                  <a:pos x="wd2" y="hd2"/>
                </a:cxn>
                <a:cxn ang="5400000">
                  <a:pos x="wd2" y="hd2"/>
                </a:cxn>
                <a:cxn ang="10800000">
                  <a:pos x="wd2" y="hd2"/>
                </a:cxn>
                <a:cxn ang="16200000">
                  <a:pos x="wd2" y="hd2"/>
                </a:cxn>
              </a:cxnLst>
              <a:rect l="0" t="0" r="r" b="b"/>
              <a:pathLst>
                <a:path w="21600" h="21600" extrusionOk="0">
                  <a:moveTo>
                    <a:pt x="21600" y="10803"/>
                  </a:moveTo>
                  <a:cubicBezTo>
                    <a:pt x="21600" y="16782"/>
                    <a:pt x="16749" y="21600"/>
                    <a:pt x="10778" y="21600"/>
                  </a:cubicBezTo>
                  <a:cubicBezTo>
                    <a:pt x="4851" y="21600"/>
                    <a:pt x="0" y="16782"/>
                    <a:pt x="0" y="10803"/>
                  </a:cubicBezTo>
                  <a:cubicBezTo>
                    <a:pt x="0" y="4818"/>
                    <a:pt x="4851" y="0"/>
                    <a:pt x="10778" y="0"/>
                  </a:cubicBezTo>
                  <a:cubicBezTo>
                    <a:pt x="16749" y="0"/>
                    <a:pt x="21600" y="4818"/>
                    <a:pt x="21600" y="10803"/>
                  </a:cubicBezTo>
                </a:path>
              </a:pathLst>
            </a:custGeom>
            <a:solidFill>
              <a:schemeClr val="bg2">
                <a:lumMod val="90000"/>
              </a:schemeClr>
            </a:solidFill>
            <a:ln w="12700" cap="flat">
              <a:noFill/>
              <a:miter lim="400000"/>
            </a:ln>
            <a:effectLst/>
          </p:spPr>
          <p:txBody>
            <a:bodyPr wrap="square" lIns="45719" tIns="45719" rIns="45719" bIns="45719"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96" name="Shape">
              <a:extLst>
                <a:ext uri="{FF2B5EF4-FFF2-40B4-BE49-F238E27FC236}">
                  <a16:creationId xmlns:a16="http://schemas.microsoft.com/office/drawing/2014/main" id="{07F46224-69FB-630E-6DCD-AD83B1DCAE69}"/>
                </a:ext>
              </a:extLst>
            </p:cNvPr>
            <p:cNvSpPr/>
            <p:nvPr/>
          </p:nvSpPr>
          <p:spPr>
            <a:xfrm>
              <a:off x="4144135" y="1774383"/>
              <a:ext cx="834500" cy="83270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81"/>
                    <a:pt x="16740" y="21600"/>
                    <a:pt x="10832" y="21600"/>
                  </a:cubicBezTo>
                  <a:cubicBezTo>
                    <a:pt x="4869" y="21600"/>
                    <a:pt x="0" y="16781"/>
                    <a:pt x="0" y="10800"/>
                  </a:cubicBezTo>
                  <a:cubicBezTo>
                    <a:pt x="0" y="4819"/>
                    <a:pt x="4869" y="0"/>
                    <a:pt x="10832" y="0"/>
                  </a:cubicBezTo>
                  <a:cubicBezTo>
                    <a:pt x="16740" y="0"/>
                    <a:pt x="21600" y="4819"/>
                    <a:pt x="21600" y="10800"/>
                  </a:cubicBezTo>
                </a:path>
              </a:pathLst>
            </a:custGeom>
            <a:solidFill>
              <a:schemeClr val="bg2">
                <a:lumMod val="50000"/>
              </a:schemeClr>
            </a:solidFill>
            <a:ln w="12700" cap="flat">
              <a:noFill/>
              <a:miter lim="400000"/>
            </a:ln>
            <a:effectLst/>
          </p:spPr>
          <p:txBody>
            <a:bodyPr wrap="square" lIns="45719" tIns="45719" rIns="45719" bIns="45719"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97" name="Shape">
              <a:extLst>
                <a:ext uri="{FF2B5EF4-FFF2-40B4-BE49-F238E27FC236}">
                  <a16:creationId xmlns:a16="http://schemas.microsoft.com/office/drawing/2014/main" id="{78DA7461-5C90-78BB-2C4F-8B07556E26F7}"/>
                </a:ext>
              </a:extLst>
            </p:cNvPr>
            <p:cNvSpPr/>
            <p:nvPr/>
          </p:nvSpPr>
          <p:spPr>
            <a:xfrm>
              <a:off x="3636247" y="816586"/>
              <a:ext cx="224685" cy="363352"/>
            </a:xfrm>
            <a:custGeom>
              <a:avLst/>
              <a:gdLst/>
              <a:ahLst/>
              <a:cxnLst>
                <a:cxn ang="0">
                  <a:pos x="wd2" y="hd2"/>
                </a:cxn>
                <a:cxn ang="5400000">
                  <a:pos x="wd2" y="hd2"/>
                </a:cxn>
                <a:cxn ang="10800000">
                  <a:pos x="wd2" y="hd2"/>
                </a:cxn>
                <a:cxn ang="16200000">
                  <a:pos x="wd2" y="hd2"/>
                </a:cxn>
              </a:cxnLst>
              <a:rect l="0" t="0" r="r" b="b"/>
              <a:pathLst>
                <a:path w="21600" h="21600" extrusionOk="0">
                  <a:moveTo>
                    <a:pt x="10887" y="0"/>
                  </a:moveTo>
                  <a:cubicBezTo>
                    <a:pt x="4616" y="0"/>
                    <a:pt x="0" y="2923"/>
                    <a:pt x="0" y="6767"/>
                  </a:cubicBezTo>
                  <a:cubicBezTo>
                    <a:pt x="0" y="12992"/>
                    <a:pt x="10887" y="21600"/>
                    <a:pt x="10887" y="21600"/>
                  </a:cubicBezTo>
                  <a:cubicBezTo>
                    <a:pt x="10887" y="21600"/>
                    <a:pt x="21600" y="12992"/>
                    <a:pt x="21600" y="6767"/>
                  </a:cubicBezTo>
                  <a:cubicBezTo>
                    <a:pt x="21600" y="2923"/>
                    <a:pt x="16984" y="0"/>
                    <a:pt x="10887" y="0"/>
                  </a:cubicBezTo>
                  <a:close/>
                  <a:moveTo>
                    <a:pt x="10887" y="10611"/>
                  </a:moveTo>
                  <a:cubicBezTo>
                    <a:pt x="7665" y="10611"/>
                    <a:pt x="4616" y="8662"/>
                    <a:pt x="4616" y="6767"/>
                  </a:cubicBezTo>
                  <a:cubicBezTo>
                    <a:pt x="4616" y="4818"/>
                    <a:pt x="7665" y="2923"/>
                    <a:pt x="10887" y="2923"/>
                  </a:cubicBezTo>
                  <a:cubicBezTo>
                    <a:pt x="13848" y="2923"/>
                    <a:pt x="16984" y="4818"/>
                    <a:pt x="16984" y="6767"/>
                  </a:cubicBezTo>
                  <a:cubicBezTo>
                    <a:pt x="16984" y="8662"/>
                    <a:pt x="13848" y="10611"/>
                    <a:pt x="10887" y="10611"/>
                  </a:cubicBezTo>
                  <a:close/>
                </a:path>
              </a:pathLst>
            </a:custGeom>
            <a:solidFill>
              <a:srgbClr val="FFFFFF"/>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198" name="Shape">
              <a:extLst>
                <a:ext uri="{FF2B5EF4-FFF2-40B4-BE49-F238E27FC236}">
                  <a16:creationId xmlns:a16="http://schemas.microsoft.com/office/drawing/2014/main" id="{F4593B15-B611-A494-F912-DC7BC5FA55D9}"/>
                </a:ext>
              </a:extLst>
            </p:cNvPr>
            <p:cNvSpPr/>
            <p:nvPr/>
          </p:nvSpPr>
          <p:spPr>
            <a:xfrm>
              <a:off x="4380333" y="1980509"/>
              <a:ext cx="450274" cy="39558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21600"/>
                    <a:pt x="21600" y="16772"/>
                    <a:pt x="21165" y="16324"/>
                  </a:cubicBezTo>
                  <a:cubicBezTo>
                    <a:pt x="20818" y="15876"/>
                    <a:pt x="20079" y="15030"/>
                    <a:pt x="18471" y="14582"/>
                  </a:cubicBezTo>
                  <a:cubicBezTo>
                    <a:pt x="16950" y="13687"/>
                    <a:pt x="16167" y="12791"/>
                    <a:pt x="16167" y="11497"/>
                  </a:cubicBezTo>
                  <a:cubicBezTo>
                    <a:pt x="16167" y="10601"/>
                    <a:pt x="16950" y="11049"/>
                    <a:pt x="16950" y="9755"/>
                  </a:cubicBezTo>
                  <a:cubicBezTo>
                    <a:pt x="16950" y="8859"/>
                    <a:pt x="17732" y="9755"/>
                    <a:pt x="17732" y="7913"/>
                  </a:cubicBezTo>
                  <a:cubicBezTo>
                    <a:pt x="17732" y="7515"/>
                    <a:pt x="17341" y="7515"/>
                    <a:pt x="17341" y="7515"/>
                  </a:cubicBezTo>
                  <a:cubicBezTo>
                    <a:pt x="17341" y="7515"/>
                    <a:pt x="17732" y="6619"/>
                    <a:pt x="17732" y="5724"/>
                  </a:cubicBezTo>
                  <a:cubicBezTo>
                    <a:pt x="17732" y="4877"/>
                    <a:pt x="17341" y="3086"/>
                    <a:pt x="15037" y="3086"/>
                  </a:cubicBezTo>
                  <a:cubicBezTo>
                    <a:pt x="12734" y="3086"/>
                    <a:pt x="12343" y="4877"/>
                    <a:pt x="12343" y="5724"/>
                  </a:cubicBezTo>
                  <a:cubicBezTo>
                    <a:pt x="12343" y="6619"/>
                    <a:pt x="12734" y="7515"/>
                    <a:pt x="12734" y="7515"/>
                  </a:cubicBezTo>
                  <a:cubicBezTo>
                    <a:pt x="12734" y="7515"/>
                    <a:pt x="12343" y="7515"/>
                    <a:pt x="12343" y="7913"/>
                  </a:cubicBezTo>
                  <a:cubicBezTo>
                    <a:pt x="12343" y="9755"/>
                    <a:pt x="12734" y="8859"/>
                    <a:pt x="13125" y="9755"/>
                  </a:cubicBezTo>
                  <a:cubicBezTo>
                    <a:pt x="13125" y="11049"/>
                    <a:pt x="13516" y="10601"/>
                    <a:pt x="13516" y="11497"/>
                  </a:cubicBezTo>
                  <a:cubicBezTo>
                    <a:pt x="13516" y="12393"/>
                    <a:pt x="13516" y="13239"/>
                    <a:pt x="12734" y="13687"/>
                  </a:cubicBezTo>
                  <a:cubicBezTo>
                    <a:pt x="16167" y="15876"/>
                    <a:pt x="16559" y="15876"/>
                    <a:pt x="16559" y="18116"/>
                  </a:cubicBezTo>
                  <a:cubicBezTo>
                    <a:pt x="16559" y="21600"/>
                    <a:pt x="16559" y="21600"/>
                    <a:pt x="16559" y="21600"/>
                  </a:cubicBezTo>
                  <a:lnTo>
                    <a:pt x="21600" y="21600"/>
                  </a:lnTo>
                  <a:close/>
                  <a:moveTo>
                    <a:pt x="11213" y="15030"/>
                  </a:moveTo>
                  <a:cubicBezTo>
                    <a:pt x="8866" y="14135"/>
                    <a:pt x="8127" y="13239"/>
                    <a:pt x="8127" y="11497"/>
                  </a:cubicBezTo>
                  <a:cubicBezTo>
                    <a:pt x="8127" y="10153"/>
                    <a:pt x="8866" y="10601"/>
                    <a:pt x="9257" y="8361"/>
                  </a:cubicBezTo>
                  <a:cubicBezTo>
                    <a:pt x="9257" y="7913"/>
                    <a:pt x="10039" y="8361"/>
                    <a:pt x="10039" y="6619"/>
                  </a:cubicBezTo>
                  <a:cubicBezTo>
                    <a:pt x="10039" y="5724"/>
                    <a:pt x="9648" y="5724"/>
                    <a:pt x="9648" y="5724"/>
                  </a:cubicBezTo>
                  <a:cubicBezTo>
                    <a:pt x="9648" y="5724"/>
                    <a:pt x="9648" y="4429"/>
                    <a:pt x="10039" y="3534"/>
                  </a:cubicBezTo>
                  <a:cubicBezTo>
                    <a:pt x="10039" y="2638"/>
                    <a:pt x="9257" y="0"/>
                    <a:pt x="6563" y="0"/>
                  </a:cubicBezTo>
                  <a:cubicBezTo>
                    <a:pt x="3477" y="0"/>
                    <a:pt x="3086" y="2638"/>
                    <a:pt x="3086" y="3534"/>
                  </a:cubicBezTo>
                  <a:cubicBezTo>
                    <a:pt x="3086" y="4429"/>
                    <a:pt x="3086" y="5724"/>
                    <a:pt x="3086" y="5724"/>
                  </a:cubicBezTo>
                  <a:cubicBezTo>
                    <a:pt x="3086" y="5724"/>
                    <a:pt x="3086" y="5724"/>
                    <a:pt x="3086" y="6619"/>
                  </a:cubicBezTo>
                  <a:cubicBezTo>
                    <a:pt x="3086" y="8361"/>
                    <a:pt x="3477" y="7913"/>
                    <a:pt x="3868" y="8361"/>
                  </a:cubicBezTo>
                  <a:cubicBezTo>
                    <a:pt x="3868" y="10601"/>
                    <a:pt x="4650" y="10153"/>
                    <a:pt x="4650" y="11497"/>
                  </a:cubicBezTo>
                  <a:cubicBezTo>
                    <a:pt x="4650" y="13239"/>
                    <a:pt x="3868" y="14135"/>
                    <a:pt x="1956" y="15030"/>
                  </a:cubicBezTo>
                  <a:cubicBezTo>
                    <a:pt x="1173" y="15429"/>
                    <a:pt x="0" y="15876"/>
                    <a:pt x="0" y="17220"/>
                  </a:cubicBezTo>
                  <a:cubicBezTo>
                    <a:pt x="0" y="21600"/>
                    <a:pt x="0" y="21600"/>
                    <a:pt x="0" y="21600"/>
                  </a:cubicBezTo>
                  <a:cubicBezTo>
                    <a:pt x="15037" y="21600"/>
                    <a:pt x="15037" y="21600"/>
                    <a:pt x="15037" y="21600"/>
                  </a:cubicBezTo>
                  <a:cubicBezTo>
                    <a:pt x="15037" y="21600"/>
                    <a:pt x="15037" y="18962"/>
                    <a:pt x="15037" y="18116"/>
                  </a:cubicBezTo>
                  <a:cubicBezTo>
                    <a:pt x="15037" y="17220"/>
                    <a:pt x="13125" y="16324"/>
                    <a:pt x="11213" y="15030"/>
                  </a:cubicBezTo>
                  <a:close/>
                </a:path>
              </a:pathLst>
            </a:custGeom>
            <a:solidFill>
              <a:srgbClr val="FFFFFF"/>
            </a:solidFill>
            <a:ln w="12700" cap="flat">
              <a:noFill/>
              <a:miter lim="400000"/>
            </a:ln>
            <a:effectLst/>
          </p:spPr>
          <p:txBody>
            <a:bodyPr wrap="square" lIns="45719" tIns="45719" rIns="45719" bIns="45719"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grpSp>
      <p:grpSp>
        <p:nvGrpSpPr>
          <p:cNvPr id="246" name="Group 245">
            <a:extLst>
              <a:ext uri="{FF2B5EF4-FFF2-40B4-BE49-F238E27FC236}">
                <a16:creationId xmlns:a16="http://schemas.microsoft.com/office/drawing/2014/main" id="{A949F317-29CB-AE37-B789-306908AFD923}"/>
              </a:ext>
            </a:extLst>
          </p:cNvPr>
          <p:cNvGrpSpPr/>
          <p:nvPr/>
        </p:nvGrpSpPr>
        <p:grpSpPr>
          <a:xfrm>
            <a:off x="14100" y="5710334"/>
            <a:ext cx="12111820" cy="632389"/>
            <a:chOff x="35127" y="3241244"/>
            <a:chExt cx="12111820" cy="632389"/>
          </a:xfrm>
        </p:grpSpPr>
        <p:grpSp>
          <p:nvGrpSpPr>
            <p:cNvPr id="199" name="Group 198">
              <a:extLst>
                <a:ext uri="{FF2B5EF4-FFF2-40B4-BE49-F238E27FC236}">
                  <a16:creationId xmlns:a16="http://schemas.microsoft.com/office/drawing/2014/main" id="{AFE2E2DA-9872-BE42-B45A-18FA7176B45B}"/>
                </a:ext>
              </a:extLst>
            </p:cNvPr>
            <p:cNvGrpSpPr/>
            <p:nvPr/>
          </p:nvGrpSpPr>
          <p:grpSpPr>
            <a:xfrm>
              <a:off x="35127" y="3241244"/>
              <a:ext cx="1439443" cy="550174"/>
              <a:chOff x="342856" y="3769526"/>
              <a:chExt cx="2332500" cy="760800"/>
            </a:xfrm>
          </p:grpSpPr>
          <p:sp>
            <p:nvSpPr>
              <p:cNvPr id="200" name="Google Shape;115;p18">
                <a:extLst>
                  <a:ext uri="{FF2B5EF4-FFF2-40B4-BE49-F238E27FC236}">
                    <a16:creationId xmlns:a16="http://schemas.microsoft.com/office/drawing/2014/main" id="{D473DED1-A856-1B2D-B963-B2D22101044C}"/>
                  </a:ext>
                </a:extLst>
              </p:cNvPr>
              <p:cNvSpPr/>
              <p:nvPr/>
            </p:nvSpPr>
            <p:spPr>
              <a:xfrm>
                <a:off x="342856" y="3769526"/>
                <a:ext cx="2332500" cy="760800"/>
              </a:xfrm>
              <a:prstGeom prst="roundRect">
                <a:avLst>
                  <a:gd name="adj" fmla="val 10637"/>
                </a:avLst>
              </a:prstGeom>
              <a:solidFill>
                <a:srgbClr val="FFFFFF"/>
              </a:solidFill>
              <a:ln w="9525" cap="flat" cmpd="sng">
                <a:gradFill flip="none" rotWithShape="1">
                  <a:gsLst>
                    <a:gs pos="0">
                      <a:srgbClr val="CA7C42"/>
                    </a:gs>
                    <a:gs pos="100000">
                      <a:srgbClr val="1B8DCE"/>
                    </a:gs>
                  </a:gsLst>
                  <a:path path="rect">
                    <a:fillToRect l="100000" t="100000"/>
                  </a:path>
                  <a:tileRect r="-100000" b="-100000"/>
                </a:gradFill>
                <a:prstDash val="solid"/>
                <a:round/>
                <a:headEnd type="none" w="sm" len="sm"/>
                <a:tailEnd type="none" w="sm" len="sm"/>
              </a:ln>
              <a:effectLst>
                <a:outerShdw blurRad="114300" dist="47625" dir="3540000" algn="bl" rotWithShape="0">
                  <a:srgbClr val="EEEEEE">
                    <a:alpha val="40000"/>
                  </a:srgbClr>
                </a:outerShdw>
              </a:effectLst>
            </p:spPr>
            <p:txBody>
              <a:bodyPr spcFirstLastPara="1" wrap="square" lIns="91425" tIns="91425" rIns="91425" bIns="91425" anchor="ctr" anchorCtr="0">
                <a:noAutofit/>
              </a:bodyPr>
              <a:lstStyle/>
              <a:p>
                <a:endParaRPr sz="1100">
                  <a:latin typeface="Calibri" panose="020F0502020204030204" pitchFamily="34" charset="0"/>
                  <a:cs typeface="Calibri" panose="020F0502020204030204" pitchFamily="34" charset="0"/>
                </a:endParaRPr>
              </a:p>
            </p:txBody>
          </p:sp>
          <p:sp>
            <p:nvSpPr>
              <p:cNvPr id="201" name="Google Shape;134;p18">
                <a:extLst>
                  <a:ext uri="{FF2B5EF4-FFF2-40B4-BE49-F238E27FC236}">
                    <a16:creationId xmlns:a16="http://schemas.microsoft.com/office/drawing/2014/main" id="{445E8E71-FB18-8B22-EBD1-EF3BB91CBB0A}"/>
                  </a:ext>
                </a:extLst>
              </p:cNvPr>
              <p:cNvSpPr txBox="1"/>
              <p:nvPr/>
            </p:nvSpPr>
            <p:spPr>
              <a:xfrm>
                <a:off x="1123608" y="3816813"/>
                <a:ext cx="1551748" cy="681801"/>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dirty="0">
                    <a:latin typeface="Calibri" panose="020F0502020204030204" pitchFamily="34" charset="0"/>
                    <a:ea typeface="Roboto" panose="02000000000000000000" pitchFamily="2" charset="0"/>
                    <a:cs typeface="Calibri" panose="020F0502020204030204" pitchFamily="34" charset="0"/>
                    <a:sym typeface="Poppins"/>
                  </a:rPr>
                  <a:t>Embedded and IoT</a:t>
                </a:r>
                <a:endParaRPr sz="1100" dirty="0">
                  <a:latin typeface="Calibri" panose="020F0502020204030204" pitchFamily="34" charset="0"/>
                  <a:ea typeface="Roboto" panose="02000000000000000000" pitchFamily="2" charset="0"/>
                  <a:cs typeface="Calibri" panose="020F0502020204030204" pitchFamily="34" charset="0"/>
                  <a:sym typeface="Poppins"/>
                </a:endParaRPr>
              </a:p>
            </p:txBody>
          </p:sp>
          <p:grpSp>
            <p:nvGrpSpPr>
              <p:cNvPr id="202" name="Group 201">
                <a:extLst>
                  <a:ext uri="{FF2B5EF4-FFF2-40B4-BE49-F238E27FC236}">
                    <a16:creationId xmlns:a16="http://schemas.microsoft.com/office/drawing/2014/main" id="{5F73FB9F-FE4D-B8B6-EE70-C2D5D94E9736}"/>
                  </a:ext>
                </a:extLst>
              </p:cNvPr>
              <p:cNvGrpSpPr/>
              <p:nvPr/>
            </p:nvGrpSpPr>
            <p:grpSpPr>
              <a:xfrm>
                <a:off x="568877" y="3949621"/>
                <a:ext cx="436254" cy="490696"/>
                <a:chOff x="472903" y="3950292"/>
                <a:chExt cx="436254" cy="490696"/>
              </a:xfrm>
            </p:grpSpPr>
            <p:sp>
              <p:nvSpPr>
                <p:cNvPr id="203" name="Shape">
                  <a:extLst>
                    <a:ext uri="{FF2B5EF4-FFF2-40B4-BE49-F238E27FC236}">
                      <a16:creationId xmlns:a16="http://schemas.microsoft.com/office/drawing/2014/main" id="{2D2951A3-899F-639C-5962-6889AFFDD6E3}"/>
                    </a:ext>
                  </a:extLst>
                </p:cNvPr>
                <p:cNvSpPr/>
                <p:nvPr/>
              </p:nvSpPr>
              <p:spPr>
                <a:xfrm>
                  <a:off x="472903" y="3950292"/>
                  <a:ext cx="436254" cy="272333"/>
                </a:xfrm>
                <a:custGeom>
                  <a:avLst/>
                  <a:gdLst/>
                  <a:ahLst/>
                  <a:cxnLst>
                    <a:cxn ang="0">
                      <a:pos x="wd2" y="hd2"/>
                    </a:cxn>
                    <a:cxn ang="5400000">
                      <a:pos x="wd2" y="hd2"/>
                    </a:cxn>
                    <a:cxn ang="10800000">
                      <a:pos x="wd2" y="hd2"/>
                    </a:cxn>
                    <a:cxn ang="16200000">
                      <a:pos x="wd2" y="hd2"/>
                    </a:cxn>
                  </a:cxnLst>
                  <a:rect l="0" t="0" r="r" b="b"/>
                  <a:pathLst>
                    <a:path w="21600" h="21600" extrusionOk="0">
                      <a:moveTo>
                        <a:pt x="16497" y="21600"/>
                      </a:moveTo>
                      <a:cubicBezTo>
                        <a:pt x="5068" y="21600"/>
                        <a:pt x="5068" y="21600"/>
                        <a:pt x="5068" y="21600"/>
                      </a:cubicBezTo>
                      <a:cubicBezTo>
                        <a:pt x="2300" y="21600"/>
                        <a:pt x="0" y="18285"/>
                        <a:pt x="0" y="14296"/>
                      </a:cubicBezTo>
                      <a:cubicBezTo>
                        <a:pt x="0" y="10981"/>
                        <a:pt x="1509" y="8029"/>
                        <a:pt x="3558" y="7304"/>
                      </a:cubicBezTo>
                      <a:cubicBezTo>
                        <a:pt x="4816" y="2901"/>
                        <a:pt x="7619" y="0"/>
                        <a:pt x="10926" y="0"/>
                      </a:cubicBezTo>
                      <a:cubicBezTo>
                        <a:pt x="14232" y="0"/>
                        <a:pt x="17036" y="2901"/>
                        <a:pt x="18042" y="7304"/>
                      </a:cubicBezTo>
                      <a:cubicBezTo>
                        <a:pt x="20055" y="8029"/>
                        <a:pt x="21600" y="10981"/>
                        <a:pt x="21600" y="14296"/>
                      </a:cubicBezTo>
                      <a:cubicBezTo>
                        <a:pt x="21600" y="18285"/>
                        <a:pt x="19300" y="21600"/>
                        <a:pt x="16497" y="21600"/>
                      </a:cubicBezTo>
                      <a:close/>
                      <a:moveTo>
                        <a:pt x="18545" y="10981"/>
                      </a:moveTo>
                      <a:cubicBezTo>
                        <a:pt x="18545" y="10981"/>
                        <a:pt x="18545" y="10981"/>
                        <a:pt x="18294" y="10619"/>
                      </a:cubicBezTo>
                      <a:cubicBezTo>
                        <a:pt x="18042" y="10619"/>
                        <a:pt x="18042" y="10256"/>
                        <a:pt x="18042" y="10256"/>
                      </a:cubicBezTo>
                      <a:cubicBezTo>
                        <a:pt x="18042" y="10256"/>
                        <a:pt x="18042" y="10256"/>
                        <a:pt x="17790" y="10256"/>
                      </a:cubicBezTo>
                      <a:cubicBezTo>
                        <a:pt x="17790" y="10256"/>
                        <a:pt x="17790" y="10256"/>
                        <a:pt x="17539" y="10256"/>
                      </a:cubicBezTo>
                      <a:cubicBezTo>
                        <a:pt x="17539" y="10256"/>
                        <a:pt x="17539" y="10256"/>
                        <a:pt x="17539" y="9894"/>
                      </a:cubicBezTo>
                      <a:lnTo>
                        <a:pt x="17287" y="9894"/>
                      </a:lnTo>
                      <a:cubicBezTo>
                        <a:pt x="17036" y="9894"/>
                        <a:pt x="17036" y="9894"/>
                        <a:pt x="17036" y="9894"/>
                      </a:cubicBezTo>
                      <a:cubicBezTo>
                        <a:pt x="16784" y="9894"/>
                        <a:pt x="16784" y="9894"/>
                        <a:pt x="16497" y="9894"/>
                      </a:cubicBezTo>
                      <a:cubicBezTo>
                        <a:pt x="16497" y="9531"/>
                        <a:pt x="16497" y="9531"/>
                        <a:pt x="16497" y="9168"/>
                      </a:cubicBezTo>
                      <a:cubicBezTo>
                        <a:pt x="16245" y="9168"/>
                        <a:pt x="16245" y="9168"/>
                        <a:pt x="16245" y="9168"/>
                      </a:cubicBezTo>
                      <a:cubicBezTo>
                        <a:pt x="16245" y="8754"/>
                        <a:pt x="16245" y="8754"/>
                        <a:pt x="16245" y="8391"/>
                      </a:cubicBezTo>
                      <a:cubicBezTo>
                        <a:pt x="15993" y="8029"/>
                        <a:pt x="15993" y="8029"/>
                        <a:pt x="15993" y="7666"/>
                      </a:cubicBezTo>
                      <a:cubicBezTo>
                        <a:pt x="15993" y="7304"/>
                        <a:pt x="15742" y="7304"/>
                        <a:pt x="15742" y="6941"/>
                      </a:cubicBezTo>
                      <a:cubicBezTo>
                        <a:pt x="14735" y="4765"/>
                        <a:pt x="12974" y="2901"/>
                        <a:pt x="10926" y="2901"/>
                      </a:cubicBezTo>
                      <a:cubicBezTo>
                        <a:pt x="8626" y="2901"/>
                        <a:pt x="6865" y="4765"/>
                        <a:pt x="5858" y="6941"/>
                      </a:cubicBezTo>
                      <a:cubicBezTo>
                        <a:pt x="5858" y="7304"/>
                        <a:pt x="5858" y="7304"/>
                        <a:pt x="5607" y="7666"/>
                      </a:cubicBezTo>
                      <a:cubicBezTo>
                        <a:pt x="5607" y="8029"/>
                        <a:pt x="5607" y="8029"/>
                        <a:pt x="5607" y="8391"/>
                      </a:cubicBezTo>
                      <a:cubicBezTo>
                        <a:pt x="5607" y="8391"/>
                        <a:pt x="5607" y="8391"/>
                        <a:pt x="5319" y="8391"/>
                      </a:cubicBezTo>
                      <a:cubicBezTo>
                        <a:pt x="5319" y="8754"/>
                        <a:pt x="5319" y="8754"/>
                        <a:pt x="5319" y="9168"/>
                      </a:cubicBezTo>
                      <a:cubicBezTo>
                        <a:pt x="5319" y="9531"/>
                        <a:pt x="5068" y="9531"/>
                        <a:pt x="5068" y="9894"/>
                      </a:cubicBezTo>
                      <a:lnTo>
                        <a:pt x="4816" y="9894"/>
                      </a:lnTo>
                      <a:cubicBezTo>
                        <a:pt x="4816" y="9894"/>
                        <a:pt x="4816" y="9894"/>
                        <a:pt x="4564" y="9894"/>
                      </a:cubicBezTo>
                      <a:cubicBezTo>
                        <a:pt x="4313" y="9894"/>
                        <a:pt x="4313" y="9894"/>
                        <a:pt x="4313" y="9894"/>
                      </a:cubicBezTo>
                      <a:cubicBezTo>
                        <a:pt x="4061" y="10256"/>
                        <a:pt x="4061" y="10256"/>
                        <a:pt x="4061" y="10256"/>
                      </a:cubicBezTo>
                      <a:cubicBezTo>
                        <a:pt x="3810" y="10256"/>
                        <a:pt x="3810" y="10256"/>
                        <a:pt x="3810" y="10256"/>
                      </a:cubicBezTo>
                      <a:cubicBezTo>
                        <a:pt x="3558" y="10256"/>
                        <a:pt x="3558" y="10619"/>
                        <a:pt x="3558" y="10619"/>
                      </a:cubicBezTo>
                      <a:cubicBezTo>
                        <a:pt x="3306" y="10619"/>
                        <a:pt x="3306" y="10619"/>
                        <a:pt x="3306" y="10619"/>
                      </a:cubicBezTo>
                      <a:cubicBezTo>
                        <a:pt x="3306" y="10981"/>
                        <a:pt x="3055" y="10981"/>
                        <a:pt x="3055" y="10981"/>
                      </a:cubicBezTo>
                      <a:cubicBezTo>
                        <a:pt x="2552" y="11706"/>
                        <a:pt x="2049" y="12794"/>
                        <a:pt x="2049" y="14296"/>
                      </a:cubicBezTo>
                      <a:cubicBezTo>
                        <a:pt x="2049" y="16835"/>
                        <a:pt x="3306" y="18647"/>
                        <a:pt x="5068" y="18647"/>
                      </a:cubicBezTo>
                      <a:cubicBezTo>
                        <a:pt x="16497" y="18647"/>
                        <a:pt x="16497" y="18647"/>
                        <a:pt x="16497" y="18647"/>
                      </a:cubicBezTo>
                      <a:cubicBezTo>
                        <a:pt x="18294" y="18647"/>
                        <a:pt x="19551" y="16835"/>
                        <a:pt x="19551" y="14296"/>
                      </a:cubicBezTo>
                      <a:cubicBezTo>
                        <a:pt x="19551" y="12794"/>
                        <a:pt x="19300" y="11706"/>
                        <a:pt x="18545" y="10981"/>
                      </a:cubicBezTo>
                      <a:close/>
                    </a:path>
                  </a:pathLst>
                </a:custGeom>
                <a:solidFill>
                  <a:srgbClr val="1589CB"/>
                </a:solidFill>
                <a:ln w="12700">
                  <a:miter lim="400000"/>
                </a:ln>
              </p:spPr>
              <p:txBody>
                <a:bodyPr lIns="45719" rIns="45719" anchor="ctr"/>
                <a:lstStyle/>
                <a:p>
                  <a:pPr>
                    <a:lnSpc>
                      <a:spcPct val="80000"/>
                    </a:lnSpc>
                    <a:defRPr sz="7000" spc="140">
                      <a:solidFill>
                        <a:srgbClr val="FFFFFF"/>
                      </a:solidFill>
                    </a:defRPr>
                  </a:pPr>
                  <a:endParaRPr sz="1100"/>
                </a:p>
              </p:txBody>
            </p:sp>
            <p:sp>
              <p:nvSpPr>
                <p:cNvPr id="204" name="Shape">
                  <a:extLst>
                    <a:ext uri="{FF2B5EF4-FFF2-40B4-BE49-F238E27FC236}">
                      <a16:creationId xmlns:a16="http://schemas.microsoft.com/office/drawing/2014/main" id="{BA359D61-07C3-BDD9-BFC6-CC96C8404193}"/>
                    </a:ext>
                  </a:extLst>
                </p:cNvPr>
                <p:cNvSpPr/>
                <p:nvPr/>
              </p:nvSpPr>
              <p:spPr>
                <a:xfrm rot="2436639">
                  <a:off x="720185" y="4273473"/>
                  <a:ext cx="149366" cy="115005"/>
                </a:xfrm>
                <a:custGeom>
                  <a:avLst/>
                  <a:gdLst/>
                  <a:ahLst/>
                  <a:cxnLst>
                    <a:cxn ang="0">
                      <a:pos x="wd2" y="hd2"/>
                    </a:cxn>
                    <a:cxn ang="5400000">
                      <a:pos x="wd2" y="hd2"/>
                    </a:cxn>
                    <a:cxn ang="10800000">
                      <a:pos x="wd2" y="hd2"/>
                    </a:cxn>
                    <a:cxn ang="16200000">
                      <a:pos x="wd2" y="hd2"/>
                    </a:cxn>
                  </a:cxnLst>
                  <a:rect l="0" t="0" r="r" b="b"/>
                  <a:pathLst>
                    <a:path w="21600" h="19937" extrusionOk="0">
                      <a:moveTo>
                        <a:pt x="10777" y="14624"/>
                      </a:moveTo>
                      <a:cubicBezTo>
                        <a:pt x="9605" y="14624"/>
                        <a:pt x="8387" y="15965"/>
                        <a:pt x="8387" y="17305"/>
                      </a:cubicBezTo>
                      <a:cubicBezTo>
                        <a:pt x="8387" y="18646"/>
                        <a:pt x="9605" y="19937"/>
                        <a:pt x="10777" y="19937"/>
                      </a:cubicBezTo>
                      <a:cubicBezTo>
                        <a:pt x="11995" y="19937"/>
                        <a:pt x="13167" y="18646"/>
                        <a:pt x="13167" y="17305"/>
                      </a:cubicBezTo>
                      <a:cubicBezTo>
                        <a:pt x="13167" y="15965"/>
                        <a:pt x="11995" y="14624"/>
                        <a:pt x="10777" y="14624"/>
                      </a:cubicBezTo>
                      <a:close/>
                      <a:moveTo>
                        <a:pt x="5997" y="11992"/>
                      </a:moveTo>
                      <a:cubicBezTo>
                        <a:pt x="7576" y="13780"/>
                        <a:pt x="7576" y="13780"/>
                        <a:pt x="7576" y="13780"/>
                      </a:cubicBezTo>
                      <a:cubicBezTo>
                        <a:pt x="9199" y="11992"/>
                        <a:pt x="11995" y="11992"/>
                        <a:pt x="13979" y="13780"/>
                      </a:cubicBezTo>
                      <a:cubicBezTo>
                        <a:pt x="15557" y="11992"/>
                        <a:pt x="15557" y="11992"/>
                        <a:pt x="15557" y="11992"/>
                      </a:cubicBezTo>
                      <a:cubicBezTo>
                        <a:pt x="12762" y="9360"/>
                        <a:pt x="8793" y="9360"/>
                        <a:pt x="5997" y="11992"/>
                      </a:cubicBezTo>
                      <a:close/>
                      <a:moveTo>
                        <a:pt x="2796" y="8467"/>
                      </a:moveTo>
                      <a:cubicBezTo>
                        <a:pt x="4419" y="10254"/>
                        <a:pt x="4419" y="10254"/>
                        <a:pt x="4419" y="10254"/>
                      </a:cubicBezTo>
                      <a:cubicBezTo>
                        <a:pt x="7982" y="6729"/>
                        <a:pt x="13573" y="6729"/>
                        <a:pt x="17181" y="10254"/>
                      </a:cubicBezTo>
                      <a:cubicBezTo>
                        <a:pt x="18804" y="8467"/>
                        <a:pt x="18804" y="8467"/>
                        <a:pt x="18804" y="8467"/>
                      </a:cubicBezTo>
                      <a:cubicBezTo>
                        <a:pt x="14385" y="3650"/>
                        <a:pt x="7215" y="3650"/>
                        <a:pt x="2796" y="8467"/>
                      </a:cubicBezTo>
                      <a:close/>
                      <a:moveTo>
                        <a:pt x="0" y="4991"/>
                      </a:moveTo>
                      <a:cubicBezTo>
                        <a:pt x="1172" y="6729"/>
                        <a:pt x="1172" y="6729"/>
                        <a:pt x="1172" y="6729"/>
                      </a:cubicBezTo>
                      <a:cubicBezTo>
                        <a:pt x="6403" y="1018"/>
                        <a:pt x="14791" y="1018"/>
                        <a:pt x="19977" y="6729"/>
                      </a:cubicBezTo>
                      <a:cubicBezTo>
                        <a:pt x="21600" y="4991"/>
                        <a:pt x="21600" y="4991"/>
                        <a:pt x="21600" y="4991"/>
                      </a:cubicBezTo>
                      <a:cubicBezTo>
                        <a:pt x="15557" y="-1663"/>
                        <a:pt x="5997" y="-1663"/>
                        <a:pt x="0" y="4991"/>
                      </a:cubicBezTo>
                      <a:close/>
                    </a:path>
                  </a:pathLst>
                </a:custGeom>
                <a:solidFill>
                  <a:srgbClr val="1589CB"/>
                </a:solidFill>
                <a:ln w="12700">
                  <a:miter lim="400000"/>
                </a:ln>
              </p:spPr>
              <p:txBody>
                <a:bodyPr lIns="45719" rIns="45719" anchor="ctr"/>
                <a:lstStyle/>
                <a:p>
                  <a:pPr>
                    <a:lnSpc>
                      <a:spcPct val="80000"/>
                    </a:lnSpc>
                    <a:defRPr sz="7000" spc="140">
                      <a:solidFill>
                        <a:srgbClr val="FFFFFF"/>
                      </a:solidFill>
                    </a:defRPr>
                  </a:pPr>
                  <a:endParaRPr sz="1100"/>
                </a:p>
              </p:txBody>
            </p:sp>
            <p:pic>
              <p:nvPicPr>
                <p:cNvPr id="205" name="Graphic 204" descr="Processor">
                  <a:extLst>
                    <a:ext uri="{FF2B5EF4-FFF2-40B4-BE49-F238E27FC236}">
                      <a16:creationId xmlns:a16="http://schemas.microsoft.com/office/drawing/2014/main" id="{776211F8-ABCD-1358-1492-0A46BC5F87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3151" y="4222625"/>
                  <a:ext cx="218363" cy="218363"/>
                </a:xfrm>
                <a:prstGeom prst="rect">
                  <a:avLst/>
                </a:prstGeom>
              </p:spPr>
            </p:pic>
            <p:sp>
              <p:nvSpPr>
                <p:cNvPr id="206" name="Shape">
                  <a:extLst>
                    <a:ext uri="{FF2B5EF4-FFF2-40B4-BE49-F238E27FC236}">
                      <a16:creationId xmlns:a16="http://schemas.microsoft.com/office/drawing/2014/main" id="{D60059AF-A770-D1D9-03E0-4476A66B20B6}"/>
                    </a:ext>
                  </a:extLst>
                </p:cNvPr>
                <p:cNvSpPr/>
                <p:nvPr/>
              </p:nvSpPr>
              <p:spPr>
                <a:xfrm>
                  <a:off x="631739" y="4045116"/>
                  <a:ext cx="107638" cy="114633"/>
                </a:xfrm>
                <a:custGeom>
                  <a:avLst/>
                  <a:gdLst/>
                  <a:ahLst/>
                  <a:cxnLst>
                    <a:cxn ang="0">
                      <a:pos x="wd2" y="hd2"/>
                    </a:cxn>
                    <a:cxn ang="5400000">
                      <a:pos x="wd2" y="hd2"/>
                    </a:cxn>
                    <a:cxn ang="10800000">
                      <a:pos x="wd2" y="hd2"/>
                    </a:cxn>
                    <a:cxn ang="16200000">
                      <a:pos x="wd2" y="hd2"/>
                    </a:cxn>
                  </a:cxnLst>
                  <a:rect l="0" t="0" r="r" b="b"/>
                  <a:pathLst>
                    <a:path w="21600" h="21600" extrusionOk="0">
                      <a:moveTo>
                        <a:pt x="21112" y="14085"/>
                      </a:moveTo>
                      <a:cubicBezTo>
                        <a:pt x="20014" y="15876"/>
                        <a:pt x="15681" y="17171"/>
                        <a:pt x="10861" y="17171"/>
                      </a:cubicBezTo>
                      <a:cubicBezTo>
                        <a:pt x="5919" y="17171"/>
                        <a:pt x="2197" y="15876"/>
                        <a:pt x="549" y="14085"/>
                      </a:cubicBezTo>
                      <a:cubicBezTo>
                        <a:pt x="549" y="13687"/>
                        <a:pt x="0" y="14085"/>
                        <a:pt x="0" y="14085"/>
                      </a:cubicBezTo>
                      <a:cubicBezTo>
                        <a:pt x="0" y="14533"/>
                        <a:pt x="0" y="16723"/>
                        <a:pt x="0" y="16723"/>
                      </a:cubicBezTo>
                      <a:cubicBezTo>
                        <a:pt x="0" y="18962"/>
                        <a:pt x="4881" y="21600"/>
                        <a:pt x="10861" y="21600"/>
                      </a:cubicBezTo>
                      <a:cubicBezTo>
                        <a:pt x="16780" y="21600"/>
                        <a:pt x="21600" y="18962"/>
                        <a:pt x="21600" y="16723"/>
                      </a:cubicBezTo>
                      <a:cubicBezTo>
                        <a:pt x="21600" y="16723"/>
                        <a:pt x="21600" y="14533"/>
                        <a:pt x="21600" y="14085"/>
                      </a:cubicBezTo>
                      <a:cubicBezTo>
                        <a:pt x="21600" y="14085"/>
                        <a:pt x="21112" y="13687"/>
                        <a:pt x="21112" y="14085"/>
                      </a:cubicBezTo>
                      <a:close/>
                      <a:moveTo>
                        <a:pt x="21112" y="7963"/>
                      </a:moveTo>
                      <a:cubicBezTo>
                        <a:pt x="20014" y="9257"/>
                        <a:pt x="15681" y="10601"/>
                        <a:pt x="10861" y="10601"/>
                      </a:cubicBezTo>
                      <a:cubicBezTo>
                        <a:pt x="5919" y="10601"/>
                        <a:pt x="2197" y="9257"/>
                        <a:pt x="549" y="7963"/>
                      </a:cubicBezTo>
                      <a:cubicBezTo>
                        <a:pt x="549" y="7515"/>
                        <a:pt x="0" y="7963"/>
                        <a:pt x="0" y="7963"/>
                      </a:cubicBezTo>
                      <a:lnTo>
                        <a:pt x="0" y="11049"/>
                      </a:lnTo>
                      <a:cubicBezTo>
                        <a:pt x="0" y="12791"/>
                        <a:pt x="4881" y="14533"/>
                        <a:pt x="10861" y="14533"/>
                      </a:cubicBezTo>
                      <a:cubicBezTo>
                        <a:pt x="16780" y="14533"/>
                        <a:pt x="21600" y="12791"/>
                        <a:pt x="21600" y="11049"/>
                      </a:cubicBezTo>
                      <a:lnTo>
                        <a:pt x="21600" y="7963"/>
                      </a:lnTo>
                      <a:cubicBezTo>
                        <a:pt x="21600" y="7963"/>
                        <a:pt x="21112" y="7515"/>
                        <a:pt x="21112" y="7963"/>
                      </a:cubicBezTo>
                      <a:close/>
                      <a:moveTo>
                        <a:pt x="10861" y="0"/>
                      </a:moveTo>
                      <a:cubicBezTo>
                        <a:pt x="4881" y="0"/>
                        <a:pt x="0" y="1294"/>
                        <a:pt x="0" y="3086"/>
                      </a:cubicBezTo>
                      <a:cubicBezTo>
                        <a:pt x="0" y="4828"/>
                        <a:pt x="0" y="4828"/>
                        <a:pt x="0" y="4828"/>
                      </a:cubicBezTo>
                      <a:cubicBezTo>
                        <a:pt x="0" y="6619"/>
                        <a:pt x="4881" y="7963"/>
                        <a:pt x="10861" y="7963"/>
                      </a:cubicBezTo>
                      <a:cubicBezTo>
                        <a:pt x="16780" y="7963"/>
                        <a:pt x="21600" y="6619"/>
                        <a:pt x="21600" y="4828"/>
                      </a:cubicBezTo>
                      <a:cubicBezTo>
                        <a:pt x="21600" y="3086"/>
                        <a:pt x="21600" y="3086"/>
                        <a:pt x="21600" y="3086"/>
                      </a:cubicBezTo>
                      <a:cubicBezTo>
                        <a:pt x="21600" y="1294"/>
                        <a:pt x="16780" y="0"/>
                        <a:pt x="10861" y="0"/>
                      </a:cubicBezTo>
                      <a:close/>
                    </a:path>
                  </a:pathLst>
                </a:custGeom>
                <a:solidFill>
                  <a:srgbClr val="1589CB"/>
                </a:solidFill>
                <a:ln w="12700">
                  <a:miter lim="400000"/>
                </a:ln>
              </p:spPr>
              <p:txBody>
                <a:bodyPr lIns="45719" rIns="45719" anchor="ctr"/>
                <a:lstStyle/>
                <a:p>
                  <a:pPr>
                    <a:lnSpc>
                      <a:spcPct val="80000"/>
                    </a:lnSpc>
                    <a:defRPr sz="7000" spc="140">
                      <a:solidFill>
                        <a:srgbClr val="FFFFFF"/>
                      </a:solidFill>
                    </a:defRPr>
                  </a:pPr>
                  <a:endParaRPr sz="1100"/>
                </a:p>
              </p:txBody>
            </p:sp>
          </p:grpSp>
        </p:grpSp>
        <p:grpSp>
          <p:nvGrpSpPr>
            <p:cNvPr id="207" name="Group 206">
              <a:extLst>
                <a:ext uri="{FF2B5EF4-FFF2-40B4-BE49-F238E27FC236}">
                  <a16:creationId xmlns:a16="http://schemas.microsoft.com/office/drawing/2014/main" id="{90D21C4D-47E1-C0A7-6633-782624B44B9D}"/>
                </a:ext>
              </a:extLst>
            </p:cNvPr>
            <p:cNvGrpSpPr/>
            <p:nvPr/>
          </p:nvGrpSpPr>
          <p:grpSpPr>
            <a:xfrm>
              <a:off x="7604133" y="3241244"/>
              <a:ext cx="1439443" cy="550174"/>
              <a:chOff x="325912" y="4979560"/>
              <a:chExt cx="2332500" cy="760800"/>
            </a:xfrm>
          </p:grpSpPr>
          <p:sp>
            <p:nvSpPr>
              <p:cNvPr id="208" name="Google Shape;109;p18">
                <a:extLst>
                  <a:ext uri="{FF2B5EF4-FFF2-40B4-BE49-F238E27FC236}">
                    <a16:creationId xmlns:a16="http://schemas.microsoft.com/office/drawing/2014/main" id="{3854A6E3-D63E-BD10-CC13-B797637750B8}"/>
                  </a:ext>
                </a:extLst>
              </p:cNvPr>
              <p:cNvSpPr/>
              <p:nvPr/>
            </p:nvSpPr>
            <p:spPr>
              <a:xfrm>
                <a:off x="325912" y="4979560"/>
                <a:ext cx="2332500" cy="760800"/>
              </a:xfrm>
              <a:prstGeom prst="roundRect">
                <a:avLst>
                  <a:gd name="adj" fmla="val 10637"/>
                </a:avLst>
              </a:prstGeom>
              <a:solidFill>
                <a:srgbClr val="FFFFFF"/>
              </a:solidFill>
              <a:ln w="9525" cap="flat" cmpd="sng">
                <a:gradFill flip="none" rotWithShape="1">
                  <a:gsLst>
                    <a:gs pos="0">
                      <a:srgbClr val="CA7C42"/>
                    </a:gs>
                    <a:gs pos="100000">
                      <a:srgbClr val="1B8DCE"/>
                    </a:gs>
                  </a:gsLst>
                  <a:path path="rect">
                    <a:fillToRect l="100000" t="100000"/>
                  </a:path>
                  <a:tileRect r="-100000" b="-100000"/>
                </a:gradFill>
                <a:prstDash val="solid"/>
                <a:round/>
                <a:headEnd type="none" w="sm" len="sm"/>
                <a:tailEnd type="none" w="sm" len="sm"/>
              </a:ln>
              <a:effectLst>
                <a:outerShdw blurRad="114300" dist="47625" dir="3540000" algn="bl" rotWithShape="0">
                  <a:srgbClr val="EEEEEE">
                    <a:alpha val="40000"/>
                  </a:srgbClr>
                </a:outerShdw>
              </a:effectLst>
            </p:spPr>
            <p:txBody>
              <a:bodyPr spcFirstLastPara="1" wrap="square" lIns="91425" tIns="91425" rIns="91425" bIns="91425" anchor="ctr" anchorCtr="0">
                <a:noAutofit/>
              </a:bodyPr>
              <a:lstStyle/>
              <a:p>
                <a:endParaRPr sz="1100">
                  <a:latin typeface="Calibri" panose="020F0502020204030204" pitchFamily="34" charset="0"/>
                  <a:cs typeface="Calibri" panose="020F0502020204030204" pitchFamily="34" charset="0"/>
                </a:endParaRPr>
              </a:p>
            </p:txBody>
          </p:sp>
          <p:sp>
            <p:nvSpPr>
              <p:cNvPr id="209" name="Google Shape;110;p18">
                <a:extLst>
                  <a:ext uri="{FF2B5EF4-FFF2-40B4-BE49-F238E27FC236}">
                    <a16:creationId xmlns:a16="http://schemas.microsoft.com/office/drawing/2014/main" id="{B892F0A8-F05D-3716-D719-DB433217EE75}"/>
                  </a:ext>
                </a:extLst>
              </p:cNvPr>
              <p:cNvSpPr txBox="1"/>
              <p:nvPr/>
            </p:nvSpPr>
            <p:spPr>
              <a:xfrm>
                <a:off x="1106664" y="5159872"/>
                <a:ext cx="1250099" cy="461207"/>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dirty="0">
                    <a:latin typeface="Calibri" panose="020F0502020204030204" pitchFamily="34" charset="0"/>
                    <a:ea typeface="Roboto" panose="02000000000000000000" pitchFamily="2" charset="0"/>
                    <a:cs typeface="Calibri" panose="020F0502020204030204" pitchFamily="34" charset="0"/>
                    <a:sym typeface="Poppins"/>
                  </a:rPr>
                  <a:t>Retail</a:t>
                </a:r>
                <a:endParaRPr sz="1100" dirty="0">
                  <a:latin typeface="Calibri" panose="020F0502020204030204" pitchFamily="34" charset="0"/>
                  <a:ea typeface="Roboto" panose="02000000000000000000" pitchFamily="2" charset="0"/>
                  <a:cs typeface="Calibri" panose="020F0502020204030204" pitchFamily="34" charset="0"/>
                  <a:sym typeface="Poppins"/>
                </a:endParaRPr>
              </a:p>
            </p:txBody>
          </p:sp>
          <p:sp>
            <p:nvSpPr>
              <p:cNvPr id="210" name="Shape">
                <a:extLst>
                  <a:ext uri="{FF2B5EF4-FFF2-40B4-BE49-F238E27FC236}">
                    <a16:creationId xmlns:a16="http://schemas.microsoft.com/office/drawing/2014/main" id="{C4033DD4-2D8A-AB12-98D6-0C75ABF127E1}"/>
                  </a:ext>
                </a:extLst>
              </p:cNvPr>
              <p:cNvSpPr/>
              <p:nvPr/>
            </p:nvSpPr>
            <p:spPr>
              <a:xfrm>
                <a:off x="574128" y="5284636"/>
                <a:ext cx="306729" cy="171697"/>
              </a:xfrm>
              <a:custGeom>
                <a:avLst/>
                <a:gdLst/>
                <a:ahLst/>
                <a:cxnLst>
                  <a:cxn ang="0">
                    <a:pos x="wd2" y="hd2"/>
                  </a:cxn>
                  <a:cxn ang="5400000">
                    <a:pos x="wd2" y="hd2"/>
                  </a:cxn>
                  <a:cxn ang="10800000">
                    <a:pos x="wd2" y="hd2"/>
                  </a:cxn>
                  <a:cxn ang="16200000">
                    <a:pos x="wd2" y="hd2"/>
                  </a:cxn>
                </a:cxnLst>
                <a:rect l="0" t="0" r="r" b="b"/>
                <a:pathLst>
                  <a:path w="21600" h="21600" extrusionOk="0">
                    <a:moveTo>
                      <a:pt x="20604" y="3568"/>
                    </a:moveTo>
                    <a:cubicBezTo>
                      <a:pt x="10569" y="3568"/>
                      <a:pt x="10569" y="3568"/>
                      <a:pt x="10569" y="3568"/>
                    </a:cubicBezTo>
                    <a:cubicBezTo>
                      <a:pt x="9786" y="3568"/>
                      <a:pt x="9537" y="3122"/>
                      <a:pt x="9537" y="1784"/>
                    </a:cubicBezTo>
                    <a:cubicBezTo>
                      <a:pt x="9537" y="892"/>
                      <a:pt x="9786" y="0"/>
                      <a:pt x="10569" y="0"/>
                    </a:cubicBezTo>
                    <a:cubicBezTo>
                      <a:pt x="20604" y="0"/>
                      <a:pt x="20604" y="0"/>
                      <a:pt x="20604" y="0"/>
                    </a:cubicBezTo>
                    <a:cubicBezTo>
                      <a:pt x="21102" y="0"/>
                      <a:pt x="21600" y="892"/>
                      <a:pt x="21600" y="1784"/>
                    </a:cubicBezTo>
                    <a:cubicBezTo>
                      <a:pt x="21600" y="3122"/>
                      <a:pt x="21102" y="3568"/>
                      <a:pt x="20604" y="3568"/>
                    </a:cubicBezTo>
                    <a:close/>
                    <a:moveTo>
                      <a:pt x="20604" y="17968"/>
                    </a:moveTo>
                    <a:cubicBezTo>
                      <a:pt x="21102" y="17968"/>
                      <a:pt x="21600" y="18924"/>
                      <a:pt x="21600" y="19816"/>
                    </a:cubicBezTo>
                    <a:cubicBezTo>
                      <a:pt x="21600" y="21154"/>
                      <a:pt x="21102" y="21600"/>
                      <a:pt x="20604" y="21600"/>
                    </a:cubicBezTo>
                    <a:cubicBezTo>
                      <a:pt x="10569" y="21600"/>
                      <a:pt x="10569" y="21600"/>
                      <a:pt x="10569" y="21600"/>
                    </a:cubicBezTo>
                    <a:cubicBezTo>
                      <a:pt x="10035" y="21600"/>
                      <a:pt x="9786" y="21600"/>
                      <a:pt x="9537" y="20708"/>
                    </a:cubicBezTo>
                    <a:cubicBezTo>
                      <a:pt x="3523" y="3568"/>
                      <a:pt x="3523" y="3568"/>
                      <a:pt x="3523" y="3568"/>
                    </a:cubicBezTo>
                    <a:cubicBezTo>
                      <a:pt x="996" y="3568"/>
                      <a:pt x="996" y="3568"/>
                      <a:pt x="996" y="3568"/>
                    </a:cubicBezTo>
                    <a:cubicBezTo>
                      <a:pt x="498" y="3568"/>
                      <a:pt x="0" y="3122"/>
                      <a:pt x="0" y="1784"/>
                    </a:cubicBezTo>
                    <a:cubicBezTo>
                      <a:pt x="0" y="892"/>
                      <a:pt x="498" y="0"/>
                      <a:pt x="996" y="0"/>
                    </a:cubicBezTo>
                    <a:cubicBezTo>
                      <a:pt x="4021" y="0"/>
                      <a:pt x="4021" y="0"/>
                      <a:pt x="4021" y="0"/>
                    </a:cubicBezTo>
                    <a:cubicBezTo>
                      <a:pt x="4519" y="0"/>
                      <a:pt x="4768" y="446"/>
                      <a:pt x="5017" y="892"/>
                    </a:cubicBezTo>
                    <a:cubicBezTo>
                      <a:pt x="11067" y="17968"/>
                      <a:pt x="11067" y="17968"/>
                      <a:pt x="11067" y="17968"/>
                    </a:cubicBezTo>
                    <a:lnTo>
                      <a:pt x="20604" y="17968"/>
                    </a:lnTo>
                    <a:close/>
                  </a:path>
                </a:pathLst>
              </a:custGeom>
              <a:solidFill>
                <a:srgbClr val="1589CB"/>
              </a:solidFill>
              <a:ln w="12700">
                <a:miter lim="400000"/>
              </a:ln>
            </p:spPr>
            <p:txBody>
              <a:bodyPr lIns="45719" rIns="45719" anchor="ctr"/>
              <a:lstStyle/>
              <a:p>
                <a:pPr>
                  <a:lnSpc>
                    <a:spcPct val="80000"/>
                  </a:lnSpc>
                  <a:defRPr sz="7000" spc="140">
                    <a:solidFill>
                      <a:srgbClr val="FFFFFF"/>
                    </a:solidFill>
                  </a:defRPr>
                </a:pPr>
                <a:endParaRPr sz="1100"/>
              </a:p>
            </p:txBody>
          </p:sp>
        </p:grpSp>
        <p:grpSp>
          <p:nvGrpSpPr>
            <p:cNvPr id="211" name="Group 210">
              <a:extLst>
                <a:ext uri="{FF2B5EF4-FFF2-40B4-BE49-F238E27FC236}">
                  <a16:creationId xmlns:a16="http://schemas.microsoft.com/office/drawing/2014/main" id="{63370F16-2D43-9FA9-B951-8B4337CAA706}"/>
                </a:ext>
              </a:extLst>
            </p:cNvPr>
            <p:cNvGrpSpPr/>
            <p:nvPr/>
          </p:nvGrpSpPr>
          <p:grpSpPr>
            <a:xfrm>
              <a:off x="1539926" y="3241244"/>
              <a:ext cx="1472829" cy="550174"/>
              <a:chOff x="3265854" y="3794646"/>
              <a:chExt cx="2386600" cy="760800"/>
            </a:xfrm>
          </p:grpSpPr>
          <p:sp>
            <p:nvSpPr>
              <p:cNvPr id="212" name="Google Shape;113;p18">
                <a:extLst>
                  <a:ext uri="{FF2B5EF4-FFF2-40B4-BE49-F238E27FC236}">
                    <a16:creationId xmlns:a16="http://schemas.microsoft.com/office/drawing/2014/main" id="{B5183F30-F499-C912-682B-2F652D257048}"/>
                  </a:ext>
                </a:extLst>
              </p:cNvPr>
              <p:cNvSpPr/>
              <p:nvPr/>
            </p:nvSpPr>
            <p:spPr>
              <a:xfrm>
                <a:off x="3265854" y="3794646"/>
                <a:ext cx="2332500" cy="760800"/>
              </a:xfrm>
              <a:prstGeom prst="roundRect">
                <a:avLst>
                  <a:gd name="adj" fmla="val 10637"/>
                </a:avLst>
              </a:prstGeom>
              <a:solidFill>
                <a:srgbClr val="FFFFFF"/>
              </a:solidFill>
              <a:ln w="9525" cap="flat" cmpd="sng">
                <a:gradFill flip="none" rotWithShape="1">
                  <a:gsLst>
                    <a:gs pos="0">
                      <a:srgbClr val="CA7C42"/>
                    </a:gs>
                    <a:gs pos="100000">
                      <a:srgbClr val="1B8DCE"/>
                    </a:gs>
                  </a:gsLst>
                  <a:path path="rect">
                    <a:fillToRect l="100000" t="100000"/>
                  </a:path>
                  <a:tileRect r="-100000" b="-100000"/>
                </a:gradFill>
                <a:prstDash val="solid"/>
                <a:round/>
                <a:headEnd type="none" w="sm" len="sm"/>
                <a:tailEnd type="none" w="sm" len="sm"/>
              </a:ln>
              <a:effectLst>
                <a:outerShdw blurRad="114300" dist="47625" dir="3540000" algn="bl" rotWithShape="0">
                  <a:srgbClr val="EEEEEE">
                    <a:alpha val="40000"/>
                  </a:srgbClr>
                </a:outerShdw>
              </a:effectLst>
            </p:spPr>
            <p:txBody>
              <a:bodyPr spcFirstLastPara="1" wrap="square" lIns="91425" tIns="91425" rIns="91425" bIns="91425" anchor="ctr" anchorCtr="0">
                <a:noAutofit/>
              </a:bodyPr>
              <a:lstStyle/>
              <a:p>
                <a:endParaRPr sz="1100">
                  <a:latin typeface="Calibri" panose="020F0502020204030204" pitchFamily="34" charset="0"/>
                  <a:cs typeface="Calibri" panose="020F0502020204030204" pitchFamily="34" charset="0"/>
                </a:endParaRPr>
              </a:p>
            </p:txBody>
          </p:sp>
          <p:sp>
            <p:nvSpPr>
              <p:cNvPr id="213" name="Google Shape;114;p18">
                <a:extLst>
                  <a:ext uri="{FF2B5EF4-FFF2-40B4-BE49-F238E27FC236}">
                    <a16:creationId xmlns:a16="http://schemas.microsoft.com/office/drawing/2014/main" id="{B4954866-147A-485A-292D-261594357DF3}"/>
                  </a:ext>
                </a:extLst>
              </p:cNvPr>
              <p:cNvSpPr txBox="1"/>
              <p:nvPr/>
            </p:nvSpPr>
            <p:spPr>
              <a:xfrm>
                <a:off x="4046604" y="3949620"/>
                <a:ext cx="1605850" cy="461207"/>
              </a:xfrm>
              <a:prstGeom prst="rect">
                <a:avLst/>
              </a:prstGeom>
              <a:noFill/>
              <a:ln>
                <a:noFill/>
              </a:ln>
            </p:spPr>
            <p:txBody>
              <a:bodyPr spcFirstLastPara="1" wrap="square" lIns="91425" tIns="91425" rIns="91425" bIns="91425" anchor="t" anchorCtr="0">
                <a:spAutoFit/>
              </a:bodyPr>
              <a:lstStyle/>
              <a:p>
                <a:r>
                  <a:rPr lang="en-IN" sz="1100" dirty="0">
                    <a:latin typeface="Calibri" panose="020F0502020204030204" pitchFamily="34" charset="0"/>
                    <a:ea typeface="Roboto" panose="02000000000000000000" pitchFamily="2" charset="0"/>
                    <a:cs typeface="Calibri" panose="020F0502020204030204" pitchFamily="34" charset="0"/>
                    <a:sym typeface="Poppins"/>
                  </a:rPr>
                  <a:t>Industry 4.0</a:t>
                </a:r>
                <a:endParaRPr sz="1100" dirty="0">
                  <a:latin typeface="Calibri" panose="020F0502020204030204" pitchFamily="34" charset="0"/>
                  <a:ea typeface="Roboto" panose="02000000000000000000" pitchFamily="2" charset="0"/>
                  <a:cs typeface="Calibri" panose="020F0502020204030204" pitchFamily="34" charset="0"/>
                  <a:sym typeface="Poppins"/>
                </a:endParaRPr>
              </a:p>
            </p:txBody>
          </p:sp>
          <p:pic>
            <p:nvPicPr>
              <p:cNvPr id="214" name="Graphic 213" descr="Robot">
                <a:extLst>
                  <a:ext uri="{FF2B5EF4-FFF2-40B4-BE49-F238E27FC236}">
                    <a16:creationId xmlns:a16="http://schemas.microsoft.com/office/drawing/2014/main" id="{B74FB177-350C-ACE2-F420-8A3CDAAB1A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30112" y="3912637"/>
                <a:ext cx="546984" cy="546984"/>
              </a:xfrm>
              <a:prstGeom prst="rect">
                <a:avLst/>
              </a:prstGeom>
            </p:spPr>
          </p:pic>
        </p:grpSp>
        <p:grpSp>
          <p:nvGrpSpPr>
            <p:cNvPr id="215" name="Group 214">
              <a:extLst>
                <a:ext uri="{FF2B5EF4-FFF2-40B4-BE49-F238E27FC236}">
                  <a16:creationId xmlns:a16="http://schemas.microsoft.com/office/drawing/2014/main" id="{C6D8D878-09B6-B76C-411D-158EC59F65EC}"/>
                </a:ext>
              </a:extLst>
            </p:cNvPr>
            <p:cNvGrpSpPr/>
            <p:nvPr/>
          </p:nvGrpSpPr>
          <p:grpSpPr>
            <a:xfrm>
              <a:off x="10706947" y="3241244"/>
              <a:ext cx="1440000" cy="557425"/>
              <a:chOff x="6378314" y="4978383"/>
              <a:chExt cx="2332500" cy="769951"/>
            </a:xfrm>
          </p:grpSpPr>
          <p:sp>
            <p:nvSpPr>
              <p:cNvPr id="216" name="Google Shape;106;p18">
                <a:extLst>
                  <a:ext uri="{FF2B5EF4-FFF2-40B4-BE49-F238E27FC236}">
                    <a16:creationId xmlns:a16="http://schemas.microsoft.com/office/drawing/2014/main" id="{2116A101-7250-EA2A-D688-FBE6D35E44DD}"/>
                  </a:ext>
                </a:extLst>
              </p:cNvPr>
              <p:cNvSpPr/>
              <p:nvPr/>
            </p:nvSpPr>
            <p:spPr>
              <a:xfrm>
                <a:off x="6378314" y="4978383"/>
                <a:ext cx="2332500" cy="760800"/>
              </a:xfrm>
              <a:prstGeom prst="roundRect">
                <a:avLst>
                  <a:gd name="adj" fmla="val 10637"/>
                </a:avLst>
              </a:prstGeom>
              <a:solidFill>
                <a:srgbClr val="FFFFFF"/>
              </a:solidFill>
              <a:ln w="9525" cap="flat" cmpd="sng">
                <a:gradFill flip="none" rotWithShape="1">
                  <a:gsLst>
                    <a:gs pos="0">
                      <a:srgbClr val="CA7C42"/>
                    </a:gs>
                    <a:gs pos="100000">
                      <a:srgbClr val="1B8DCE"/>
                    </a:gs>
                  </a:gsLst>
                  <a:path path="rect">
                    <a:fillToRect l="100000" t="100000"/>
                  </a:path>
                  <a:tileRect r="-100000" b="-100000"/>
                </a:gradFill>
                <a:prstDash val="solid"/>
                <a:round/>
                <a:headEnd type="none" w="sm" len="sm"/>
                <a:tailEnd type="none" w="sm" len="sm"/>
              </a:ln>
              <a:effectLst>
                <a:outerShdw blurRad="114300" dist="47625" dir="3540000" algn="bl" rotWithShape="0">
                  <a:srgbClr val="EEEEEE">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100">
                  <a:latin typeface="Calibri" panose="020F0502020204030204" pitchFamily="34" charset="0"/>
                  <a:cs typeface="Calibri" panose="020F0502020204030204" pitchFamily="34" charset="0"/>
                </a:endParaRPr>
              </a:p>
            </p:txBody>
          </p:sp>
          <p:sp>
            <p:nvSpPr>
              <p:cNvPr id="217" name="Google Shape;111;p18">
                <a:extLst>
                  <a:ext uri="{FF2B5EF4-FFF2-40B4-BE49-F238E27FC236}">
                    <a16:creationId xmlns:a16="http://schemas.microsoft.com/office/drawing/2014/main" id="{A9A6643F-4368-CEE9-1358-7033DE28CDB0}"/>
                  </a:ext>
                </a:extLst>
              </p:cNvPr>
              <p:cNvSpPr txBox="1"/>
              <p:nvPr/>
            </p:nvSpPr>
            <p:spPr>
              <a:xfrm>
                <a:off x="7159063" y="5025671"/>
                <a:ext cx="1405200" cy="722663"/>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dirty="0">
                    <a:latin typeface="Calibri" panose="020F0502020204030204" pitchFamily="34" charset="0"/>
                    <a:ea typeface="Roboto" panose="02000000000000000000" pitchFamily="2" charset="0"/>
                    <a:cs typeface="Calibri" panose="020F0502020204030204" pitchFamily="34" charset="0"/>
                    <a:sym typeface="Poppins"/>
                  </a:rPr>
                  <a:t>Safety &amp; Security</a:t>
                </a:r>
                <a:endParaRPr sz="1100" dirty="0">
                  <a:latin typeface="Calibri" panose="020F0502020204030204" pitchFamily="34" charset="0"/>
                  <a:ea typeface="Roboto" panose="02000000000000000000" pitchFamily="2" charset="0"/>
                  <a:cs typeface="Calibri" panose="020F0502020204030204" pitchFamily="34" charset="0"/>
                  <a:sym typeface="Poppins"/>
                </a:endParaRPr>
              </a:p>
            </p:txBody>
          </p:sp>
          <p:grpSp>
            <p:nvGrpSpPr>
              <p:cNvPr id="218" name="Group 217">
                <a:extLst>
                  <a:ext uri="{FF2B5EF4-FFF2-40B4-BE49-F238E27FC236}">
                    <a16:creationId xmlns:a16="http://schemas.microsoft.com/office/drawing/2014/main" id="{1D8A8E27-56FE-600C-2924-0E8C6457DD4B}"/>
                  </a:ext>
                </a:extLst>
              </p:cNvPr>
              <p:cNvGrpSpPr/>
              <p:nvPr/>
            </p:nvGrpSpPr>
            <p:grpSpPr>
              <a:xfrm>
                <a:off x="6711462" y="5198105"/>
                <a:ext cx="400138" cy="361535"/>
                <a:chOff x="6711462" y="5198105"/>
                <a:chExt cx="400138" cy="361535"/>
              </a:xfrm>
            </p:grpSpPr>
            <p:sp>
              <p:nvSpPr>
                <p:cNvPr id="219" name="Shape">
                  <a:extLst>
                    <a:ext uri="{FF2B5EF4-FFF2-40B4-BE49-F238E27FC236}">
                      <a16:creationId xmlns:a16="http://schemas.microsoft.com/office/drawing/2014/main" id="{EEDC188C-6767-F1C5-1369-EBE793EA767F}"/>
                    </a:ext>
                  </a:extLst>
                </p:cNvPr>
                <p:cNvSpPr/>
                <p:nvPr/>
              </p:nvSpPr>
              <p:spPr>
                <a:xfrm>
                  <a:off x="6711462" y="5198105"/>
                  <a:ext cx="291904" cy="361535"/>
                </a:xfrm>
                <a:custGeom>
                  <a:avLst/>
                  <a:gdLst/>
                  <a:ahLst/>
                  <a:cxnLst>
                    <a:cxn ang="0">
                      <a:pos x="wd2" y="hd2"/>
                    </a:cxn>
                    <a:cxn ang="5400000">
                      <a:pos x="wd2" y="hd2"/>
                    </a:cxn>
                    <a:cxn ang="10800000">
                      <a:pos x="wd2" y="hd2"/>
                    </a:cxn>
                    <a:cxn ang="16200000">
                      <a:pos x="wd2" y="hd2"/>
                    </a:cxn>
                  </a:cxnLst>
                  <a:rect l="0" t="0" r="r" b="b"/>
                  <a:pathLst>
                    <a:path w="21600" h="21600" extrusionOk="0">
                      <a:moveTo>
                        <a:pt x="20358" y="21600"/>
                      </a:moveTo>
                      <a:cubicBezTo>
                        <a:pt x="1242" y="21600"/>
                        <a:pt x="1242" y="21600"/>
                        <a:pt x="1242" y="21600"/>
                      </a:cubicBezTo>
                      <a:cubicBezTo>
                        <a:pt x="310" y="21600"/>
                        <a:pt x="0" y="21096"/>
                        <a:pt x="0" y="20592"/>
                      </a:cubicBezTo>
                      <a:cubicBezTo>
                        <a:pt x="0" y="11700"/>
                        <a:pt x="0" y="11700"/>
                        <a:pt x="0" y="11700"/>
                      </a:cubicBezTo>
                      <a:cubicBezTo>
                        <a:pt x="0" y="11196"/>
                        <a:pt x="310" y="10656"/>
                        <a:pt x="1242" y="10656"/>
                      </a:cubicBezTo>
                      <a:cubicBezTo>
                        <a:pt x="3105" y="10656"/>
                        <a:pt x="3105" y="10656"/>
                        <a:pt x="3105" y="10656"/>
                      </a:cubicBezTo>
                      <a:cubicBezTo>
                        <a:pt x="3105" y="6084"/>
                        <a:pt x="3105" y="6084"/>
                        <a:pt x="3105" y="6084"/>
                      </a:cubicBezTo>
                      <a:cubicBezTo>
                        <a:pt x="3105" y="2520"/>
                        <a:pt x="6564" y="0"/>
                        <a:pt x="10645" y="0"/>
                      </a:cubicBezTo>
                      <a:cubicBezTo>
                        <a:pt x="15036" y="0"/>
                        <a:pt x="18140" y="2520"/>
                        <a:pt x="18140" y="6084"/>
                      </a:cubicBezTo>
                      <a:cubicBezTo>
                        <a:pt x="18140" y="10656"/>
                        <a:pt x="18140" y="10656"/>
                        <a:pt x="18140" y="10656"/>
                      </a:cubicBezTo>
                      <a:cubicBezTo>
                        <a:pt x="20358" y="10656"/>
                        <a:pt x="20358" y="10656"/>
                        <a:pt x="20358" y="10656"/>
                      </a:cubicBezTo>
                      <a:cubicBezTo>
                        <a:pt x="20979" y="10656"/>
                        <a:pt x="21600" y="11196"/>
                        <a:pt x="21600" y="11700"/>
                      </a:cubicBezTo>
                      <a:cubicBezTo>
                        <a:pt x="21600" y="20592"/>
                        <a:pt x="21600" y="20592"/>
                        <a:pt x="21600" y="20592"/>
                      </a:cubicBezTo>
                      <a:cubicBezTo>
                        <a:pt x="21600" y="21096"/>
                        <a:pt x="20979" y="21600"/>
                        <a:pt x="20358" y="21600"/>
                      </a:cubicBezTo>
                      <a:close/>
                      <a:moveTo>
                        <a:pt x="9403" y="16524"/>
                      </a:moveTo>
                      <a:cubicBezTo>
                        <a:pt x="9403" y="18576"/>
                        <a:pt x="9403" y="18576"/>
                        <a:pt x="9403" y="18576"/>
                      </a:cubicBezTo>
                      <a:cubicBezTo>
                        <a:pt x="9403" y="19080"/>
                        <a:pt x="10024" y="19584"/>
                        <a:pt x="10645" y="19584"/>
                      </a:cubicBezTo>
                      <a:cubicBezTo>
                        <a:pt x="11576" y="19584"/>
                        <a:pt x="11887" y="19080"/>
                        <a:pt x="11887" y="18576"/>
                      </a:cubicBezTo>
                      <a:cubicBezTo>
                        <a:pt x="11887" y="16524"/>
                        <a:pt x="11887" y="16524"/>
                        <a:pt x="11887" y="16524"/>
                      </a:cubicBezTo>
                      <a:cubicBezTo>
                        <a:pt x="12818" y="16272"/>
                        <a:pt x="13129" y="15516"/>
                        <a:pt x="13129" y="14760"/>
                      </a:cubicBezTo>
                      <a:cubicBezTo>
                        <a:pt x="13129" y="13716"/>
                        <a:pt x="12197" y="12708"/>
                        <a:pt x="10645" y="12708"/>
                      </a:cubicBezTo>
                      <a:cubicBezTo>
                        <a:pt x="9403" y="12708"/>
                        <a:pt x="8117" y="13716"/>
                        <a:pt x="8117" y="14760"/>
                      </a:cubicBezTo>
                      <a:cubicBezTo>
                        <a:pt x="8117" y="15516"/>
                        <a:pt x="8782" y="16272"/>
                        <a:pt x="9403" y="16524"/>
                      </a:cubicBezTo>
                      <a:close/>
                      <a:moveTo>
                        <a:pt x="15657" y="6084"/>
                      </a:moveTo>
                      <a:cubicBezTo>
                        <a:pt x="15657" y="3816"/>
                        <a:pt x="13483" y="2016"/>
                        <a:pt x="10645" y="2016"/>
                      </a:cubicBezTo>
                      <a:cubicBezTo>
                        <a:pt x="7806" y="2016"/>
                        <a:pt x="5633" y="3816"/>
                        <a:pt x="5633" y="6084"/>
                      </a:cubicBezTo>
                      <a:cubicBezTo>
                        <a:pt x="5633" y="10656"/>
                        <a:pt x="5633" y="10656"/>
                        <a:pt x="5633" y="10656"/>
                      </a:cubicBezTo>
                      <a:cubicBezTo>
                        <a:pt x="15657" y="10656"/>
                        <a:pt x="15657" y="10656"/>
                        <a:pt x="15657" y="10656"/>
                      </a:cubicBezTo>
                      <a:lnTo>
                        <a:pt x="15657" y="6084"/>
                      </a:lnTo>
                      <a:close/>
                    </a:path>
                  </a:pathLst>
                </a:custGeom>
                <a:solidFill>
                  <a:srgbClr val="1589CB"/>
                </a:solidFill>
                <a:ln w="12700">
                  <a:miter lim="400000"/>
                </a:ln>
              </p:spPr>
              <p:txBody>
                <a:bodyPr lIns="45719" rIns="45719" anchor="ctr"/>
                <a:lstStyle/>
                <a:p>
                  <a:pPr>
                    <a:lnSpc>
                      <a:spcPct val="80000"/>
                    </a:lnSpc>
                    <a:defRPr sz="7000" spc="140">
                      <a:solidFill>
                        <a:srgbClr val="FFFFFF"/>
                      </a:solidFill>
                    </a:defRPr>
                  </a:pPr>
                  <a:endParaRPr sz="1100"/>
                </a:p>
              </p:txBody>
            </p:sp>
            <p:sp>
              <p:nvSpPr>
                <p:cNvPr id="220" name="Shape">
                  <a:extLst>
                    <a:ext uri="{FF2B5EF4-FFF2-40B4-BE49-F238E27FC236}">
                      <a16:creationId xmlns:a16="http://schemas.microsoft.com/office/drawing/2014/main" id="{9E416416-F762-14EC-27C8-43DBA87D8DCA}"/>
                    </a:ext>
                  </a:extLst>
                </p:cNvPr>
                <p:cNvSpPr/>
                <p:nvPr/>
              </p:nvSpPr>
              <p:spPr>
                <a:xfrm rot="2436639">
                  <a:off x="6962234" y="5246489"/>
                  <a:ext cx="149366" cy="115005"/>
                </a:xfrm>
                <a:custGeom>
                  <a:avLst/>
                  <a:gdLst/>
                  <a:ahLst/>
                  <a:cxnLst>
                    <a:cxn ang="0">
                      <a:pos x="wd2" y="hd2"/>
                    </a:cxn>
                    <a:cxn ang="5400000">
                      <a:pos x="wd2" y="hd2"/>
                    </a:cxn>
                    <a:cxn ang="10800000">
                      <a:pos x="wd2" y="hd2"/>
                    </a:cxn>
                    <a:cxn ang="16200000">
                      <a:pos x="wd2" y="hd2"/>
                    </a:cxn>
                  </a:cxnLst>
                  <a:rect l="0" t="0" r="r" b="b"/>
                  <a:pathLst>
                    <a:path w="21600" h="19937" extrusionOk="0">
                      <a:moveTo>
                        <a:pt x="10777" y="14624"/>
                      </a:moveTo>
                      <a:cubicBezTo>
                        <a:pt x="9605" y="14624"/>
                        <a:pt x="8387" y="15965"/>
                        <a:pt x="8387" y="17305"/>
                      </a:cubicBezTo>
                      <a:cubicBezTo>
                        <a:pt x="8387" y="18646"/>
                        <a:pt x="9605" y="19937"/>
                        <a:pt x="10777" y="19937"/>
                      </a:cubicBezTo>
                      <a:cubicBezTo>
                        <a:pt x="11995" y="19937"/>
                        <a:pt x="13167" y="18646"/>
                        <a:pt x="13167" y="17305"/>
                      </a:cubicBezTo>
                      <a:cubicBezTo>
                        <a:pt x="13167" y="15965"/>
                        <a:pt x="11995" y="14624"/>
                        <a:pt x="10777" y="14624"/>
                      </a:cubicBezTo>
                      <a:close/>
                      <a:moveTo>
                        <a:pt x="5997" y="11992"/>
                      </a:moveTo>
                      <a:cubicBezTo>
                        <a:pt x="7576" y="13780"/>
                        <a:pt x="7576" y="13780"/>
                        <a:pt x="7576" y="13780"/>
                      </a:cubicBezTo>
                      <a:cubicBezTo>
                        <a:pt x="9199" y="11992"/>
                        <a:pt x="11995" y="11992"/>
                        <a:pt x="13979" y="13780"/>
                      </a:cubicBezTo>
                      <a:cubicBezTo>
                        <a:pt x="15557" y="11992"/>
                        <a:pt x="15557" y="11992"/>
                        <a:pt x="15557" y="11992"/>
                      </a:cubicBezTo>
                      <a:cubicBezTo>
                        <a:pt x="12762" y="9360"/>
                        <a:pt x="8793" y="9360"/>
                        <a:pt x="5997" y="11992"/>
                      </a:cubicBezTo>
                      <a:close/>
                      <a:moveTo>
                        <a:pt x="2796" y="8467"/>
                      </a:moveTo>
                      <a:cubicBezTo>
                        <a:pt x="4419" y="10254"/>
                        <a:pt x="4419" y="10254"/>
                        <a:pt x="4419" y="10254"/>
                      </a:cubicBezTo>
                      <a:cubicBezTo>
                        <a:pt x="7982" y="6729"/>
                        <a:pt x="13573" y="6729"/>
                        <a:pt x="17181" y="10254"/>
                      </a:cubicBezTo>
                      <a:cubicBezTo>
                        <a:pt x="18804" y="8467"/>
                        <a:pt x="18804" y="8467"/>
                        <a:pt x="18804" y="8467"/>
                      </a:cubicBezTo>
                      <a:cubicBezTo>
                        <a:pt x="14385" y="3650"/>
                        <a:pt x="7215" y="3650"/>
                        <a:pt x="2796" y="8467"/>
                      </a:cubicBezTo>
                      <a:close/>
                      <a:moveTo>
                        <a:pt x="0" y="4991"/>
                      </a:moveTo>
                      <a:cubicBezTo>
                        <a:pt x="1172" y="6729"/>
                        <a:pt x="1172" y="6729"/>
                        <a:pt x="1172" y="6729"/>
                      </a:cubicBezTo>
                      <a:cubicBezTo>
                        <a:pt x="6403" y="1018"/>
                        <a:pt x="14791" y="1018"/>
                        <a:pt x="19977" y="6729"/>
                      </a:cubicBezTo>
                      <a:cubicBezTo>
                        <a:pt x="21600" y="4991"/>
                        <a:pt x="21600" y="4991"/>
                        <a:pt x="21600" y="4991"/>
                      </a:cubicBezTo>
                      <a:cubicBezTo>
                        <a:pt x="15557" y="-1663"/>
                        <a:pt x="5997" y="-1663"/>
                        <a:pt x="0" y="4991"/>
                      </a:cubicBezTo>
                      <a:close/>
                    </a:path>
                  </a:pathLst>
                </a:custGeom>
                <a:solidFill>
                  <a:srgbClr val="1589CB"/>
                </a:solidFill>
                <a:ln w="12700">
                  <a:miter lim="400000"/>
                </a:ln>
              </p:spPr>
              <p:txBody>
                <a:bodyPr lIns="45719" rIns="45719" anchor="ctr"/>
                <a:lstStyle/>
                <a:p>
                  <a:pPr>
                    <a:lnSpc>
                      <a:spcPct val="80000"/>
                    </a:lnSpc>
                    <a:defRPr sz="7000" spc="140">
                      <a:solidFill>
                        <a:srgbClr val="FFFFFF"/>
                      </a:solidFill>
                    </a:defRPr>
                  </a:pPr>
                  <a:endParaRPr sz="1100"/>
                </a:p>
              </p:txBody>
            </p:sp>
          </p:grpSp>
        </p:grpSp>
        <p:grpSp>
          <p:nvGrpSpPr>
            <p:cNvPr id="221" name="Group 220">
              <a:extLst>
                <a:ext uri="{FF2B5EF4-FFF2-40B4-BE49-F238E27FC236}">
                  <a16:creationId xmlns:a16="http://schemas.microsoft.com/office/drawing/2014/main" id="{7517E128-113A-0D6B-02BC-0FBC4EF65E46}"/>
                </a:ext>
              </a:extLst>
            </p:cNvPr>
            <p:cNvGrpSpPr/>
            <p:nvPr/>
          </p:nvGrpSpPr>
          <p:grpSpPr>
            <a:xfrm>
              <a:off x="9108932" y="3241244"/>
              <a:ext cx="1532662" cy="632389"/>
              <a:chOff x="3265854" y="4974227"/>
              <a:chExt cx="2332500" cy="873496"/>
            </a:xfrm>
          </p:grpSpPr>
          <p:sp>
            <p:nvSpPr>
              <p:cNvPr id="222" name="Google Shape;107;p18">
                <a:extLst>
                  <a:ext uri="{FF2B5EF4-FFF2-40B4-BE49-F238E27FC236}">
                    <a16:creationId xmlns:a16="http://schemas.microsoft.com/office/drawing/2014/main" id="{94E79C0B-5B9C-8776-91AE-1FC90A6D77E4}"/>
                  </a:ext>
                </a:extLst>
              </p:cNvPr>
              <p:cNvSpPr/>
              <p:nvPr/>
            </p:nvSpPr>
            <p:spPr>
              <a:xfrm>
                <a:off x="3265854" y="4974227"/>
                <a:ext cx="2332500" cy="760800"/>
              </a:xfrm>
              <a:prstGeom prst="roundRect">
                <a:avLst>
                  <a:gd name="adj" fmla="val 10637"/>
                </a:avLst>
              </a:prstGeom>
              <a:solidFill>
                <a:srgbClr val="FFFFFF"/>
              </a:solidFill>
              <a:ln w="9525" cap="flat" cmpd="sng">
                <a:gradFill flip="none" rotWithShape="1">
                  <a:gsLst>
                    <a:gs pos="0">
                      <a:srgbClr val="CA7C42"/>
                    </a:gs>
                    <a:gs pos="100000">
                      <a:srgbClr val="1B8DCE"/>
                    </a:gs>
                  </a:gsLst>
                  <a:path path="rect">
                    <a:fillToRect l="100000" t="100000"/>
                  </a:path>
                  <a:tileRect r="-100000" b="-100000"/>
                </a:gradFill>
                <a:prstDash val="solid"/>
                <a:round/>
                <a:headEnd type="none" w="sm" len="sm"/>
                <a:tailEnd type="none" w="sm" len="sm"/>
              </a:ln>
              <a:effectLst>
                <a:outerShdw blurRad="114300" dist="47625" dir="3540000" algn="bl" rotWithShape="0">
                  <a:srgbClr val="EEEEEE">
                    <a:alpha val="40000"/>
                  </a:srgbClr>
                </a:outerShdw>
              </a:effectLst>
            </p:spPr>
            <p:txBody>
              <a:bodyPr spcFirstLastPara="1" wrap="square" lIns="91425" tIns="91425" rIns="91425" bIns="91425" anchor="ctr" anchorCtr="0">
                <a:noAutofit/>
              </a:bodyPr>
              <a:lstStyle/>
              <a:p>
                <a:endParaRPr sz="1100">
                  <a:latin typeface="Calibri" panose="020F0502020204030204" pitchFamily="34" charset="0"/>
                  <a:cs typeface="Calibri" panose="020F0502020204030204" pitchFamily="34" charset="0"/>
                </a:endParaRPr>
              </a:p>
            </p:txBody>
          </p:sp>
          <p:sp>
            <p:nvSpPr>
              <p:cNvPr id="223" name="Google Shape;108;p18">
                <a:extLst>
                  <a:ext uri="{FF2B5EF4-FFF2-40B4-BE49-F238E27FC236}">
                    <a16:creationId xmlns:a16="http://schemas.microsoft.com/office/drawing/2014/main" id="{F7891857-25D6-23B6-FBF1-31E11EF7B725}"/>
                  </a:ext>
                </a:extLst>
              </p:cNvPr>
              <p:cNvSpPr txBox="1"/>
              <p:nvPr/>
            </p:nvSpPr>
            <p:spPr>
              <a:xfrm>
                <a:off x="4046603" y="5125060"/>
                <a:ext cx="1250100" cy="722663"/>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dirty="0">
                    <a:latin typeface="Calibri" panose="020F0502020204030204" pitchFamily="34" charset="0"/>
                    <a:ea typeface="Roboto" panose="02000000000000000000" pitchFamily="2" charset="0"/>
                    <a:cs typeface="Calibri" panose="020F0502020204030204" pitchFamily="34" charset="0"/>
                    <a:sym typeface="Poppins"/>
                  </a:rPr>
                  <a:t>Healthcare</a:t>
                </a:r>
                <a:endParaRPr sz="1100" dirty="0">
                  <a:latin typeface="Calibri" panose="020F0502020204030204" pitchFamily="34" charset="0"/>
                  <a:ea typeface="Roboto" panose="02000000000000000000" pitchFamily="2" charset="0"/>
                  <a:cs typeface="Calibri" panose="020F0502020204030204" pitchFamily="34" charset="0"/>
                  <a:sym typeface="Poppins"/>
                </a:endParaRPr>
              </a:p>
            </p:txBody>
          </p:sp>
          <p:grpSp>
            <p:nvGrpSpPr>
              <p:cNvPr id="224" name="Group 223">
                <a:extLst>
                  <a:ext uri="{FF2B5EF4-FFF2-40B4-BE49-F238E27FC236}">
                    <a16:creationId xmlns:a16="http://schemas.microsoft.com/office/drawing/2014/main" id="{8CA3BCF8-47BD-C4AB-9916-D50178C29060}"/>
                  </a:ext>
                </a:extLst>
              </p:cNvPr>
              <p:cNvGrpSpPr/>
              <p:nvPr/>
            </p:nvGrpSpPr>
            <p:grpSpPr>
              <a:xfrm>
                <a:off x="3493526" y="5135353"/>
                <a:ext cx="422257" cy="549968"/>
                <a:chOff x="5376441" y="3280484"/>
                <a:chExt cx="914400" cy="1147581"/>
              </a:xfrm>
              <a:solidFill>
                <a:srgbClr val="1589CB"/>
              </a:solidFill>
            </p:grpSpPr>
            <p:pic>
              <p:nvPicPr>
                <p:cNvPr id="225" name="Graphic 224" descr="Medical">
                  <a:extLst>
                    <a:ext uri="{FF2B5EF4-FFF2-40B4-BE49-F238E27FC236}">
                      <a16:creationId xmlns:a16="http://schemas.microsoft.com/office/drawing/2014/main" id="{B5096CA9-134E-B8D5-6E37-4A477D1FA18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8800" y="3280484"/>
                  <a:ext cx="605715" cy="605715"/>
                </a:xfrm>
                <a:prstGeom prst="rect">
                  <a:avLst/>
                </a:prstGeom>
              </p:spPr>
            </p:pic>
            <p:pic>
              <p:nvPicPr>
                <p:cNvPr id="226" name="Graphic 225" descr="Open hand">
                  <a:extLst>
                    <a:ext uri="{FF2B5EF4-FFF2-40B4-BE49-F238E27FC236}">
                      <a16:creationId xmlns:a16="http://schemas.microsoft.com/office/drawing/2014/main" id="{425050DF-EB84-EEA9-D65B-141BC607E82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76441" y="3513665"/>
                  <a:ext cx="914400" cy="914400"/>
                </a:xfrm>
                <a:prstGeom prst="rect">
                  <a:avLst/>
                </a:prstGeom>
              </p:spPr>
            </p:pic>
          </p:grpSp>
        </p:grpSp>
        <p:grpSp>
          <p:nvGrpSpPr>
            <p:cNvPr id="227" name="Group 226">
              <a:extLst>
                <a:ext uri="{FF2B5EF4-FFF2-40B4-BE49-F238E27FC236}">
                  <a16:creationId xmlns:a16="http://schemas.microsoft.com/office/drawing/2014/main" id="{7CF37551-E96F-D00C-76B2-CDA1A070439B}"/>
                </a:ext>
              </a:extLst>
            </p:cNvPr>
            <p:cNvGrpSpPr/>
            <p:nvPr/>
          </p:nvGrpSpPr>
          <p:grpSpPr>
            <a:xfrm>
              <a:off x="3078110" y="3241244"/>
              <a:ext cx="1546121" cy="550174"/>
              <a:chOff x="6378314" y="3841554"/>
              <a:chExt cx="2505362" cy="760800"/>
            </a:xfrm>
          </p:grpSpPr>
          <p:sp>
            <p:nvSpPr>
              <p:cNvPr id="228" name="Google Shape;106;p18">
                <a:extLst>
                  <a:ext uri="{FF2B5EF4-FFF2-40B4-BE49-F238E27FC236}">
                    <a16:creationId xmlns:a16="http://schemas.microsoft.com/office/drawing/2014/main" id="{C8703235-84E6-3542-11C6-C5B3B21623C0}"/>
                  </a:ext>
                </a:extLst>
              </p:cNvPr>
              <p:cNvSpPr/>
              <p:nvPr/>
            </p:nvSpPr>
            <p:spPr>
              <a:xfrm>
                <a:off x="6378314" y="3841554"/>
                <a:ext cx="2332500" cy="760800"/>
              </a:xfrm>
              <a:prstGeom prst="roundRect">
                <a:avLst>
                  <a:gd name="adj" fmla="val 10637"/>
                </a:avLst>
              </a:prstGeom>
              <a:solidFill>
                <a:srgbClr val="FFFFFF"/>
              </a:solidFill>
              <a:ln w="9525" cap="flat" cmpd="sng">
                <a:gradFill flip="none" rotWithShape="1">
                  <a:gsLst>
                    <a:gs pos="0">
                      <a:srgbClr val="CA7C42"/>
                    </a:gs>
                    <a:gs pos="100000">
                      <a:srgbClr val="1B8DCE"/>
                    </a:gs>
                  </a:gsLst>
                  <a:path path="rect">
                    <a:fillToRect l="100000" t="100000"/>
                  </a:path>
                  <a:tileRect r="-100000" b="-100000"/>
                </a:gradFill>
                <a:prstDash val="solid"/>
                <a:round/>
                <a:headEnd type="none" w="sm" len="sm"/>
                <a:tailEnd type="none" w="sm" len="sm"/>
              </a:ln>
              <a:effectLst>
                <a:outerShdw blurRad="114300" dist="47625" dir="3540000" algn="bl" rotWithShape="0">
                  <a:srgbClr val="EEEEEE">
                    <a:alpha val="40000"/>
                  </a:srgbClr>
                </a:outerShdw>
              </a:effectLst>
            </p:spPr>
            <p:txBody>
              <a:bodyPr spcFirstLastPara="1" wrap="square" lIns="91425" tIns="91425" rIns="91425" bIns="91425" anchor="ctr" anchorCtr="0">
                <a:noAutofit/>
              </a:bodyPr>
              <a:lstStyle/>
              <a:p>
                <a:endParaRPr sz="1100">
                  <a:latin typeface="Calibri" panose="020F0502020204030204" pitchFamily="34" charset="0"/>
                  <a:cs typeface="Calibri" panose="020F0502020204030204" pitchFamily="34" charset="0"/>
                </a:endParaRPr>
              </a:p>
            </p:txBody>
          </p:sp>
          <p:sp>
            <p:nvSpPr>
              <p:cNvPr id="229" name="Google Shape;111;p18">
                <a:extLst>
                  <a:ext uri="{FF2B5EF4-FFF2-40B4-BE49-F238E27FC236}">
                    <a16:creationId xmlns:a16="http://schemas.microsoft.com/office/drawing/2014/main" id="{8A8001EB-C8A6-6F8D-1506-33D2980BA5EE}"/>
                  </a:ext>
                </a:extLst>
              </p:cNvPr>
              <p:cNvSpPr txBox="1"/>
              <p:nvPr/>
            </p:nvSpPr>
            <p:spPr>
              <a:xfrm>
                <a:off x="7108372" y="3983856"/>
                <a:ext cx="1775304" cy="489403"/>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dirty="0">
                    <a:latin typeface="Calibri" panose="020F0502020204030204" pitchFamily="34" charset="0"/>
                    <a:ea typeface="Roboto" panose="02000000000000000000" pitchFamily="2" charset="0"/>
                    <a:cs typeface="Calibri" panose="020F0502020204030204" pitchFamily="34" charset="0"/>
                    <a:sym typeface="Poppins"/>
                  </a:rPr>
                  <a:t>Manufacturing</a:t>
                </a:r>
                <a:endParaRPr sz="1100" dirty="0">
                  <a:latin typeface="Calibri" panose="020F0502020204030204" pitchFamily="34" charset="0"/>
                  <a:ea typeface="Roboto" panose="02000000000000000000" pitchFamily="2" charset="0"/>
                  <a:cs typeface="Calibri" panose="020F0502020204030204" pitchFamily="34" charset="0"/>
                  <a:sym typeface="Poppins"/>
                </a:endParaRPr>
              </a:p>
            </p:txBody>
          </p:sp>
          <p:pic>
            <p:nvPicPr>
              <p:cNvPr id="230" name="Picture 229">
                <a:extLst>
                  <a:ext uri="{FF2B5EF4-FFF2-40B4-BE49-F238E27FC236}">
                    <a16:creationId xmlns:a16="http://schemas.microsoft.com/office/drawing/2014/main" id="{ED8B3A56-494B-A1D2-2C69-FA52FD1BBBEE}"/>
                  </a:ext>
                </a:extLst>
              </p:cNvPr>
              <p:cNvPicPr>
                <a:picLocks noChangeAspect="1"/>
              </p:cNvPicPr>
              <p:nvPr/>
            </p:nvPicPr>
            <p:blipFill>
              <a:blip r:embed="rId11"/>
              <a:stretch>
                <a:fillRect/>
              </a:stretch>
            </p:blipFill>
            <p:spPr>
              <a:xfrm>
                <a:off x="6464607" y="3841554"/>
                <a:ext cx="726280" cy="726280"/>
              </a:xfrm>
              <a:prstGeom prst="rect">
                <a:avLst/>
              </a:prstGeom>
            </p:spPr>
          </p:pic>
        </p:grpSp>
        <p:grpSp>
          <p:nvGrpSpPr>
            <p:cNvPr id="231" name="Group 230">
              <a:extLst>
                <a:ext uri="{FF2B5EF4-FFF2-40B4-BE49-F238E27FC236}">
                  <a16:creationId xmlns:a16="http://schemas.microsoft.com/office/drawing/2014/main" id="{33D8DC74-1D21-C90B-6B3A-B134510D1A3D}"/>
                </a:ext>
              </a:extLst>
            </p:cNvPr>
            <p:cNvGrpSpPr/>
            <p:nvPr/>
          </p:nvGrpSpPr>
          <p:grpSpPr>
            <a:xfrm>
              <a:off x="4594535" y="3241244"/>
              <a:ext cx="1439443" cy="550174"/>
              <a:chOff x="9230658" y="3847463"/>
              <a:chExt cx="2332500" cy="760800"/>
            </a:xfrm>
          </p:grpSpPr>
          <p:sp>
            <p:nvSpPr>
              <p:cNvPr id="232" name="Google Shape;112;p18">
                <a:extLst>
                  <a:ext uri="{FF2B5EF4-FFF2-40B4-BE49-F238E27FC236}">
                    <a16:creationId xmlns:a16="http://schemas.microsoft.com/office/drawing/2014/main" id="{26129DF8-6DBE-90F7-8F6D-92DF140F249C}"/>
                  </a:ext>
                </a:extLst>
              </p:cNvPr>
              <p:cNvSpPr/>
              <p:nvPr/>
            </p:nvSpPr>
            <p:spPr>
              <a:xfrm>
                <a:off x="9230658" y="3847463"/>
                <a:ext cx="2332500" cy="760800"/>
              </a:xfrm>
              <a:prstGeom prst="roundRect">
                <a:avLst>
                  <a:gd name="adj" fmla="val 10637"/>
                </a:avLst>
              </a:prstGeom>
              <a:solidFill>
                <a:srgbClr val="FFFFFF"/>
              </a:solidFill>
              <a:ln w="9525" cap="flat" cmpd="sng">
                <a:gradFill flip="none" rotWithShape="1">
                  <a:gsLst>
                    <a:gs pos="0">
                      <a:srgbClr val="CA7C42"/>
                    </a:gs>
                    <a:gs pos="100000">
                      <a:srgbClr val="1B8DCE"/>
                    </a:gs>
                  </a:gsLst>
                  <a:path path="rect">
                    <a:fillToRect l="100000" t="100000"/>
                  </a:path>
                  <a:tileRect r="-100000" b="-100000"/>
                </a:gradFill>
                <a:prstDash val="solid"/>
                <a:round/>
                <a:headEnd type="none" w="sm" len="sm"/>
                <a:tailEnd type="none" w="sm" len="sm"/>
              </a:ln>
              <a:effectLst>
                <a:outerShdw blurRad="114300" dist="47625" dir="3540000" algn="bl" rotWithShape="0">
                  <a:srgbClr val="EEEEEE">
                    <a:alpha val="40000"/>
                  </a:srgbClr>
                </a:outerShdw>
              </a:effectLst>
            </p:spPr>
            <p:txBody>
              <a:bodyPr spcFirstLastPara="1" wrap="square" lIns="91425" tIns="91425" rIns="91425" bIns="91425" anchor="ctr" anchorCtr="0">
                <a:noAutofit/>
              </a:bodyPr>
              <a:lstStyle/>
              <a:p>
                <a:endParaRPr sz="1100">
                  <a:latin typeface="Calibri" panose="020F0502020204030204" pitchFamily="34" charset="0"/>
                  <a:cs typeface="Calibri" panose="020F0502020204030204" pitchFamily="34" charset="0"/>
                </a:endParaRPr>
              </a:p>
            </p:txBody>
          </p:sp>
          <p:sp>
            <p:nvSpPr>
              <p:cNvPr id="233" name="Google Shape;135;p18">
                <a:extLst>
                  <a:ext uri="{FF2B5EF4-FFF2-40B4-BE49-F238E27FC236}">
                    <a16:creationId xmlns:a16="http://schemas.microsoft.com/office/drawing/2014/main" id="{9ABDB71E-92E0-A0D6-B8CE-EC8F4741ADA1}"/>
                  </a:ext>
                </a:extLst>
              </p:cNvPr>
              <p:cNvSpPr txBox="1"/>
              <p:nvPr/>
            </p:nvSpPr>
            <p:spPr>
              <a:xfrm>
                <a:off x="10011410" y="4026009"/>
                <a:ext cx="1456280" cy="489403"/>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1100" dirty="0">
                    <a:latin typeface="Calibri" panose="020F0502020204030204" pitchFamily="34" charset="0"/>
                    <a:ea typeface="Roboto" panose="02000000000000000000" pitchFamily="2" charset="0"/>
                    <a:cs typeface="Calibri" panose="020F0502020204030204" pitchFamily="34" charset="0"/>
                    <a:sym typeface="Poppins"/>
                  </a:rPr>
                  <a:t>Automotive</a:t>
                </a:r>
                <a:endParaRPr sz="1100" dirty="0">
                  <a:latin typeface="Calibri" panose="020F0502020204030204" pitchFamily="34" charset="0"/>
                  <a:ea typeface="Roboto" panose="02000000000000000000" pitchFamily="2" charset="0"/>
                  <a:cs typeface="Calibri" panose="020F0502020204030204" pitchFamily="34" charset="0"/>
                  <a:sym typeface="Poppins"/>
                </a:endParaRPr>
              </a:p>
            </p:txBody>
          </p:sp>
          <p:grpSp>
            <p:nvGrpSpPr>
              <p:cNvPr id="234" name="Group 233">
                <a:extLst>
                  <a:ext uri="{FF2B5EF4-FFF2-40B4-BE49-F238E27FC236}">
                    <a16:creationId xmlns:a16="http://schemas.microsoft.com/office/drawing/2014/main" id="{32128BC3-CE31-CED8-AE19-257C0BAB8DCD}"/>
                  </a:ext>
                </a:extLst>
              </p:cNvPr>
              <p:cNvGrpSpPr/>
              <p:nvPr/>
            </p:nvGrpSpPr>
            <p:grpSpPr>
              <a:xfrm>
                <a:off x="9406460" y="3997125"/>
                <a:ext cx="566884" cy="550180"/>
                <a:chOff x="5861967" y="3171110"/>
                <a:chExt cx="566884" cy="550180"/>
              </a:xfrm>
            </p:grpSpPr>
            <p:pic>
              <p:nvPicPr>
                <p:cNvPr id="235" name="Graphic 234" descr="Car">
                  <a:extLst>
                    <a:ext uri="{FF2B5EF4-FFF2-40B4-BE49-F238E27FC236}">
                      <a16:creationId xmlns:a16="http://schemas.microsoft.com/office/drawing/2014/main" id="{3B19630E-A7F3-D2EF-86B1-3B6228915D5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861967" y="3253224"/>
                  <a:ext cx="468066" cy="468066"/>
                </a:xfrm>
                <a:prstGeom prst="rect">
                  <a:avLst/>
                </a:prstGeom>
              </p:spPr>
            </p:pic>
            <p:pic>
              <p:nvPicPr>
                <p:cNvPr id="236" name="Graphic 235" descr="Satellite">
                  <a:extLst>
                    <a:ext uri="{FF2B5EF4-FFF2-40B4-BE49-F238E27FC236}">
                      <a16:creationId xmlns:a16="http://schemas.microsoft.com/office/drawing/2014/main" id="{450874EF-77E6-5381-FCFF-3925E3B2F7A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161372" y="3171110"/>
                  <a:ext cx="267479" cy="267479"/>
                </a:xfrm>
                <a:prstGeom prst="rect">
                  <a:avLst/>
                </a:prstGeom>
              </p:spPr>
            </p:pic>
          </p:grpSp>
        </p:grpSp>
        <p:grpSp>
          <p:nvGrpSpPr>
            <p:cNvPr id="237" name="Group 236">
              <a:extLst>
                <a:ext uri="{FF2B5EF4-FFF2-40B4-BE49-F238E27FC236}">
                  <a16:creationId xmlns:a16="http://schemas.microsoft.com/office/drawing/2014/main" id="{3F00BED7-EFC2-79A2-B67B-8D09A91656EF}"/>
                </a:ext>
              </a:extLst>
            </p:cNvPr>
            <p:cNvGrpSpPr/>
            <p:nvPr/>
          </p:nvGrpSpPr>
          <p:grpSpPr>
            <a:xfrm>
              <a:off x="6099334" y="3241244"/>
              <a:ext cx="1439443" cy="550174"/>
              <a:chOff x="9312842" y="4974227"/>
              <a:chExt cx="2332500" cy="760800"/>
            </a:xfrm>
          </p:grpSpPr>
          <p:sp>
            <p:nvSpPr>
              <p:cNvPr id="238" name="Google Shape;112;p18">
                <a:extLst>
                  <a:ext uri="{FF2B5EF4-FFF2-40B4-BE49-F238E27FC236}">
                    <a16:creationId xmlns:a16="http://schemas.microsoft.com/office/drawing/2014/main" id="{E903F62C-F8DA-8ACC-B95E-5EDF716A3DF1}"/>
                  </a:ext>
                </a:extLst>
              </p:cNvPr>
              <p:cNvSpPr/>
              <p:nvPr/>
            </p:nvSpPr>
            <p:spPr>
              <a:xfrm>
                <a:off x="9312842" y="4974227"/>
                <a:ext cx="2332500" cy="760800"/>
              </a:xfrm>
              <a:prstGeom prst="roundRect">
                <a:avLst>
                  <a:gd name="adj" fmla="val 10637"/>
                </a:avLst>
              </a:prstGeom>
              <a:solidFill>
                <a:srgbClr val="FFFFFF"/>
              </a:solidFill>
              <a:ln w="9525" cap="flat" cmpd="sng">
                <a:gradFill flip="none" rotWithShape="1">
                  <a:gsLst>
                    <a:gs pos="0">
                      <a:srgbClr val="CA7C42"/>
                    </a:gs>
                    <a:gs pos="100000">
                      <a:srgbClr val="1B8DCE"/>
                    </a:gs>
                  </a:gsLst>
                  <a:path path="rect">
                    <a:fillToRect l="100000" t="100000"/>
                  </a:path>
                  <a:tileRect r="-100000" b="-100000"/>
                </a:gradFill>
                <a:prstDash val="solid"/>
                <a:round/>
                <a:headEnd type="none" w="sm" len="sm"/>
                <a:tailEnd type="none" w="sm" len="sm"/>
              </a:ln>
              <a:effectLst>
                <a:outerShdw blurRad="114300" dist="47625" dir="3540000" algn="bl" rotWithShape="0">
                  <a:srgbClr val="EEEEEE">
                    <a:alpha val="40000"/>
                  </a:srgbClr>
                </a:outerShdw>
              </a:effectLst>
            </p:spPr>
            <p:txBody>
              <a:bodyPr spcFirstLastPara="1" wrap="square" lIns="91425" tIns="91425" rIns="91425" bIns="91425" anchor="ctr" anchorCtr="0">
                <a:noAutofit/>
              </a:bodyPr>
              <a:lstStyle/>
              <a:p>
                <a:endParaRPr sz="1100">
                  <a:latin typeface="Calibri" panose="020F0502020204030204" pitchFamily="34" charset="0"/>
                  <a:cs typeface="Calibri" panose="020F0502020204030204" pitchFamily="34" charset="0"/>
                </a:endParaRPr>
              </a:p>
            </p:txBody>
          </p:sp>
          <p:sp>
            <p:nvSpPr>
              <p:cNvPr id="239" name="Google Shape;135;p18">
                <a:extLst>
                  <a:ext uri="{FF2B5EF4-FFF2-40B4-BE49-F238E27FC236}">
                    <a16:creationId xmlns:a16="http://schemas.microsoft.com/office/drawing/2014/main" id="{7FF82642-663E-FB7F-359F-E4D82B19FA53}"/>
                  </a:ext>
                </a:extLst>
              </p:cNvPr>
              <p:cNvSpPr txBox="1"/>
              <p:nvPr/>
            </p:nvSpPr>
            <p:spPr>
              <a:xfrm>
                <a:off x="10093594" y="5021514"/>
                <a:ext cx="1324499" cy="681801"/>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dirty="0">
                    <a:latin typeface="Calibri" panose="020F0502020204030204" pitchFamily="34" charset="0"/>
                    <a:ea typeface="Roboto" panose="02000000000000000000" pitchFamily="2" charset="0"/>
                    <a:cs typeface="Calibri" panose="020F0502020204030204" pitchFamily="34" charset="0"/>
                    <a:sym typeface="Poppins"/>
                  </a:rPr>
                  <a:t>Consumer</a:t>
                </a:r>
                <a:endParaRPr sz="1100" dirty="0">
                  <a:latin typeface="Calibri" panose="020F0502020204030204" pitchFamily="34" charset="0"/>
                  <a:ea typeface="Roboto" panose="02000000000000000000" pitchFamily="2" charset="0"/>
                  <a:cs typeface="Calibri" panose="020F0502020204030204" pitchFamily="34" charset="0"/>
                  <a:sym typeface="Poppins"/>
                </a:endParaRPr>
              </a:p>
              <a:p>
                <a:pPr marL="0" lvl="0" indent="0" algn="l" rtl="0">
                  <a:lnSpc>
                    <a:spcPct val="100000"/>
                  </a:lnSpc>
                  <a:spcBef>
                    <a:spcPts val="0"/>
                  </a:spcBef>
                  <a:spcAft>
                    <a:spcPts val="0"/>
                  </a:spcAft>
                  <a:buNone/>
                </a:pPr>
                <a:r>
                  <a:rPr lang="en" sz="1100" dirty="0">
                    <a:latin typeface="Calibri" panose="020F0502020204030204" pitchFamily="34" charset="0"/>
                    <a:ea typeface="Roboto" panose="02000000000000000000" pitchFamily="2" charset="0"/>
                    <a:cs typeface="Calibri" panose="020F0502020204030204" pitchFamily="34" charset="0"/>
                    <a:sym typeface="Poppins"/>
                  </a:rPr>
                  <a:t>Electronics</a:t>
                </a:r>
                <a:endParaRPr sz="1100" dirty="0">
                  <a:latin typeface="Calibri" panose="020F0502020204030204" pitchFamily="34" charset="0"/>
                  <a:ea typeface="Roboto" panose="02000000000000000000" pitchFamily="2" charset="0"/>
                  <a:cs typeface="Calibri" panose="020F0502020204030204" pitchFamily="34" charset="0"/>
                  <a:sym typeface="Poppins"/>
                </a:endParaRPr>
              </a:p>
            </p:txBody>
          </p:sp>
          <p:grpSp>
            <p:nvGrpSpPr>
              <p:cNvPr id="240" name="Group 239">
                <a:extLst>
                  <a:ext uri="{FF2B5EF4-FFF2-40B4-BE49-F238E27FC236}">
                    <a16:creationId xmlns:a16="http://schemas.microsoft.com/office/drawing/2014/main" id="{E22F182C-1685-C972-61AC-DC7EB98C4C08}"/>
                  </a:ext>
                </a:extLst>
              </p:cNvPr>
              <p:cNvGrpSpPr/>
              <p:nvPr/>
            </p:nvGrpSpPr>
            <p:grpSpPr>
              <a:xfrm>
                <a:off x="9417092" y="5070801"/>
                <a:ext cx="699838" cy="567652"/>
                <a:chOff x="5638800" y="3446604"/>
                <a:chExt cx="699838" cy="567652"/>
              </a:xfrm>
            </p:grpSpPr>
            <p:pic>
              <p:nvPicPr>
                <p:cNvPr id="241" name="Graphic 240" descr="Tablet">
                  <a:extLst>
                    <a:ext uri="{FF2B5EF4-FFF2-40B4-BE49-F238E27FC236}">
                      <a16:creationId xmlns:a16="http://schemas.microsoft.com/office/drawing/2014/main" id="{08B08725-E2C6-348E-33D7-C48F1FB3B595}"/>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638800" y="3446604"/>
                  <a:ext cx="439595" cy="439595"/>
                </a:xfrm>
                <a:prstGeom prst="rect">
                  <a:avLst/>
                </a:prstGeom>
              </p:spPr>
            </p:pic>
            <p:pic>
              <p:nvPicPr>
                <p:cNvPr id="242" name="Graphic 241" descr="DJ">
                  <a:extLst>
                    <a:ext uri="{FF2B5EF4-FFF2-40B4-BE49-F238E27FC236}">
                      <a16:creationId xmlns:a16="http://schemas.microsoft.com/office/drawing/2014/main" id="{6F6E77EA-297D-D613-4985-6090E390085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899043" y="3574661"/>
                  <a:ext cx="439595" cy="439595"/>
                </a:xfrm>
                <a:prstGeom prst="rect">
                  <a:avLst/>
                </a:prstGeom>
              </p:spPr>
            </p:pic>
            <p:pic>
              <p:nvPicPr>
                <p:cNvPr id="243" name="Graphic 242" descr="Smart Phone">
                  <a:extLst>
                    <a:ext uri="{FF2B5EF4-FFF2-40B4-BE49-F238E27FC236}">
                      <a16:creationId xmlns:a16="http://schemas.microsoft.com/office/drawing/2014/main" id="{0841FBA6-2E15-472D-429C-B2D98AD7A11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685647" y="3640363"/>
                  <a:ext cx="324033" cy="324033"/>
                </a:xfrm>
                <a:prstGeom prst="rect">
                  <a:avLst/>
                </a:prstGeom>
              </p:spPr>
            </p:pic>
          </p:grpSp>
        </p:grpSp>
      </p:grpSp>
      <p:sp>
        <p:nvSpPr>
          <p:cNvPr id="247" name="TextBox 246">
            <a:extLst>
              <a:ext uri="{FF2B5EF4-FFF2-40B4-BE49-F238E27FC236}">
                <a16:creationId xmlns:a16="http://schemas.microsoft.com/office/drawing/2014/main" id="{D2831C61-FC81-2E80-B26E-79E7629BE82A}"/>
              </a:ext>
            </a:extLst>
          </p:cNvPr>
          <p:cNvSpPr txBox="1"/>
          <p:nvPr/>
        </p:nvSpPr>
        <p:spPr>
          <a:xfrm>
            <a:off x="1289867" y="851941"/>
            <a:ext cx="2096341" cy="707886"/>
          </a:xfrm>
          <a:prstGeom prst="rect">
            <a:avLst/>
          </a:prstGeom>
          <a:noFill/>
        </p:spPr>
        <p:txBody>
          <a:bodyPr wrap="square">
            <a:spAutoFit/>
          </a:bodyPr>
          <a:lstStyle/>
          <a:p>
            <a:r>
              <a:rPr lang="en-US"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Service Projects Completed</a:t>
            </a:r>
            <a:endParaRPr lang="en-I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248" name="Google Shape;121;p18">
            <a:extLst>
              <a:ext uri="{FF2B5EF4-FFF2-40B4-BE49-F238E27FC236}">
                <a16:creationId xmlns:a16="http://schemas.microsoft.com/office/drawing/2014/main" id="{FD7A0B07-FE8D-55C1-C42E-00051D60CC38}"/>
              </a:ext>
            </a:extLst>
          </p:cNvPr>
          <p:cNvSpPr txBox="1"/>
          <p:nvPr/>
        </p:nvSpPr>
        <p:spPr>
          <a:xfrm>
            <a:off x="3906502" y="1722450"/>
            <a:ext cx="2977175" cy="2494800"/>
          </a:xfrm>
          <a:prstGeom prst="rect">
            <a:avLst/>
          </a:prstGeom>
          <a:noFill/>
          <a:ln>
            <a:gradFill>
              <a:gsLst>
                <a:gs pos="0">
                  <a:srgbClr val="CA7C42"/>
                </a:gs>
                <a:gs pos="74000">
                  <a:schemeClr val="accent1">
                    <a:lumMod val="45000"/>
                    <a:lumOff val="55000"/>
                  </a:schemeClr>
                </a:gs>
                <a:gs pos="83000">
                  <a:schemeClr val="accent1">
                    <a:lumMod val="45000"/>
                    <a:lumOff val="55000"/>
                  </a:schemeClr>
                </a:gs>
                <a:gs pos="100000">
                  <a:schemeClr val="accent1">
                    <a:lumMod val="60000"/>
                    <a:lumOff val="40000"/>
                  </a:schemeClr>
                </a:gs>
              </a:gsLst>
              <a:lin ang="5400000" scaled="1"/>
            </a:gradFill>
          </a:ln>
        </p:spPr>
        <p:txBody>
          <a:bodyPr spcFirstLastPara="1" wrap="square" lIns="91425" tIns="91425" rIns="91425" bIns="91425" anchor="t" anchorCtr="0">
            <a:spAutoFit/>
          </a:bodyPr>
          <a:lstStyle/>
          <a:p>
            <a:pPr>
              <a:lnSpc>
                <a:spcPct val="125000"/>
              </a:lnSpc>
            </a:pP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t>
            </a:r>
            <a:r>
              <a:rPr lang="en" sz="1400" b="1" dirty="0">
                <a:solidFill>
                  <a:srgbClr val="1B8DCE"/>
                </a:solidFill>
                <a:latin typeface="Roboto" panose="02000000000000000000" pitchFamily="2" charset="0"/>
                <a:ea typeface="Roboto" panose="02000000000000000000" pitchFamily="2" charset="0"/>
                <a:cs typeface="Roboto" panose="02000000000000000000" pitchFamily="2" charset="0"/>
                <a:sym typeface="Poppins"/>
              </a:rPr>
              <a:t>7</a:t>
            </a: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Products in Laser solutions vertical</a:t>
            </a:r>
          </a:p>
          <a:p>
            <a:pPr>
              <a:lnSpc>
                <a:spcPct val="125000"/>
              </a:lnSpc>
            </a:pP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t>
            </a:r>
            <a:r>
              <a:rPr lang="en" sz="1400" b="1" dirty="0">
                <a:solidFill>
                  <a:srgbClr val="1B8DCE"/>
                </a:solidFill>
                <a:latin typeface="Roboto" panose="02000000000000000000" pitchFamily="2" charset="0"/>
                <a:ea typeface="Roboto" panose="02000000000000000000" pitchFamily="2" charset="0"/>
                <a:cs typeface="Roboto" panose="02000000000000000000" pitchFamily="2" charset="0"/>
                <a:sym typeface="Poppins"/>
              </a:rPr>
              <a:t>1</a:t>
            </a:r>
            <a:r>
              <a:rPr lang="en" sz="1200" b="1"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t>
            </a: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Customized HMI with designer and runtime (based on OpenSource)</a:t>
            </a:r>
          </a:p>
          <a:p>
            <a:pPr>
              <a:lnSpc>
                <a:spcPct val="125000"/>
              </a:lnSpc>
            </a:pP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 </a:t>
            </a:r>
            <a:r>
              <a:rPr lang="en" sz="1400" b="1" dirty="0">
                <a:solidFill>
                  <a:srgbClr val="1B8DCE"/>
                </a:solidFill>
                <a:latin typeface="Roboto" panose="02000000000000000000" pitchFamily="2" charset="0"/>
                <a:ea typeface="Roboto" panose="02000000000000000000" pitchFamily="2" charset="0"/>
                <a:cs typeface="Roboto" panose="02000000000000000000" pitchFamily="2" charset="0"/>
                <a:sym typeface="Poppins"/>
              </a:rPr>
              <a:t>2</a:t>
            </a:r>
            <a:r>
              <a:rPr lang="en" sz="1200" b="1" dirty="0">
                <a:solidFill>
                  <a:srgbClr val="1B8DCE"/>
                </a:solidFill>
                <a:latin typeface="Roboto" panose="02000000000000000000" pitchFamily="2" charset="0"/>
                <a:ea typeface="Roboto" panose="02000000000000000000" pitchFamily="2" charset="0"/>
                <a:cs typeface="Roboto" panose="02000000000000000000" pitchFamily="2" charset="0"/>
                <a:sym typeface="Poppins"/>
              </a:rPr>
              <a:t> </a:t>
            </a:r>
            <a:r>
              <a:rPr lang="en"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rPr>
              <a:t>Image processing and machine vision based products</a:t>
            </a:r>
            <a:endParaRPr sz="1200" dirty="0">
              <a:solidFill>
                <a:srgbClr val="0D0D0D"/>
              </a:solidFill>
              <a:latin typeface="Roboto" panose="02000000000000000000" pitchFamily="2" charset="0"/>
              <a:ea typeface="Roboto" panose="02000000000000000000" pitchFamily="2" charset="0"/>
              <a:cs typeface="Roboto" panose="02000000000000000000" pitchFamily="2" charset="0"/>
              <a:sym typeface="Poppins"/>
            </a:endParaRPr>
          </a:p>
        </p:txBody>
      </p:sp>
      <p:grpSp>
        <p:nvGrpSpPr>
          <p:cNvPr id="261" name="Group">
            <a:extLst>
              <a:ext uri="{FF2B5EF4-FFF2-40B4-BE49-F238E27FC236}">
                <a16:creationId xmlns:a16="http://schemas.microsoft.com/office/drawing/2014/main" id="{73488A6C-8033-8B44-BBEF-F58153643446}"/>
              </a:ext>
            </a:extLst>
          </p:cNvPr>
          <p:cNvGrpSpPr/>
          <p:nvPr/>
        </p:nvGrpSpPr>
        <p:grpSpPr>
          <a:xfrm>
            <a:off x="3804113" y="677501"/>
            <a:ext cx="1069196" cy="976273"/>
            <a:chOff x="0" y="0"/>
            <a:chExt cx="4871138" cy="5136694"/>
          </a:xfrm>
        </p:grpSpPr>
        <p:sp>
          <p:nvSpPr>
            <p:cNvPr id="262" name="Oval">
              <a:extLst>
                <a:ext uri="{FF2B5EF4-FFF2-40B4-BE49-F238E27FC236}">
                  <a16:creationId xmlns:a16="http://schemas.microsoft.com/office/drawing/2014/main" id="{7BD2F1C6-EF3E-CEB2-EC3E-6F216E069CC1}"/>
                </a:ext>
              </a:extLst>
            </p:cNvPr>
            <p:cNvSpPr/>
            <p:nvPr/>
          </p:nvSpPr>
          <p:spPr>
            <a:xfrm rot="18900000" flipH="1">
              <a:off x="-240465" y="2028352"/>
              <a:ext cx="5408075" cy="1401552"/>
            </a:xfrm>
            <a:prstGeom prst="ellipse">
              <a:avLst/>
            </a:prstGeom>
            <a:solidFill>
              <a:schemeClr val="bg2">
                <a:lumMod val="50000"/>
              </a:schemeClr>
            </a:solidFill>
            <a:ln w="12700" cap="flat">
              <a:noFill/>
              <a:miter lim="400000"/>
            </a:ln>
            <a:effectLst/>
          </p:spPr>
          <p:txBody>
            <a:bodyPr wrap="square" lIns="50800" tIns="50800" rIns="50800" bIns="50800" numCol="1" anchor="ctr">
              <a:noAutofit/>
            </a:bodyPr>
            <a:lstStyle/>
            <a:p>
              <a:pPr algn="ctr">
                <a:lnSpc>
                  <a:spcPct val="100000"/>
                </a:lnSpc>
                <a:defRPr b="1" cap="none" spc="0">
                  <a:solidFill>
                    <a:srgbClr val="FFFFF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263" name="Oval">
              <a:extLst>
                <a:ext uri="{FF2B5EF4-FFF2-40B4-BE49-F238E27FC236}">
                  <a16:creationId xmlns:a16="http://schemas.microsoft.com/office/drawing/2014/main" id="{447FB87F-A7F6-0DDF-C732-51A0068E826A}"/>
                </a:ext>
              </a:extLst>
            </p:cNvPr>
            <p:cNvSpPr/>
            <p:nvPr/>
          </p:nvSpPr>
          <p:spPr>
            <a:xfrm rot="18900000" flipH="1">
              <a:off x="29939" y="2080636"/>
              <a:ext cx="4867268" cy="1296984"/>
            </a:xfrm>
            <a:prstGeom prst="ellipse">
              <a:avLst/>
            </a:prstGeom>
            <a:solidFill>
              <a:schemeClr val="bg2">
                <a:lumMod val="75000"/>
              </a:schemeClr>
            </a:solidFill>
            <a:ln w="12700" cap="flat">
              <a:noFill/>
              <a:miter lim="400000"/>
            </a:ln>
            <a:effectLst/>
          </p:spPr>
          <p:txBody>
            <a:bodyPr wrap="square" lIns="50800" tIns="50800" rIns="50800" bIns="50800"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264" name="Oval">
              <a:extLst>
                <a:ext uri="{FF2B5EF4-FFF2-40B4-BE49-F238E27FC236}">
                  <a16:creationId xmlns:a16="http://schemas.microsoft.com/office/drawing/2014/main" id="{D6D9C7C2-DC22-A55C-CCB0-0D320EFB8B42}"/>
                </a:ext>
              </a:extLst>
            </p:cNvPr>
            <p:cNvSpPr/>
            <p:nvPr/>
          </p:nvSpPr>
          <p:spPr>
            <a:xfrm rot="18900000" flipH="1">
              <a:off x="841150" y="2244175"/>
              <a:ext cx="3244845" cy="969906"/>
            </a:xfrm>
            <a:prstGeom prst="ellipse">
              <a:avLst/>
            </a:prstGeom>
            <a:solidFill>
              <a:srgbClr val="FFFFFF"/>
            </a:solidFill>
            <a:ln w="12700" cap="flat">
              <a:noFill/>
              <a:miter lim="400000"/>
            </a:ln>
            <a:effectLst/>
          </p:spPr>
          <p:txBody>
            <a:bodyPr wrap="square" lIns="50800" tIns="50800" rIns="50800" bIns="50800" numCol="1" anchor="ctr">
              <a:noAutofit/>
            </a:bodyPr>
            <a:lstStyle/>
            <a:p>
              <a:pPr algn="ctr">
                <a:lnSpc>
                  <a:spcPct val="100000"/>
                </a:lnSpc>
                <a:defRPr b="1" cap="none" spc="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265" name="Oval">
              <a:extLst>
                <a:ext uri="{FF2B5EF4-FFF2-40B4-BE49-F238E27FC236}">
                  <a16:creationId xmlns:a16="http://schemas.microsoft.com/office/drawing/2014/main" id="{9C201652-78EB-FA92-3FF2-3E7BDAED64B3}"/>
                </a:ext>
              </a:extLst>
            </p:cNvPr>
            <p:cNvSpPr/>
            <p:nvPr/>
          </p:nvSpPr>
          <p:spPr>
            <a:xfrm rot="18900000" flipH="1">
              <a:off x="1652360" y="2458807"/>
              <a:ext cx="1622424" cy="540643"/>
            </a:xfrm>
            <a:prstGeom prst="ellipse">
              <a:avLst/>
            </a:prstGeom>
            <a:solidFill>
              <a:schemeClr val="bg2">
                <a:lumMod val="90000"/>
              </a:schemeClr>
            </a:solidFill>
            <a:ln w="12700" cap="flat">
              <a:noFill/>
              <a:miter lim="400000"/>
            </a:ln>
            <a:effectLst/>
          </p:spPr>
          <p:txBody>
            <a:bodyPr wrap="square" lIns="50800" tIns="50800" rIns="50800" bIns="50800"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266" name="Shape">
              <a:extLst>
                <a:ext uri="{FF2B5EF4-FFF2-40B4-BE49-F238E27FC236}">
                  <a16:creationId xmlns:a16="http://schemas.microsoft.com/office/drawing/2014/main" id="{2F92598B-4840-EF18-7C71-7B3AF6CD07EC}"/>
                </a:ext>
              </a:extLst>
            </p:cNvPr>
            <p:cNvSpPr/>
            <p:nvPr/>
          </p:nvSpPr>
          <p:spPr>
            <a:xfrm>
              <a:off x="2246552" y="2466088"/>
              <a:ext cx="277118" cy="287040"/>
            </a:xfrm>
            <a:custGeom>
              <a:avLst/>
              <a:gdLst/>
              <a:ahLst/>
              <a:cxnLst>
                <a:cxn ang="0">
                  <a:pos x="wd2" y="hd2"/>
                </a:cxn>
                <a:cxn ang="5400000">
                  <a:pos x="wd2" y="hd2"/>
                </a:cxn>
                <a:cxn ang="10800000">
                  <a:pos x="wd2" y="hd2"/>
                </a:cxn>
                <a:cxn ang="16200000">
                  <a:pos x="wd2" y="hd2"/>
                </a:cxn>
              </a:cxnLst>
              <a:rect l="0" t="0" r="r" b="b"/>
              <a:pathLst>
                <a:path w="21600" h="21600" extrusionOk="0">
                  <a:moveTo>
                    <a:pt x="17696" y="17079"/>
                  </a:moveTo>
                  <a:cubicBezTo>
                    <a:pt x="15354" y="14316"/>
                    <a:pt x="11971" y="11051"/>
                    <a:pt x="8848" y="7535"/>
                  </a:cubicBezTo>
                  <a:cubicBezTo>
                    <a:pt x="7287" y="5777"/>
                    <a:pt x="5725" y="4019"/>
                    <a:pt x="4164" y="2512"/>
                  </a:cubicBezTo>
                  <a:cubicBezTo>
                    <a:pt x="3383" y="1507"/>
                    <a:pt x="2342" y="753"/>
                    <a:pt x="1561" y="0"/>
                  </a:cubicBezTo>
                  <a:cubicBezTo>
                    <a:pt x="1301" y="502"/>
                    <a:pt x="1041" y="1005"/>
                    <a:pt x="781" y="1256"/>
                  </a:cubicBezTo>
                  <a:cubicBezTo>
                    <a:pt x="520" y="1758"/>
                    <a:pt x="260" y="2260"/>
                    <a:pt x="0" y="2763"/>
                  </a:cubicBezTo>
                  <a:cubicBezTo>
                    <a:pt x="781" y="3516"/>
                    <a:pt x="1561" y="4521"/>
                    <a:pt x="2342" y="5274"/>
                  </a:cubicBezTo>
                  <a:cubicBezTo>
                    <a:pt x="3904" y="6781"/>
                    <a:pt x="5725" y="8288"/>
                    <a:pt x="7547" y="9795"/>
                  </a:cubicBezTo>
                  <a:cubicBezTo>
                    <a:pt x="10930" y="12809"/>
                    <a:pt x="14573" y="15823"/>
                    <a:pt x="17176" y="18084"/>
                  </a:cubicBezTo>
                  <a:cubicBezTo>
                    <a:pt x="19778" y="20344"/>
                    <a:pt x="21600" y="21600"/>
                    <a:pt x="21600" y="21600"/>
                  </a:cubicBezTo>
                  <a:cubicBezTo>
                    <a:pt x="21600" y="21349"/>
                    <a:pt x="21600" y="21349"/>
                    <a:pt x="21600" y="21349"/>
                  </a:cubicBezTo>
                  <a:cubicBezTo>
                    <a:pt x="21600" y="21349"/>
                    <a:pt x="20039" y="19591"/>
                    <a:pt x="17696" y="17079"/>
                  </a:cubicBezTo>
                  <a:close/>
                </a:path>
              </a:pathLst>
            </a:custGeom>
            <a:solidFill>
              <a:srgbClr val="53585F"/>
            </a:solidFill>
            <a:ln w="12700" cap="flat">
              <a:noFill/>
              <a:miter lim="400000"/>
            </a:ln>
            <a:effectLst/>
          </p:spPr>
          <p:txBody>
            <a:bodyPr wrap="square" lIns="45719" tIns="45719" rIns="45719" bIns="45719" numCol="1" anchor="t">
              <a:noAutofit/>
            </a:bodyPr>
            <a:lstStyle/>
            <a:p>
              <a:pPr algn="ctr">
                <a:lnSpc>
                  <a:spcPct val="100000"/>
                </a:lnSpc>
                <a:defRPr b="1" cap="none" spc="0">
                  <a:solidFill>
                    <a:srgbClr val="FFFFF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267" name="Shape">
              <a:extLst>
                <a:ext uri="{FF2B5EF4-FFF2-40B4-BE49-F238E27FC236}">
                  <a16:creationId xmlns:a16="http://schemas.microsoft.com/office/drawing/2014/main" id="{C90226C4-854F-856A-4373-4FAD97B5D009}"/>
                </a:ext>
              </a:extLst>
            </p:cNvPr>
            <p:cNvSpPr/>
            <p:nvPr/>
          </p:nvSpPr>
          <p:spPr>
            <a:xfrm>
              <a:off x="1616357" y="1785075"/>
              <a:ext cx="682096" cy="800613"/>
            </a:xfrm>
            <a:custGeom>
              <a:avLst/>
              <a:gdLst/>
              <a:ahLst/>
              <a:cxnLst>
                <a:cxn ang="0">
                  <a:pos x="wd2" y="hd2"/>
                </a:cxn>
                <a:cxn ang="5400000">
                  <a:pos x="wd2" y="hd2"/>
                </a:cxn>
                <a:cxn ang="10800000">
                  <a:pos x="wd2" y="hd2"/>
                </a:cxn>
                <a:cxn ang="16200000">
                  <a:pos x="wd2" y="hd2"/>
                </a:cxn>
              </a:cxnLst>
              <a:rect l="0" t="0" r="r" b="b"/>
              <a:pathLst>
                <a:path w="21245" h="21600" extrusionOk="0">
                  <a:moveTo>
                    <a:pt x="21185" y="14040"/>
                  </a:moveTo>
                  <a:cubicBezTo>
                    <a:pt x="4985" y="0"/>
                    <a:pt x="4985" y="0"/>
                    <a:pt x="4985" y="0"/>
                  </a:cubicBezTo>
                  <a:cubicBezTo>
                    <a:pt x="4985" y="0"/>
                    <a:pt x="4985" y="0"/>
                    <a:pt x="4985" y="0"/>
                  </a:cubicBezTo>
                  <a:cubicBezTo>
                    <a:pt x="5608" y="540"/>
                    <a:pt x="4985" y="2700"/>
                    <a:pt x="3635" y="4770"/>
                  </a:cubicBezTo>
                  <a:cubicBezTo>
                    <a:pt x="2285" y="6750"/>
                    <a:pt x="727" y="8010"/>
                    <a:pt x="0" y="7560"/>
                  </a:cubicBezTo>
                  <a:cubicBezTo>
                    <a:pt x="16200" y="21600"/>
                    <a:pt x="16200" y="21600"/>
                    <a:pt x="16200" y="21600"/>
                  </a:cubicBezTo>
                  <a:cubicBezTo>
                    <a:pt x="16200" y="21600"/>
                    <a:pt x="17965" y="21330"/>
                    <a:pt x="19627" y="19350"/>
                  </a:cubicBezTo>
                  <a:cubicBezTo>
                    <a:pt x="19731" y="19170"/>
                    <a:pt x="19835" y="18990"/>
                    <a:pt x="19938" y="18810"/>
                  </a:cubicBezTo>
                  <a:cubicBezTo>
                    <a:pt x="20042" y="18720"/>
                    <a:pt x="20146" y="18540"/>
                    <a:pt x="20250" y="18360"/>
                  </a:cubicBezTo>
                  <a:cubicBezTo>
                    <a:pt x="21600" y="16110"/>
                    <a:pt x="21185" y="14040"/>
                    <a:pt x="21185" y="14040"/>
                  </a:cubicBezTo>
                  <a:close/>
                </a:path>
              </a:pathLst>
            </a:custGeom>
            <a:solidFill>
              <a:schemeClr val="bg2">
                <a:lumMod val="75000"/>
              </a:schemeClr>
            </a:solidFill>
            <a:ln w="12700" cap="flat">
              <a:noFill/>
              <a:miter lim="400000"/>
            </a:ln>
            <a:effectLst/>
          </p:spPr>
          <p:txBody>
            <a:bodyPr wrap="square" lIns="50800" tIns="50800" rIns="50800" bIns="50800"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268" name="Shape">
              <a:extLst>
                <a:ext uri="{FF2B5EF4-FFF2-40B4-BE49-F238E27FC236}">
                  <a16:creationId xmlns:a16="http://schemas.microsoft.com/office/drawing/2014/main" id="{C0AA6FEE-F9F0-0A34-6728-5F7768D94181}"/>
                </a:ext>
              </a:extLst>
            </p:cNvPr>
            <p:cNvSpPr/>
            <p:nvPr/>
          </p:nvSpPr>
          <p:spPr>
            <a:xfrm>
              <a:off x="1607156" y="1780565"/>
              <a:ext cx="176991" cy="288130"/>
            </a:xfrm>
            <a:custGeom>
              <a:avLst/>
              <a:gdLst/>
              <a:ahLst/>
              <a:cxnLst>
                <a:cxn ang="0">
                  <a:pos x="wd2" y="hd2"/>
                </a:cxn>
                <a:cxn ang="5400000">
                  <a:pos x="wd2" y="hd2"/>
                </a:cxn>
                <a:cxn ang="10800000">
                  <a:pos x="wd2" y="hd2"/>
                </a:cxn>
                <a:cxn ang="16200000">
                  <a:pos x="wd2" y="hd2"/>
                </a:cxn>
              </a:cxnLst>
              <a:rect l="0" t="0" r="r" b="b"/>
              <a:pathLst>
                <a:path w="19694" h="20105" extrusionOk="0">
                  <a:moveTo>
                    <a:pt x="18825" y="360"/>
                  </a:moveTo>
                  <a:cubicBezTo>
                    <a:pt x="17335" y="-569"/>
                    <a:pt x="14356" y="360"/>
                    <a:pt x="11376" y="2450"/>
                  </a:cubicBezTo>
                  <a:cubicBezTo>
                    <a:pt x="13238" y="3612"/>
                    <a:pt x="13983" y="4308"/>
                    <a:pt x="13983" y="4308"/>
                  </a:cubicBezTo>
                  <a:cubicBezTo>
                    <a:pt x="13983" y="4308"/>
                    <a:pt x="14356" y="4773"/>
                    <a:pt x="13983" y="5470"/>
                  </a:cubicBezTo>
                  <a:cubicBezTo>
                    <a:pt x="13983" y="6631"/>
                    <a:pt x="13611" y="8721"/>
                    <a:pt x="11376" y="11276"/>
                  </a:cubicBezTo>
                  <a:cubicBezTo>
                    <a:pt x="8769" y="13599"/>
                    <a:pt x="6907" y="14528"/>
                    <a:pt x="5418" y="14760"/>
                  </a:cubicBezTo>
                  <a:cubicBezTo>
                    <a:pt x="4673" y="14992"/>
                    <a:pt x="4300" y="14992"/>
                    <a:pt x="4300" y="14992"/>
                  </a:cubicBezTo>
                  <a:cubicBezTo>
                    <a:pt x="4300" y="14992"/>
                    <a:pt x="3183" y="14296"/>
                    <a:pt x="1321" y="13134"/>
                  </a:cubicBezTo>
                  <a:cubicBezTo>
                    <a:pt x="-169" y="16154"/>
                    <a:pt x="-541" y="18708"/>
                    <a:pt x="949" y="19637"/>
                  </a:cubicBezTo>
                  <a:cubicBezTo>
                    <a:pt x="949" y="19870"/>
                    <a:pt x="949" y="19870"/>
                    <a:pt x="949" y="19870"/>
                  </a:cubicBezTo>
                  <a:cubicBezTo>
                    <a:pt x="3556" y="21031"/>
                    <a:pt x="9142" y="17779"/>
                    <a:pt x="13983" y="12670"/>
                  </a:cubicBezTo>
                  <a:cubicBezTo>
                    <a:pt x="18825" y="7328"/>
                    <a:pt x="21059" y="1754"/>
                    <a:pt x="18825" y="360"/>
                  </a:cubicBezTo>
                  <a:close/>
                </a:path>
              </a:pathLst>
            </a:custGeom>
            <a:solidFill>
              <a:srgbClr val="A6AAA9"/>
            </a:solidFill>
            <a:ln w="12700" cap="flat">
              <a:noFill/>
              <a:miter lim="400000"/>
            </a:ln>
            <a:effectLst/>
          </p:spPr>
          <p:txBody>
            <a:bodyPr wrap="square" lIns="50800" tIns="50800" rIns="50800" bIns="50800" numCol="1" anchor="ctr">
              <a:noAutofit/>
            </a:bodyPr>
            <a:lstStyle/>
            <a:p>
              <a:pPr>
                <a:lnSpc>
                  <a:spcPct val="120000"/>
                </a:lnSpc>
                <a:defRPr sz="2400" b="1" spc="240">
                  <a:solidFill>
                    <a:srgbClr val="53585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269" name="Shape">
              <a:extLst>
                <a:ext uri="{FF2B5EF4-FFF2-40B4-BE49-F238E27FC236}">
                  <a16:creationId xmlns:a16="http://schemas.microsoft.com/office/drawing/2014/main" id="{4F405C7D-CF04-ED64-97F7-C035346CB0FC}"/>
                </a:ext>
              </a:extLst>
            </p:cNvPr>
            <p:cNvSpPr/>
            <p:nvPr/>
          </p:nvSpPr>
          <p:spPr>
            <a:xfrm>
              <a:off x="0" y="646211"/>
              <a:ext cx="699200" cy="784166"/>
            </a:xfrm>
            <a:custGeom>
              <a:avLst/>
              <a:gdLst/>
              <a:ahLst/>
              <a:cxnLst>
                <a:cxn ang="0">
                  <a:pos x="wd2" y="hd2"/>
                </a:cxn>
                <a:cxn ang="5400000">
                  <a:pos x="wd2" y="hd2"/>
                </a:cxn>
                <a:cxn ang="10800000">
                  <a:pos x="wd2" y="hd2"/>
                </a:cxn>
                <a:cxn ang="16200000">
                  <a:pos x="wd2" y="hd2"/>
                </a:cxn>
              </a:cxnLst>
              <a:rect l="0" t="0" r="r" b="b"/>
              <a:pathLst>
                <a:path w="21218" h="19606" extrusionOk="0">
                  <a:moveTo>
                    <a:pt x="19798" y="6347"/>
                  </a:moveTo>
                  <a:cubicBezTo>
                    <a:pt x="17162" y="3928"/>
                    <a:pt x="14322" y="1343"/>
                    <a:pt x="14119" y="759"/>
                  </a:cubicBezTo>
                  <a:cubicBezTo>
                    <a:pt x="9657" y="-575"/>
                    <a:pt x="4486" y="-325"/>
                    <a:pt x="2153" y="2928"/>
                  </a:cubicBezTo>
                  <a:cubicBezTo>
                    <a:pt x="226" y="5596"/>
                    <a:pt x="-382" y="8932"/>
                    <a:pt x="226" y="11935"/>
                  </a:cubicBezTo>
                  <a:cubicBezTo>
                    <a:pt x="733" y="14103"/>
                    <a:pt x="1849" y="16188"/>
                    <a:pt x="3573" y="17606"/>
                  </a:cubicBezTo>
                  <a:cubicBezTo>
                    <a:pt x="7731" y="21025"/>
                    <a:pt x="13815" y="19941"/>
                    <a:pt x="17060" y="15271"/>
                  </a:cubicBezTo>
                  <a:cubicBezTo>
                    <a:pt x="18987" y="12602"/>
                    <a:pt x="20610" y="10267"/>
                    <a:pt x="21015" y="8098"/>
                  </a:cubicBezTo>
                  <a:cubicBezTo>
                    <a:pt x="21117" y="7932"/>
                    <a:pt x="21218" y="7848"/>
                    <a:pt x="21218" y="7681"/>
                  </a:cubicBezTo>
                  <a:cubicBezTo>
                    <a:pt x="21218" y="7681"/>
                    <a:pt x="21218" y="7598"/>
                    <a:pt x="21117" y="7598"/>
                  </a:cubicBezTo>
                  <a:cubicBezTo>
                    <a:pt x="20610" y="7098"/>
                    <a:pt x="20204" y="6681"/>
                    <a:pt x="19798" y="6347"/>
                  </a:cubicBezTo>
                  <a:close/>
                </a:path>
              </a:pathLst>
            </a:custGeom>
            <a:solidFill>
              <a:schemeClr val="tx2">
                <a:lumMod val="75000"/>
              </a:schemeClr>
            </a:solidFill>
            <a:ln w="12700" cap="flat">
              <a:noFill/>
              <a:miter lim="400000"/>
            </a:ln>
            <a:effectLst/>
          </p:spPr>
          <p:txBody>
            <a:bodyPr wrap="square" lIns="45719" tIns="45719" rIns="45719" bIns="45719" numCol="1" anchor="t">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270" name="Shape">
              <a:extLst>
                <a:ext uri="{FF2B5EF4-FFF2-40B4-BE49-F238E27FC236}">
                  <a16:creationId xmlns:a16="http://schemas.microsoft.com/office/drawing/2014/main" id="{1B0CD60A-24D2-193F-37FA-921D55EF234C}"/>
                </a:ext>
              </a:extLst>
            </p:cNvPr>
            <p:cNvSpPr/>
            <p:nvPr/>
          </p:nvSpPr>
          <p:spPr>
            <a:xfrm>
              <a:off x="376318" y="-1"/>
              <a:ext cx="602614" cy="920272"/>
            </a:xfrm>
            <a:custGeom>
              <a:avLst/>
              <a:gdLst/>
              <a:ahLst/>
              <a:cxnLst>
                <a:cxn ang="0">
                  <a:pos x="wd2" y="hd2"/>
                </a:cxn>
                <a:cxn ang="5400000">
                  <a:pos x="wd2" y="hd2"/>
                </a:cxn>
                <a:cxn ang="10800000">
                  <a:pos x="wd2" y="hd2"/>
                </a:cxn>
                <a:cxn ang="16200000">
                  <a:pos x="wd2" y="hd2"/>
                </a:cxn>
              </a:cxnLst>
              <a:rect l="0" t="0" r="r" b="b"/>
              <a:pathLst>
                <a:path w="19238" h="21054" extrusionOk="0">
                  <a:moveTo>
                    <a:pt x="1270" y="4034"/>
                  </a:moveTo>
                  <a:cubicBezTo>
                    <a:pt x="-1071" y="7010"/>
                    <a:pt x="99" y="12048"/>
                    <a:pt x="2547" y="15940"/>
                  </a:cubicBezTo>
                  <a:cubicBezTo>
                    <a:pt x="2866" y="15940"/>
                    <a:pt x="4781" y="17085"/>
                    <a:pt x="6590" y="18230"/>
                  </a:cubicBezTo>
                  <a:cubicBezTo>
                    <a:pt x="7335" y="18688"/>
                    <a:pt x="8186" y="19222"/>
                    <a:pt x="9037" y="19833"/>
                  </a:cubicBezTo>
                  <a:cubicBezTo>
                    <a:pt x="9250" y="19909"/>
                    <a:pt x="9357" y="19985"/>
                    <a:pt x="9463" y="20062"/>
                  </a:cubicBezTo>
                  <a:cubicBezTo>
                    <a:pt x="9889" y="20367"/>
                    <a:pt x="10421" y="20672"/>
                    <a:pt x="10953" y="21054"/>
                  </a:cubicBezTo>
                  <a:cubicBezTo>
                    <a:pt x="13081" y="20214"/>
                    <a:pt x="14890" y="17848"/>
                    <a:pt x="17018" y="15253"/>
                  </a:cubicBezTo>
                  <a:cubicBezTo>
                    <a:pt x="20529" y="10979"/>
                    <a:pt x="19784" y="4949"/>
                    <a:pt x="15422" y="1820"/>
                  </a:cubicBezTo>
                  <a:cubicBezTo>
                    <a:pt x="12336" y="-393"/>
                    <a:pt x="8293" y="-546"/>
                    <a:pt x="4888" y="1133"/>
                  </a:cubicBezTo>
                  <a:cubicBezTo>
                    <a:pt x="3611" y="1820"/>
                    <a:pt x="2334" y="2736"/>
                    <a:pt x="1270" y="4034"/>
                  </a:cubicBezTo>
                  <a:close/>
                </a:path>
              </a:pathLst>
            </a:custGeom>
            <a:solidFill>
              <a:schemeClr val="tx2">
                <a:lumMod val="75000"/>
              </a:schemeClr>
            </a:solidFill>
            <a:ln w="12700" cap="flat">
              <a:noFill/>
              <a:miter lim="400000"/>
            </a:ln>
            <a:effectLst/>
          </p:spPr>
          <p:txBody>
            <a:bodyPr wrap="square" lIns="50800" tIns="50800" rIns="50800" bIns="50800" numCol="1" anchor="ctr">
              <a:noAutofit/>
            </a:bodyPr>
            <a:lstStyle/>
            <a:p>
              <a:pPr>
                <a:lnSpc>
                  <a:spcPct val="80000"/>
                </a:lnSpc>
                <a:defRPr sz="7000" spc="140">
                  <a:solidFill>
                    <a:srgbClr val="FFFFFF"/>
                  </a:solidFill>
                </a:defRPr>
              </a:pPr>
              <a:endParaRPr>
                <a:latin typeface="Roboto" panose="02000000000000000000" pitchFamily="2" charset="0"/>
                <a:ea typeface="Roboto" panose="02000000000000000000" pitchFamily="2" charset="0"/>
                <a:cs typeface="Roboto" panose="02000000000000000000" pitchFamily="2" charset="0"/>
              </a:endParaRPr>
            </a:p>
          </p:txBody>
        </p:sp>
        <p:sp>
          <p:nvSpPr>
            <p:cNvPr id="271" name="Shape">
              <a:extLst>
                <a:ext uri="{FF2B5EF4-FFF2-40B4-BE49-F238E27FC236}">
                  <a16:creationId xmlns:a16="http://schemas.microsoft.com/office/drawing/2014/main" id="{2EAE0C69-AC6C-FEAC-A60E-82CC89C92F37}"/>
                </a:ext>
              </a:extLst>
            </p:cNvPr>
            <p:cNvSpPr/>
            <p:nvPr/>
          </p:nvSpPr>
          <p:spPr>
            <a:xfrm>
              <a:off x="463322" y="687575"/>
              <a:ext cx="1270750" cy="1308559"/>
            </a:xfrm>
            <a:custGeom>
              <a:avLst/>
              <a:gdLst/>
              <a:ahLst/>
              <a:cxnLst>
                <a:cxn ang="0">
                  <a:pos x="wd2" y="hd2"/>
                </a:cxn>
                <a:cxn ang="5400000">
                  <a:pos x="wd2" y="hd2"/>
                </a:cxn>
                <a:cxn ang="10800000">
                  <a:pos x="wd2" y="hd2"/>
                </a:cxn>
                <a:cxn ang="16200000">
                  <a:pos x="wd2" y="hd2"/>
                </a:cxn>
              </a:cxnLst>
              <a:rect l="0" t="0" r="r" b="b"/>
              <a:pathLst>
                <a:path w="21537" h="21600" extrusionOk="0">
                  <a:moveTo>
                    <a:pt x="21512" y="19065"/>
                  </a:moveTo>
                  <a:cubicBezTo>
                    <a:pt x="21512" y="19065"/>
                    <a:pt x="21399" y="18900"/>
                    <a:pt x="21117" y="18624"/>
                  </a:cubicBezTo>
                  <a:cubicBezTo>
                    <a:pt x="19024" y="16751"/>
                    <a:pt x="9977" y="8486"/>
                    <a:pt x="4493" y="3692"/>
                  </a:cubicBezTo>
                  <a:cubicBezTo>
                    <a:pt x="4210" y="3416"/>
                    <a:pt x="3927" y="3196"/>
                    <a:pt x="3701" y="2976"/>
                  </a:cubicBezTo>
                  <a:cubicBezTo>
                    <a:pt x="3644" y="2920"/>
                    <a:pt x="3588" y="2865"/>
                    <a:pt x="3475" y="2810"/>
                  </a:cubicBezTo>
                  <a:cubicBezTo>
                    <a:pt x="3022" y="2369"/>
                    <a:pt x="2570" y="1984"/>
                    <a:pt x="2174" y="1653"/>
                  </a:cubicBezTo>
                  <a:cubicBezTo>
                    <a:pt x="1213" y="827"/>
                    <a:pt x="195" y="0"/>
                    <a:pt x="26" y="0"/>
                  </a:cubicBezTo>
                  <a:cubicBezTo>
                    <a:pt x="26" y="0"/>
                    <a:pt x="26" y="0"/>
                    <a:pt x="26" y="0"/>
                  </a:cubicBezTo>
                  <a:cubicBezTo>
                    <a:pt x="26" y="0"/>
                    <a:pt x="26" y="0"/>
                    <a:pt x="26" y="0"/>
                  </a:cubicBezTo>
                  <a:cubicBezTo>
                    <a:pt x="26" y="0"/>
                    <a:pt x="26" y="0"/>
                    <a:pt x="26" y="0"/>
                  </a:cubicBezTo>
                  <a:cubicBezTo>
                    <a:pt x="-31" y="0"/>
                    <a:pt x="26" y="55"/>
                    <a:pt x="26" y="110"/>
                  </a:cubicBezTo>
                  <a:cubicBezTo>
                    <a:pt x="139" y="496"/>
                    <a:pt x="1722" y="2204"/>
                    <a:pt x="3192" y="3802"/>
                  </a:cubicBezTo>
                  <a:cubicBezTo>
                    <a:pt x="3418" y="4022"/>
                    <a:pt x="3644" y="4298"/>
                    <a:pt x="3927" y="4629"/>
                  </a:cubicBezTo>
                  <a:cubicBezTo>
                    <a:pt x="3984" y="4629"/>
                    <a:pt x="3984" y="4684"/>
                    <a:pt x="3984" y="4684"/>
                  </a:cubicBezTo>
                  <a:cubicBezTo>
                    <a:pt x="9129" y="10249"/>
                    <a:pt x="17611" y="19120"/>
                    <a:pt x="19590" y="21159"/>
                  </a:cubicBezTo>
                  <a:cubicBezTo>
                    <a:pt x="19873" y="21435"/>
                    <a:pt x="20042" y="21600"/>
                    <a:pt x="20042" y="21600"/>
                  </a:cubicBezTo>
                  <a:cubicBezTo>
                    <a:pt x="20042" y="21600"/>
                    <a:pt x="20099" y="21600"/>
                    <a:pt x="20212" y="21545"/>
                  </a:cubicBezTo>
                  <a:cubicBezTo>
                    <a:pt x="20438" y="21490"/>
                    <a:pt x="20721" y="21269"/>
                    <a:pt x="21117" y="20718"/>
                  </a:cubicBezTo>
                  <a:cubicBezTo>
                    <a:pt x="21456" y="20112"/>
                    <a:pt x="21512" y="19616"/>
                    <a:pt x="21512" y="19341"/>
                  </a:cubicBezTo>
                  <a:cubicBezTo>
                    <a:pt x="21569" y="19176"/>
                    <a:pt x="21512" y="19065"/>
                    <a:pt x="21512" y="19065"/>
                  </a:cubicBezTo>
                  <a:close/>
                </a:path>
              </a:pathLst>
            </a:custGeom>
            <a:solidFill>
              <a:schemeClr val="bg2">
                <a:lumMod val="50000"/>
              </a:schemeClr>
            </a:solidFill>
            <a:ln w="12700" cap="flat">
              <a:noFill/>
              <a:miter lim="400000"/>
            </a:ln>
            <a:effectLst/>
          </p:spPr>
          <p:txBody>
            <a:bodyPr wrap="square" lIns="45719" tIns="45719" rIns="45719" bIns="45719" numCol="1" anchor="t">
              <a:noAutofit/>
            </a:bodyPr>
            <a:lstStyle/>
            <a:p>
              <a:pPr algn="ctr">
                <a:lnSpc>
                  <a:spcPct val="100000"/>
                </a:lnSpc>
                <a:defRPr b="1" cap="none" spc="0">
                  <a:solidFill>
                    <a:srgbClr val="FFFFFF"/>
                  </a:solidFill>
                  <a:latin typeface="Helvetica Neue"/>
                  <a:ea typeface="Helvetica Neue"/>
                  <a:cs typeface="Helvetica Neue"/>
                  <a:sym typeface="Helvetica Neue"/>
                </a:defRPr>
              </a:pPr>
              <a:endParaRPr>
                <a:latin typeface="Roboto" panose="02000000000000000000" pitchFamily="2" charset="0"/>
                <a:ea typeface="Roboto" panose="02000000000000000000" pitchFamily="2" charset="0"/>
                <a:cs typeface="Roboto" panose="02000000000000000000" pitchFamily="2" charset="0"/>
              </a:endParaRPr>
            </a:p>
          </p:txBody>
        </p:sp>
      </p:grpSp>
      <p:sp>
        <p:nvSpPr>
          <p:cNvPr id="272" name="TextBox 271">
            <a:extLst>
              <a:ext uri="{FF2B5EF4-FFF2-40B4-BE49-F238E27FC236}">
                <a16:creationId xmlns:a16="http://schemas.microsoft.com/office/drawing/2014/main" id="{FD04DABE-6FBD-72A9-D031-354F205F0AED}"/>
              </a:ext>
            </a:extLst>
          </p:cNvPr>
          <p:cNvSpPr txBox="1"/>
          <p:nvPr/>
        </p:nvSpPr>
        <p:spPr>
          <a:xfrm>
            <a:off x="4757252" y="819188"/>
            <a:ext cx="2096341" cy="707886"/>
          </a:xfrm>
          <a:prstGeom prst="rect">
            <a:avLst/>
          </a:prstGeom>
          <a:noFill/>
        </p:spPr>
        <p:txBody>
          <a:bodyPr wrap="square">
            <a:spAutoFit/>
          </a:bodyPr>
          <a:lstStyle/>
          <a:p>
            <a:r>
              <a:rPr lang="en-US"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Our IP Products Completed</a:t>
            </a:r>
            <a:endParaRPr lang="en-I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274" name="TextBox 273">
            <a:extLst>
              <a:ext uri="{FF2B5EF4-FFF2-40B4-BE49-F238E27FC236}">
                <a16:creationId xmlns:a16="http://schemas.microsoft.com/office/drawing/2014/main" id="{E1D45869-A901-89CA-CFC6-BD15A99E50D3}"/>
              </a:ext>
            </a:extLst>
          </p:cNvPr>
          <p:cNvSpPr txBox="1"/>
          <p:nvPr/>
        </p:nvSpPr>
        <p:spPr>
          <a:xfrm>
            <a:off x="105034" y="5205187"/>
            <a:ext cx="3368021" cy="400110"/>
          </a:xfrm>
          <a:prstGeom prst="rect">
            <a:avLst/>
          </a:prstGeom>
          <a:noFill/>
        </p:spPr>
        <p:txBody>
          <a:bodyPr wrap="square">
            <a:spAutoFit/>
          </a:bodyPr>
          <a:lstStyle/>
          <a:p>
            <a:r>
              <a:rPr lang="en-US"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Industries we served</a:t>
            </a:r>
            <a:endParaRPr lang="en-I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pic>
        <p:nvPicPr>
          <p:cNvPr id="2050" name="Picture 2" descr="Muvi Partner | Sell our Product to Your Customers">
            <a:extLst>
              <a:ext uri="{FF2B5EF4-FFF2-40B4-BE49-F238E27FC236}">
                <a16:creationId xmlns:a16="http://schemas.microsoft.com/office/drawing/2014/main" id="{FDE930B7-D658-8934-3C50-E11FA70E83B2}"/>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402915" y="3650107"/>
            <a:ext cx="2220945" cy="1274987"/>
          </a:xfrm>
          <a:prstGeom prst="rect">
            <a:avLst/>
          </a:prstGeom>
          <a:noFill/>
          <a:extLst>
            <a:ext uri="{909E8E84-426E-40DD-AFC4-6F175D3DCCD1}">
              <a14:hiddenFill xmlns:a14="http://schemas.microsoft.com/office/drawing/2010/main">
                <a:solidFill>
                  <a:srgbClr val="FFFFFF"/>
                </a:solidFill>
              </a14:hiddenFill>
            </a:ext>
          </a:extLst>
        </p:spPr>
      </p:pic>
      <p:grpSp>
        <p:nvGrpSpPr>
          <p:cNvPr id="275" name="Group 274">
            <a:extLst>
              <a:ext uri="{FF2B5EF4-FFF2-40B4-BE49-F238E27FC236}">
                <a16:creationId xmlns:a16="http://schemas.microsoft.com/office/drawing/2014/main" id="{7D674EA7-829B-AC89-43B3-693493100BA9}"/>
              </a:ext>
            </a:extLst>
          </p:cNvPr>
          <p:cNvGrpSpPr/>
          <p:nvPr/>
        </p:nvGrpSpPr>
        <p:grpSpPr>
          <a:xfrm>
            <a:off x="9497660" y="3669812"/>
            <a:ext cx="2694344" cy="1292985"/>
            <a:chOff x="10629757" y="1050916"/>
            <a:chExt cx="1237796" cy="1615285"/>
          </a:xfrm>
        </p:grpSpPr>
        <p:sp>
          <p:nvSpPr>
            <p:cNvPr id="276" name="Google Shape;122;p18">
              <a:extLst>
                <a:ext uri="{FF2B5EF4-FFF2-40B4-BE49-F238E27FC236}">
                  <a16:creationId xmlns:a16="http://schemas.microsoft.com/office/drawing/2014/main" id="{FF705303-2B0D-F68B-E9A5-32EFEE7F1164}"/>
                </a:ext>
              </a:extLst>
            </p:cNvPr>
            <p:cNvSpPr txBox="1"/>
            <p:nvPr/>
          </p:nvSpPr>
          <p:spPr>
            <a:xfrm>
              <a:off x="10629757" y="1050916"/>
              <a:ext cx="1089542" cy="711278"/>
            </a:xfrm>
            <a:prstGeom prst="rect">
              <a:avLst/>
            </a:prstGeom>
            <a:noFill/>
            <a:ln>
              <a:noFill/>
            </a:ln>
          </p:spPr>
          <p:txBody>
            <a:bodyPr spcFirstLastPara="1" wrap="square" lIns="91425" tIns="91425" rIns="91425" bIns="91425" anchor="t" anchorCtr="0">
              <a:spAutoFit/>
            </a:bodyPr>
            <a:lstStyle/>
            <a:p>
              <a:pPr lvl="0" indent="0">
                <a:lnSpc>
                  <a:spcPct val="125000"/>
                </a:lnSpc>
                <a:spcBef>
                  <a:spcPts val="0"/>
                </a:spcBef>
                <a:spcAft>
                  <a:spcPts val="0"/>
                </a:spcAft>
                <a:buNone/>
              </a:pPr>
              <a:r>
                <a:rPr lang="en" sz="2000" b="1"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SemiBold"/>
                </a:rPr>
                <a:t>Customers</a:t>
              </a:r>
              <a:endParaRPr sz="2000" b="1"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SemiBold"/>
              </a:endParaRPr>
            </a:p>
          </p:txBody>
        </p:sp>
        <p:sp>
          <p:nvSpPr>
            <p:cNvPr id="277" name="Google Shape;123;p18">
              <a:extLst>
                <a:ext uri="{FF2B5EF4-FFF2-40B4-BE49-F238E27FC236}">
                  <a16:creationId xmlns:a16="http://schemas.microsoft.com/office/drawing/2014/main" id="{81CC124B-8A65-4CA5-DE8D-C9869FF36592}"/>
                </a:ext>
              </a:extLst>
            </p:cNvPr>
            <p:cNvSpPr txBox="1"/>
            <p:nvPr/>
          </p:nvSpPr>
          <p:spPr>
            <a:xfrm>
              <a:off x="10629757" y="1474303"/>
              <a:ext cx="1237796" cy="1191898"/>
            </a:xfrm>
            <a:prstGeom prst="rect">
              <a:avLst/>
            </a:prstGeom>
            <a:noFill/>
            <a:ln>
              <a:noFill/>
            </a:ln>
          </p:spPr>
          <p:txBody>
            <a:bodyPr spcFirstLastPara="1" wrap="square" lIns="91425" tIns="91425" rIns="91425" bIns="91425" anchor="t" anchorCtr="0">
              <a:spAutoFit/>
            </a:bodyPr>
            <a:lstStyle/>
            <a:p>
              <a:pPr>
                <a:lnSpc>
                  <a:spcPct val="125000"/>
                </a:lnSpc>
              </a:pPr>
              <a:r>
                <a:rPr lang="e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a:rPr>
                <a:t>7+ OEM Partners</a:t>
              </a:r>
            </a:p>
            <a:p>
              <a:pPr>
                <a:lnSpc>
                  <a:spcPct val="125000"/>
                </a:lnSpc>
              </a:pPr>
              <a:r>
                <a:rPr lang="e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a:rPr>
                <a:t>40+ Direct Customers</a:t>
              </a:r>
              <a:endParaRPr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a:endParaRPr>
            </a:p>
          </p:txBody>
        </p:sp>
      </p:grpSp>
    </p:spTree>
    <p:extLst>
      <p:ext uri="{BB962C8B-B14F-4D97-AF65-F5344CB8AC3E}">
        <p14:creationId xmlns:p14="http://schemas.microsoft.com/office/powerpoint/2010/main" val="1239530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EEB7A0-22F4-44B2-8E8E-C82A27F783FA}"/>
              </a:ext>
            </a:extLst>
          </p:cNvPr>
          <p:cNvSpPr>
            <a:spLocks noGrp="1"/>
          </p:cNvSpPr>
          <p:nvPr>
            <p:ph type="sldNum" sz="quarter" idx="12"/>
          </p:nvPr>
        </p:nvSpPr>
        <p:spPr/>
        <p:txBody>
          <a:bodyPr/>
          <a:lstStyle/>
          <a:p>
            <a:fld id="{4FAB73BC-B049-4115-A692-8D63A059BFB8}" type="slidenum">
              <a:rPr lang="en-US" smtClean="0">
                <a:latin typeface="Roboto" panose="02000000000000000000" pitchFamily="2" charset="0"/>
                <a:ea typeface="Roboto" panose="02000000000000000000" pitchFamily="2" charset="0"/>
                <a:cs typeface="Roboto" panose="02000000000000000000" pitchFamily="2" charset="0"/>
              </a:rPr>
              <a:pPr/>
              <a:t>6</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95193269-6417-FF02-561B-C3675454CA86}"/>
              </a:ext>
            </a:extLst>
          </p:cNvPr>
          <p:cNvSpPr txBox="1"/>
          <p:nvPr/>
        </p:nvSpPr>
        <p:spPr>
          <a:xfrm>
            <a:off x="0" y="-55265"/>
            <a:ext cx="7823200" cy="584775"/>
          </a:xfrm>
          <a:prstGeom prst="rect">
            <a:avLst/>
          </a:prstGeom>
          <a:noFill/>
        </p:spPr>
        <p:txBody>
          <a:bodyPr wrap="square">
            <a:spAutoFit/>
          </a:bodyPr>
          <a:lstStyle/>
          <a:p>
            <a:r>
              <a:rPr lang="en-US" sz="32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Our Achievements - 2023</a:t>
            </a:r>
            <a:endParaRPr lang="en-IN" sz="32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128" name="Slide Number Placeholder 3">
            <a:extLst>
              <a:ext uri="{FF2B5EF4-FFF2-40B4-BE49-F238E27FC236}">
                <a16:creationId xmlns:a16="http://schemas.microsoft.com/office/drawing/2014/main" id="{98030F7B-ED43-BAAA-4B85-0F144EDE5099}"/>
              </a:ext>
            </a:extLst>
          </p:cNvPr>
          <p:cNvSpPr txBox="1">
            <a:spLocks/>
          </p:cNvSpPr>
          <p:nvPr/>
        </p:nvSpPr>
        <p:spPr>
          <a:xfrm>
            <a:off x="10837333" y="6470704"/>
            <a:ext cx="973667" cy="387294"/>
          </a:xfrm>
          <a:prstGeom prst="rect">
            <a:avLst/>
          </a:prstGeom>
        </p:spPr>
        <p:txBody>
          <a:bodyPr anchor="ctr"/>
          <a:lstStyle>
            <a:defPPr>
              <a:defRPr lang="en-US"/>
            </a:defPPr>
            <a:lvl1pPr marL="0" algn="ctr" defTabSz="457200" rtl="0" eaLnBrk="1" latinLnBrk="0" hangingPunct="1">
              <a:defRPr sz="1200" kern="1200">
                <a:solidFill>
                  <a:schemeClr val="bg1">
                    <a:lumMod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latin typeface="Roboto" panose="02000000000000000000" pitchFamily="2" charset="0"/>
                <a:ea typeface="Roboto" panose="02000000000000000000" pitchFamily="2" charset="0"/>
                <a:cs typeface="Roboto" panose="02000000000000000000" pitchFamily="2" charset="0"/>
              </a:rPr>
              <a:pPr/>
              <a:t>6</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248" name="Google Shape;121;p18">
            <a:extLst>
              <a:ext uri="{FF2B5EF4-FFF2-40B4-BE49-F238E27FC236}">
                <a16:creationId xmlns:a16="http://schemas.microsoft.com/office/drawing/2014/main" id="{FD7A0B07-FE8D-55C1-C42E-00051D60CC38}"/>
              </a:ext>
            </a:extLst>
          </p:cNvPr>
          <p:cNvSpPr txBox="1"/>
          <p:nvPr/>
        </p:nvSpPr>
        <p:spPr>
          <a:xfrm>
            <a:off x="3226364" y="1706235"/>
            <a:ext cx="8707018" cy="2441664"/>
          </a:xfrm>
          <a:prstGeom prst="rect">
            <a:avLst/>
          </a:prstGeom>
          <a:noFill/>
          <a:ln>
            <a:gradFill>
              <a:gsLst>
                <a:gs pos="0">
                  <a:srgbClr val="CA7C42"/>
                </a:gs>
                <a:gs pos="74000">
                  <a:schemeClr val="accent1">
                    <a:lumMod val="45000"/>
                    <a:lumOff val="55000"/>
                  </a:schemeClr>
                </a:gs>
                <a:gs pos="83000">
                  <a:schemeClr val="accent1">
                    <a:lumMod val="45000"/>
                    <a:lumOff val="55000"/>
                  </a:schemeClr>
                </a:gs>
                <a:gs pos="100000">
                  <a:schemeClr val="accent1">
                    <a:lumMod val="60000"/>
                    <a:lumOff val="40000"/>
                  </a:schemeClr>
                </a:gs>
              </a:gsLst>
              <a:lin ang="5400000" scaled="1"/>
            </a:gradFill>
          </a:ln>
        </p:spPr>
        <p:txBody>
          <a:bodyPr spcFirstLastPara="1" wrap="square" lIns="91425" tIns="91425" rIns="91425" bIns="91425" anchor="t" anchorCtr="0">
            <a:spAutoFit/>
          </a:bodyPr>
          <a:lstStyle/>
          <a:p>
            <a:pPr>
              <a:lnSpc>
                <a:spcPct val="125000"/>
              </a:lnSpc>
              <a:spcAft>
                <a:spcPts val="800"/>
              </a:spcAft>
            </a:pPr>
            <a:r>
              <a:rPr lang="en-IN" sz="16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 Build a team with trust, vision, passion, life balance, and extreme customer value attitude</a:t>
            </a:r>
          </a:p>
          <a:p>
            <a:pPr>
              <a:lnSpc>
                <a:spcPct val="125000"/>
              </a:lnSpc>
              <a:spcAft>
                <a:spcPts val="800"/>
              </a:spcAft>
            </a:pPr>
            <a:r>
              <a:rPr lang="en-IN" sz="16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 Technical partnership with our OEM customers</a:t>
            </a:r>
          </a:p>
          <a:p>
            <a:pPr>
              <a:lnSpc>
                <a:spcPct val="125000"/>
              </a:lnSpc>
              <a:spcAft>
                <a:spcPts val="800"/>
              </a:spcAft>
            </a:pPr>
            <a:r>
              <a:rPr lang="en-IN" sz="16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 Customer’s trust and believing in us especially when we are a very small and working as a startup</a:t>
            </a:r>
          </a:p>
          <a:p>
            <a:pPr>
              <a:lnSpc>
                <a:spcPct val="125000"/>
              </a:lnSpc>
              <a:spcAft>
                <a:spcPts val="800"/>
              </a:spcAft>
            </a:pPr>
            <a:r>
              <a:rPr lang="en-IN" sz="16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sym typeface="Poppins"/>
              </a:rPr>
              <a:t>- Got opportunities to do some environmental activities and helping youth to bring to the platform of courage and passion</a:t>
            </a:r>
          </a:p>
        </p:txBody>
      </p:sp>
      <p:sp>
        <p:nvSpPr>
          <p:cNvPr id="272" name="TextBox 271">
            <a:extLst>
              <a:ext uri="{FF2B5EF4-FFF2-40B4-BE49-F238E27FC236}">
                <a16:creationId xmlns:a16="http://schemas.microsoft.com/office/drawing/2014/main" id="{FD04DABE-6FBD-72A9-D031-354F205F0AED}"/>
              </a:ext>
            </a:extLst>
          </p:cNvPr>
          <p:cNvSpPr txBox="1"/>
          <p:nvPr/>
        </p:nvSpPr>
        <p:spPr>
          <a:xfrm>
            <a:off x="3226364" y="826267"/>
            <a:ext cx="4475382" cy="400110"/>
          </a:xfrm>
          <a:prstGeom prst="rect">
            <a:avLst/>
          </a:prstGeom>
          <a:noFill/>
        </p:spPr>
        <p:txBody>
          <a:bodyPr wrap="square">
            <a:spAutoFit/>
          </a:bodyPr>
          <a:lstStyle/>
          <a:p>
            <a:r>
              <a:rPr lang="en-US"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More than this, we have achieved:-</a:t>
            </a:r>
            <a:endParaRPr lang="en-I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pic>
        <p:nvPicPr>
          <p:cNvPr id="3074" name="Picture 2" descr="Trust Icon #40726 - Free Icons Library">
            <a:extLst>
              <a:ext uri="{FF2B5EF4-FFF2-40B4-BE49-F238E27FC236}">
                <a16:creationId xmlns:a16="http://schemas.microsoft.com/office/drawing/2014/main" id="{B49A25AD-637A-6F7D-30B8-746BD93605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618" y="705204"/>
            <a:ext cx="2876550" cy="159067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BB34A305-AC25-D0E7-352C-149F17E3386E}"/>
              </a:ext>
            </a:extLst>
          </p:cNvPr>
          <p:cNvCxnSpPr/>
          <p:nvPr/>
        </p:nvCxnSpPr>
        <p:spPr>
          <a:xfrm>
            <a:off x="3288145" y="1311564"/>
            <a:ext cx="3860800" cy="0"/>
          </a:xfrm>
          <a:prstGeom prst="straightConnector1">
            <a:avLst/>
          </a:prstGeom>
          <a:ln>
            <a:gradFill flip="none" rotWithShape="1">
              <a:gsLst>
                <a:gs pos="0">
                  <a:srgbClr val="CA7C42"/>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11474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Goal Icon PNG Images, Vectors Free Download - Pngtree">
            <a:extLst>
              <a:ext uri="{FF2B5EF4-FFF2-40B4-BE49-F238E27FC236}">
                <a16:creationId xmlns:a16="http://schemas.microsoft.com/office/drawing/2014/main" id="{82622244-E759-72F0-DC11-309BC83C30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93" y="1977596"/>
            <a:ext cx="1277072" cy="127707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AEEB7A0-22F4-44B2-8E8E-C82A27F783FA}"/>
              </a:ext>
            </a:extLst>
          </p:cNvPr>
          <p:cNvSpPr>
            <a:spLocks noGrp="1"/>
          </p:cNvSpPr>
          <p:nvPr>
            <p:ph type="sldNum" sz="quarter" idx="12"/>
          </p:nvPr>
        </p:nvSpPr>
        <p:spPr/>
        <p:txBody>
          <a:bodyPr/>
          <a:lstStyle/>
          <a:p>
            <a:fld id="{4FAB73BC-B049-4115-A692-8D63A059BFB8}" type="slidenum">
              <a:rPr lang="en-US" smtClean="0">
                <a:latin typeface="Roboto" panose="02000000000000000000" pitchFamily="2" charset="0"/>
                <a:ea typeface="Roboto" panose="02000000000000000000" pitchFamily="2" charset="0"/>
                <a:cs typeface="Roboto" panose="02000000000000000000" pitchFamily="2" charset="0"/>
              </a:rPr>
              <a:pPr/>
              <a:t>7</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95193269-6417-FF02-561B-C3675454CA86}"/>
              </a:ext>
            </a:extLst>
          </p:cNvPr>
          <p:cNvSpPr txBox="1"/>
          <p:nvPr/>
        </p:nvSpPr>
        <p:spPr>
          <a:xfrm>
            <a:off x="0" y="-55265"/>
            <a:ext cx="7823200" cy="584775"/>
          </a:xfrm>
          <a:prstGeom prst="rect">
            <a:avLst/>
          </a:prstGeom>
          <a:noFill/>
        </p:spPr>
        <p:txBody>
          <a:bodyPr wrap="square">
            <a:spAutoFit/>
          </a:bodyPr>
          <a:lstStyle/>
          <a:p>
            <a:r>
              <a:rPr lang="en-US" sz="32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AdiInfi Goals - 2024</a:t>
            </a:r>
            <a:endParaRPr lang="en-IN" sz="32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128" name="Slide Number Placeholder 3">
            <a:extLst>
              <a:ext uri="{FF2B5EF4-FFF2-40B4-BE49-F238E27FC236}">
                <a16:creationId xmlns:a16="http://schemas.microsoft.com/office/drawing/2014/main" id="{98030F7B-ED43-BAAA-4B85-0F144EDE5099}"/>
              </a:ext>
            </a:extLst>
          </p:cNvPr>
          <p:cNvSpPr txBox="1">
            <a:spLocks/>
          </p:cNvSpPr>
          <p:nvPr/>
        </p:nvSpPr>
        <p:spPr>
          <a:xfrm>
            <a:off x="10837333" y="6470704"/>
            <a:ext cx="973667" cy="387294"/>
          </a:xfrm>
          <a:prstGeom prst="rect">
            <a:avLst/>
          </a:prstGeom>
        </p:spPr>
        <p:txBody>
          <a:bodyPr anchor="ctr"/>
          <a:lstStyle>
            <a:defPPr>
              <a:defRPr lang="en-US"/>
            </a:defPPr>
            <a:lvl1pPr marL="0" algn="ctr" defTabSz="457200" rtl="0" eaLnBrk="1" latinLnBrk="0" hangingPunct="1">
              <a:defRPr sz="1200" kern="1200">
                <a:solidFill>
                  <a:schemeClr val="bg1">
                    <a:lumMod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latin typeface="Roboto" panose="02000000000000000000" pitchFamily="2" charset="0"/>
                <a:ea typeface="Roboto" panose="02000000000000000000" pitchFamily="2" charset="0"/>
                <a:cs typeface="Roboto" panose="02000000000000000000" pitchFamily="2" charset="0"/>
              </a:rPr>
              <a:pPr/>
              <a:t>7</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247" name="TextBox 246">
            <a:extLst>
              <a:ext uri="{FF2B5EF4-FFF2-40B4-BE49-F238E27FC236}">
                <a16:creationId xmlns:a16="http://schemas.microsoft.com/office/drawing/2014/main" id="{D2831C61-FC81-2E80-B26E-79E7629BE82A}"/>
              </a:ext>
            </a:extLst>
          </p:cNvPr>
          <p:cNvSpPr txBox="1"/>
          <p:nvPr/>
        </p:nvSpPr>
        <p:spPr>
          <a:xfrm>
            <a:off x="1289865" y="2108301"/>
            <a:ext cx="10836053" cy="1015663"/>
          </a:xfrm>
          <a:prstGeom prst="rect">
            <a:avLst/>
          </a:prstGeom>
          <a:noFill/>
        </p:spPr>
        <p:txBody>
          <a:bodyPr wrap="square">
            <a:spAutoFit/>
          </a:bodyPr>
          <a:lstStyle/>
          <a:p>
            <a:r>
              <a:rPr lang="en-US"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 We will be launching our own IP of IoT innovation product in Industry4.0. This will be based on the serving many different industries to save OPEX cost, get better production quality and improve their operations</a:t>
            </a:r>
            <a:endParaRPr lang="en-I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2" name="TextBox 1">
            <a:extLst>
              <a:ext uri="{FF2B5EF4-FFF2-40B4-BE49-F238E27FC236}">
                <a16:creationId xmlns:a16="http://schemas.microsoft.com/office/drawing/2014/main" id="{E1F00AD7-F708-75D7-8F3F-A4C916334884}"/>
              </a:ext>
            </a:extLst>
          </p:cNvPr>
          <p:cNvSpPr txBox="1"/>
          <p:nvPr/>
        </p:nvSpPr>
        <p:spPr>
          <a:xfrm>
            <a:off x="1289865" y="3153171"/>
            <a:ext cx="10836053" cy="707886"/>
          </a:xfrm>
          <a:prstGeom prst="rect">
            <a:avLst/>
          </a:prstGeom>
          <a:noFill/>
        </p:spPr>
        <p:txBody>
          <a:bodyPr wrap="square">
            <a:spAutoFit/>
          </a:bodyPr>
          <a:lstStyle/>
          <a:p>
            <a:r>
              <a:rPr lang="en-US"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 We will be launching at least 4 more products in Machine Vision and Image processing including laser vertical</a:t>
            </a:r>
            <a:endParaRPr lang="en-I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3" name="TextBox 2">
            <a:extLst>
              <a:ext uri="{FF2B5EF4-FFF2-40B4-BE49-F238E27FC236}">
                <a16:creationId xmlns:a16="http://schemas.microsoft.com/office/drawing/2014/main" id="{EBBF6156-9596-9CBF-0398-C3AF997ECC58}"/>
              </a:ext>
            </a:extLst>
          </p:cNvPr>
          <p:cNvSpPr txBox="1"/>
          <p:nvPr/>
        </p:nvSpPr>
        <p:spPr>
          <a:xfrm>
            <a:off x="1289865" y="3890264"/>
            <a:ext cx="10836053" cy="707886"/>
          </a:xfrm>
          <a:prstGeom prst="rect">
            <a:avLst/>
          </a:prstGeom>
          <a:noFill/>
        </p:spPr>
        <p:txBody>
          <a:bodyPr wrap="square">
            <a:spAutoFit/>
          </a:bodyPr>
          <a:lstStyle/>
          <a:p>
            <a:r>
              <a:rPr lang="en-US"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 We will releasing customized HMI solution based on Open Source technology more robust and scalable</a:t>
            </a:r>
            <a:endParaRPr lang="en-I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8B53B50E-53A4-9170-3CA7-52C3E7F80DF0}"/>
              </a:ext>
            </a:extLst>
          </p:cNvPr>
          <p:cNvSpPr txBox="1"/>
          <p:nvPr/>
        </p:nvSpPr>
        <p:spPr>
          <a:xfrm>
            <a:off x="1289865" y="4627357"/>
            <a:ext cx="10836053" cy="400110"/>
          </a:xfrm>
          <a:prstGeom prst="rect">
            <a:avLst/>
          </a:prstGeom>
          <a:noFill/>
        </p:spPr>
        <p:txBody>
          <a:bodyPr wrap="square">
            <a:spAutoFit/>
          </a:bodyPr>
          <a:lstStyle/>
          <a:p>
            <a:r>
              <a:rPr lang="en-US"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 We will be keep serving our service based customers as their a technical partner</a:t>
            </a:r>
            <a:endParaRPr lang="en-I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2F0F127D-615B-ED5D-7888-B01F932B198B}"/>
              </a:ext>
            </a:extLst>
          </p:cNvPr>
          <p:cNvSpPr txBox="1"/>
          <p:nvPr/>
        </p:nvSpPr>
        <p:spPr>
          <a:xfrm>
            <a:off x="1289865" y="5056674"/>
            <a:ext cx="10836053" cy="400110"/>
          </a:xfrm>
          <a:prstGeom prst="rect">
            <a:avLst/>
          </a:prstGeom>
          <a:noFill/>
        </p:spPr>
        <p:txBody>
          <a:bodyPr wrap="square">
            <a:spAutoFit/>
          </a:bodyPr>
          <a:lstStyle/>
          <a:p>
            <a:r>
              <a:rPr lang="en-US"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 We will be scaling our business operations in different locations</a:t>
            </a:r>
            <a:endParaRPr lang="en-I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6A06F669-6BC6-161B-101B-8264DC6873E1}"/>
              </a:ext>
            </a:extLst>
          </p:cNvPr>
          <p:cNvSpPr txBox="1"/>
          <p:nvPr/>
        </p:nvSpPr>
        <p:spPr>
          <a:xfrm>
            <a:off x="1289865" y="5485991"/>
            <a:ext cx="10836053" cy="400110"/>
          </a:xfrm>
          <a:prstGeom prst="rect">
            <a:avLst/>
          </a:prstGeom>
          <a:noFill/>
        </p:spPr>
        <p:txBody>
          <a:bodyPr wrap="square">
            <a:spAutoFit/>
          </a:bodyPr>
          <a:lstStyle/>
          <a:p>
            <a:r>
              <a:rPr lang="en-US"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 We will focusing on more OEM partners for our product portfolio</a:t>
            </a:r>
            <a:endParaRPr lang="en-I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9" name="TextBox 8">
            <a:extLst>
              <a:ext uri="{FF2B5EF4-FFF2-40B4-BE49-F238E27FC236}">
                <a16:creationId xmlns:a16="http://schemas.microsoft.com/office/drawing/2014/main" id="{02A9303F-1941-243B-4D4D-3AF8DB67D727}"/>
              </a:ext>
            </a:extLst>
          </p:cNvPr>
          <p:cNvSpPr txBox="1"/>
          <p:nvPr/>
        </p:nvSpPr>
        <p:spPr>
          <a:xfrm>
            <a:off x="1289865" y="5915308"/>
            <a:ext cx="10836053" cy="400110"/>
          </a:xfrm>
          <a:prstGeom prst="rect">
            <a:avLst/>
          </a:prstGeom>
          <a:noFill/>
        </p:spPr>
        <p:txBody>
          <a:bodyPr wrap="square">
            <a:spAutoFit/>
          </a:bodyPr>
          <a:lstStyle/>
          <a:p>
            <a:r>
              <a:rPr lang="en-US"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 Greetings! We will be soon launching our new website</a:t>
            </a:r>
            <a:endParaRPr lang="en-IN" sz="20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11" name="TextBox 10">
            <a:extLst>
              <a:ext uri="{FF2B5EF4-FFF2-40B4-BE49-F238E27FC236}">
                <a16:creationId xmlns:a16="http://schemas.microsoft.com/office/drawing/2014/main" id="{C00855D5-77F7-A52F-7F70-18250BE20586}"/>
              </a:ext>
            </a:extLst>
          </p:cNvPr>
          <p:cNvSpPr txBox="1"/>
          <p:nvPr/>
        </p:nvSpPr>
        <p:spPr>
          <a:xfrm>
            <a:off x="1577108" y="775731"/>
            <a:ext cx="10337801" cy="923330"/>
          </a:xfrm>
          <a:prstGeom prst="rect">
            <a:avLst/>
          </a:prstGeom>
          <a:noFill/>
        </p:spPr>
        <p:txBody>
          <a:bodyPr wrap="square">
            <a:spAutoFit/>
          </a:bodyPr>
          <a:lstStyle/>
          <a:p>
            <a:r>
              <a:rPr lang="en-IN" sz="1800" b="1" i="1" dirty="0">
                <a:effectLst/>
                <a:latin typeface="Calibri" panose="020F0502020204030204" pitchFamily="34" charset="0"/>
              </a:rPr>
              <a:t>As we stand on the threshold of 2024, the journey ahead is even more exciting. Our commitment to excellence remains unwavering. We are not just building solutions; we are building lasting relationships. Let's take a sneak peek into what the future holds for AdiInfi.</a:t>
            </a:r>
            <a:endParaRPr lang="en-IN" b="1" dirty="0"/>
          </a:p>
        </p:txBody>
      </p:sp>
    </p:spTree>
    <p:extLst>
      <p:ext uri="{BB962C8B-B14F-4D97-AF65-F5344CB8AC3E}">
        <p14:creationId xmlns:p14="http://schemas.microsoft.com/office/powerpoint/2010/main" val="1566169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EEB7A0-22F4-44B2-8E8E-C82A27F783FA}"/>
              </a:ext>
            </a:extLst>
          </p:cNvPr>
          <p:cNvSpPr>
            <a:spLocks noGrp="1"/>
          </p:cNvSpPr>
          <p:nvPr>
            <p:ph type="sldNum" sz="quarter" idx="12"/>
          </p:nvPr>
        </p:nvSpPr>
        <p:spPr/>
        <p:txBody>
          <a:bodyPr/>
          <a:lstStyle/>
          <a:p>
            <a:fld id="{4FAB73BC-B049-4115-A692-8D63A059BFB8}" type="slidenum">
              <a:rPr lang="en-US" smtClean="0">
                <a:latin typeface="Roboto" panose="02000000000000000000" pitchFamily="2" charset="0"/>
                <a:ea typeface="Roboto" panose="02000000000000000000" pitchFamily="2" charset="0"/>
                <a:cs typeface="Roboto" panose="02000000000000000000" pitchFamily="2" charset="0"/>
              </a:rPr>
              <a:pPr/>
              <a:t>8</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95193269-6417-FF02-561B-C3675454CA86}"/>
              </a:ext>
            </a:extLst>
          </p:cNvPr>
          <p:cNvSpPr txBox="1"/>
          <p:nvPr/>
        </p:nvSpPr>
        <p:spPr>
          <a:xfrm>
            <a:off x="0" y="-55265"/>
            <a:ext cx="7823200" cy="584775"/>
          </a:xfrm>
          <a:prstGeom prst="rect">
            <a:avLst/>
          </a:prstGeom>
          <a:noFill/>
        </p:spPr>
        <p:txBody>
          <a:bodyPr wrap="square">
            <a:spAutoFit/>
          </a:bodyPr>
          <a:lstStyle/>
          <a:p>
            <a:r>
              <a:rPr lang="en-US" sz="32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Thank you! </a:t>
            </a:r>
            <a:endParaRPr lang="en-IN" sz="32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128" name="Slide Number Placeholder 3">
            <a:extLst>
              <a:ext uri="{FF2B5EF4-FFF2-40B4-BE49-F238E27FC236}">
                <a16:creationId xmlns:a16="http://schemas.microsoft.com/office/drawing/2014/main" id="{98030F7B-ED43-BAAA-4B85-0F144EDE5099}"/>
              </a:ext>
            </a:extLst>
          </p:cNvPr>
          <p:cNvSpPr txBox="1">
            <a:spLocks/>
          </p:cNvSpPr>
          <p:nvPr/>
        </p:nvSpPr>
        <p:spPr>
          <a:xfrm>
            <a:off x="10837333" y="6470704"/>
            <a:ext cx="973667" cy="387294"/>
          </a:xfrm>
          <a:prstGeom prst="rect">
            <a:avLst/>
          </a:prstGeom>
        </p:spPr>
        <p:txBody>
          <a:bodyPr anchor="ctr"/>
          <a:lstStyle>
            <a:defPPr>
              <a:defRPr lang="en-US"/>
            </a:defPPr>
            <a:lvl1pPr marL="0" algn="ctr" defTabSz="457200" rtl="0" eaLnBrk="1" latinLnBrk="0" hangingPunct="1">
              <a:defRPr sz="1200" kern="1200">
                <a:solidFill>
                  <a:schemeClr val="bg1">
                    <a:lumMod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latin typeface="Roboto" panose="02000000000000000000" pitchFamily="2" charset="0"/>
                <a:ea typeface="Roboto" panose="02000000000000000000" pitchFamily="2" charset="0"/>
                <a:cs typeface="Roboto" panose="02000000000000000000" pitchFamily="2" charset="0"/>
              </a:rPr>
              <a:pPr/>
              <a:t>8</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274" name="TextBox 273">
            <a:extLst>
              <a:ext uri="{FF2B5EF4-FFF2-40B4-BE49-F238E27FC236}">
                <a16:creationId xmlns:a16="http://schemas.microsoft.com/office/drawing/2014/main" id="{E1D45869-A901-89CA-CFC6-BD15A99E50D3}"/>
              </a:ext>
            </a:extLst>
          </p:cNvPr>
          <p:cNvSpPr txBox="1"/>
          <p:nvPr/>
        </p:nvSpPr>
        <p:spPr>
          <a:xfrm>
            <a:off x="177207" y="2661656"/>
            <a:ext cx="11837584" cy="3416320"/>
          </a:xfrm>
          <a:prstGeom prst="rect">
            <a:avLst/>
          </a:prstGeom>
          <a:noFill/>
        </p:spPr>
        <p:txBody>
          <a:bodyPr wrap="square">
            <a:spAutoFit/>
          </a:bodyPr>
          <a:lstStyle/>
          <a:p>
            <a:pPr algn="just"/>
            <a:r>
              <a:rPr lang="en-IN" sz="2400" i="1"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"Our success wouldn't be possible without the amazing individuals who make up the AdiInfi family. Our startup culture is not just a buzzword; it's the heartbeat of our organization. We believe in fostering an environment of trust, enthusiasm, and passion.“</a:t>
            </a:r>
          </a:p>
          <a:p>
            <a:pPr algn="just"/>
            <a:endParaRPr lang="en-IN" sz="24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a:p>
            <a:pPr algn="just"/>
            <a:r>
              <a:rPr lang="en-IN" sz="24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We heartly thankful to every individuals, customers, partners who believed in us, helped us to give opportunities and stood with us.</a:t>
            </a:r>
          </a:p>
          <a:p>
            <a:pPr algn="just"/>
            <a:endParaRPr lang="en-IN" sz="24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a:p>
            <a:pPr algn="just"/>
            <a:r>
              <a:rPr lang="en-IN" sz="24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We hope and we will! to get your continuous support in coming 2024 new challenges, new achievements and new innovations.</a:t>
            </a:r>
          </a:p>
        </p:txBody>
      </p:sp>
      <p:pic>
        <p:nvPicPr>
          <p:cNvPr id="4100" name="Picture 4" descr="Namaste Generic Gradient icon">
            <a:extLst>
              <a:ext uri="{FF2B5EF4-FFF2-40B4-BE49-F238E27FC236}">
                <a16:creationId xmlns:a16="http://schemas.microsoft.com/office/drawing/2014/main" id="{B5D23797-E4E4-A2E4-65C0-C38970A57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7672" y="667256"/>
            <a:ext cx="1856653" cy="1856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515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Krishna Icon Vector Art, Icons, and Graphics for Free Download">
            <a:extLst>
              <a:ext uri="{FF2B5EF4-FFF2-40B4-BE49-F238E27FC236}">
                <a16:creationId xmlns:a16="http://schemas.microsoft.com/office/drawing/2014/main" id="{897EB9B0-C8C1-C9D0-BA07-73874F4F86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0927" y="3231303"/>
            <a:ext cx="2858655" cy="285865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AEEB7A0-22F4-44B2-8E8E-C82A27F783FA}"/>
              </a:ext>
            </a:extLst>
          </p:cNvPr>
          <p:cNvSpPr>
            <a:spLocks noGrp="1"/>
          </p:cNvSpPr>
          <p:nvPr>
            <p:ph type="sldNum" sz="quarter" idx="12"/>
          </p:nvPr>
        </p:nvSpPr>
        <p:spPr/>
        <p:txBody>
          <a:bodyPr/>
          <a:lstStyle/>
          <a:p>
            <a:fld id="{4FAB73BC-B049-4115-A692-8D63A059BFB8}" type="slidenum">
              <a:rPr lang="en-US" smtClean="0">
                <a:latin typeface="Roboto" panose="02000000000000000000" pitchFamily="2" charset="0"/>
                <a:ea typeface="Roboto" panose="02000000000000000000" pitchFamily="2" charset="0"/>
                <a:cs typeface="Roboto" panose="02000000000000000000" pitchFamily="2" charset="0"/>
              </a:rPr>
              <a:pPr/>
              <a:t>9</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95193269-6417-FF02-561B-C3675454CA86}"/>
              </a:ext>
            </a:extLst>
          </p:cNvPr>
          <p:cNvSpPr txBox="1"/>
          <p:nvPr/>
        </p:nvSpPr>
        <p:spPr>
          <a:xfrm>
            <a:off x="0" y="-55265"/>
            <a:ext cx="7823200" cy="584775"/>
          </a:xfrm>
          <a:prstGeom prst="rect">
            <a:avLst/>
          </a:prstGeom>
          <a:noFill/>
        </p:spPr>
        <p:txBody>
          <a:bodyPr wrap="square">
            <a:spAutoFit/>
          </a:bodyPr>
          <a:lstStyle/>
          <a:p>
            <a:r>
              <a:rPr lang="en-US" sz="32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Thank you!</a:t>
            </a:r>
            <a:endParaRPr lang="en-IN" sz="3200"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endParaRPr>
          </a:p>
        </p:txBody>
      </p:sp>
      <p:sp>
        <p:nvSpPr>
          <p:cNvPr id="128" name="Slide Number Placeholder 3">
            <a:extLst>
              <a:ext uri="{FF2B5EF4-FFF2-40B4-BE49-F238E27FC236}">
                <a16:creationId xmlns:a16="http://schemas.microsoft.com/office/drawing/2014/main" id="{98030F7B-ED43-BAAA-4B85-0F144EDE5099}"/>
              </a:ext>
            </a:extLst>
          </p:cNvPr>
          <p:cNvSpPr txBox="1">
            <a:spLocks/>
          </p:cNvSpPr>
          <p:nvPr/>
        </p:nvSpPr>
        <p:spPr>
          <a:xfrm>
            <a:off x="10837333" y="6470704"/>
            <a:ext cx="973667" cy="387294"/>
          </a:xfrm>
          <a:prstGeom prst="rect">
            <a:avLst/>
          </a:prstGeom>
        </p:spPr>
        <p:txBody>
          <a:bodyPr anchor="ctr"/>
          <a:lstStyle>
            <a:defPPr>
              <a:defRPr lang="en-US"/>
            </a:defPPr>
            <a:lvl1pPr marL="0" algn="ctr" defTabSz="457200" rtl="0" eaLnBrk="1" latinLnBrk="0" hangingPunct="1">
              <a:defRPr sz="1200" kern="1200">
                <a:solidFill>
                  <a:schemeClr val="bg1">
                    <a:lumMod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latin typeface="Roboto" panose="02000000000000000000" pitchFamily="2" charset="0"/>
                <a:ea typeface="Roboto" panose="02000000000000000000" pitchFamily="2" charset="0"/>
                <a:cs typeface="Roboto" panose="02000000000000000000" pitchFamily="2" charset="0"/>
              </a:rPr>
              <a:pPr/>
              <a:t>9</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274" name="TextBox 273">
            <a:extLst>
              <a:ext uri="{FF2B5EF4-FFF2-40B4-BE49-F238E27FC236}">
                <a16:creationId xmlns:a16="http://schemas.microsoft.com/office/drawing/2014/main" id="{E1D45869-A901-89CA-CFC6-BD15A99E50D3}"/>
              </a:ext>
            </a:extLst>
          </p:cNvPr>
          <p:cNvSpPr txBox="1"/>
          <p:nvPr/>
        </p:nvSpPr>
        <p:spPr>
          <a:xfrm>
            <a:off x="120930" y="2531071"/>
            <a:ext cx="11950138" cy="465705"/>
          </a:xfrm>
          <a:prstGeom prst="rect">
            <a:avLst/>
          </a:prstGeom>
          <a:noFill/>
        </p:spPr>
        <p:txBody>
          <a:bodyPr wrap="square">
            <a:spAutoFit/>
          </a:bodyPr>
          <a:lstStyle/>
          <a:p>
            <a:pPr algn="ctr">
              <a:lnSpc>
                <a:spcPct val="107000"/>
              </a:lnSpc>
              <a:spcAft>
                <a:spcPts val="800"/>
              </a:spcAft>
            </a:pPr>
            <a:r>
              <a:rPr lang="en-IN" sz="2400" i="1"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Wish you all very healthy and prosperous Happy New Year</a:t>
            </a:r>
          </a:p>
        </p:txBody>
      </p:sp>
      <p:pic>
        <p:nvPicPr>
          <p:cNvPr id="4100" name="Picture 4" descr="Namaste Generic Gradient icon">
            <a:extLst>
              <a:ext uri="{FF2B5EF4-FFF2-40B4-BE49-F238E27FC236}">
                <a16:creationId xmlns:a16="http://schemas.microsoft.com/office/drawing/2014/main" id="{B5D23797-E4E4-A2E4-65C0-C38970A57B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7673" y="547408"/>
            <a:ext cx="1856653" cy="185665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05F8C8-0BD6-557A-7DD1-6FF1DE59A380}"/>
              </a:ext>
            </a:extLst>
          </p:cNvPr>
          <p:cNvSpPr txBox="1"/>
          <p:nvPr/>
        </p:nvSpPr>
        <p:spPr>
          <a:xfrm>
            <a:off x="4001656" y="4303352"/>
            <a:ext cx="5936672" cy="714555"/>
          </a:xfrm>
          <a:prstGeom prst="rect">
            <a:avLst/>
          </a:prstGeom>
          <a:noFill/>
        </p:spPr>
        <p:txBody>
          <a:bodyPr wrap="square">
            <a:spAutoFit/>
          </a:bodyPr>
          <a:lstStyle/>
          <a:p>
            <a:pPr>
              <a:lnSpc>
                <a:spcPct val="107000"/>
              </a:lnSpc>
              <a:spcAft>
                <a:spcPts val="800"/>
              </a:spcAft>
            </a:pPr>
            <a:r>
              <a:rPr lang="en-IN" sz="4000" i="1" dirty="0">
                <a:ln w="0"/>
                <a:gradFill flip="none" rotWithShape="1">
                  <a:gsLst>
                    <a:gs pos="0">
                      <a:srgbClr val="CA7C42"/>
                    </a:gs>
                    <a:gs pos="46000">
                      <a:schemeClr val="accent1">
                        <a:lumMod val="95000"/>
                        <a:lumOff val="5000"/>
                      </a:schemeClr>
                    </a:gs>
                    <a:gs pos="100000">
                      <a:schemeClr val="accent1">
                        <a:lumMod val="60000"/>
                      </a:schemeClr>
                    </a:gs>
                  </a:gsLst>
                  <a:path path="circle">
                    <a:fillToRect l="50000" t="50000" r="50000" b="50000"/>
                  </a:path>
                  <a:tileRect/>
                </a:gradFill>
                <a:latin typeface="Roboto" panose="02000000000000000000" pitchFamily="2" charset="0"/>
                <a:ea typeface="Roboto" panose="02000000000000000000" pitchFamily="2" charset="0"/>
                <a:cs typeface="Roboto" panose="02000000000000000000" pitchFamily="2" charset="0"/>
              </a:rPr>
              <a:t>JAY SHREE KRISHNA</a:t>
            </a:r>
          </a:p>
        </p:txBody>
      </p:sp>
    </p:spTree>
    <p:extLst>
      <p:ext uri="{BB962C8B-B14F-4D97-AF65-F5344CB8AC3E}">
        <p14:creationId xmlns:p14="http://schemas.microsoft.com/office/powerpoint/2010/main" val="2216696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D8F83CAC-1B8D-4C0C-B8FF-094EA25399F0}"/>
              </a:ext>
            </a:extLst>
          </p:cNvPr>
          <p:cNvPicPr>
            <a:picLocks noChangeAspect="1"/>
          </p:cNvPicPr>
          <p:nvPr/>
        </p:nvPicPr>
        <p:blipFill>
          <a:blip r:embed="rId2"/>
          <a:srcRect/>
          <a:stretch/>
        </p:blipFill>
        <p:spPr>
          <a:xfrm>
            <a:off x="0" y="13129"/>
            <a:ext cx="12192000" cy="6877050"/>
          </a:xfrm>
          <a:prstGeom prst="rect">
            <a:avLst/>
          </a:prstGeom>
          <a:noFill/>
        </p:spPr>
      </p:pic>
      <p:sp>
        <p:nvSpPr>
          <p:cNvPr id="4" name="Slide Number Placeholder 3">
            <a:extLst>
              <a:ext uri="{FF2B5EF4-FFF2-40B4-BE49-F238E27FC236}">
                <a16:creationId xmlns:a16="http://schemas.microsoft.com/office/drawing/2014/main" id="{8AF644D1-DF97-4B49-AAF9-1EE249388054}"/>
              </a:ext>
            </a:extLst>
          </p:cNvPr>
          <p:cNvSpPr>
            <a:spLocks noGrp="1"/>
          </p:cNvSpPr>
          <p:nvPr>
            <p:ph type="sldNum" sz="quarter" idx="12"/>
          </p:nvPr>
        </p:nvSpPr>
        <p:spPr/>
        <p:txBody>
          <a:bodyPr/>
          <a:lstStyle/>
          <a:p>
            <a:fld id="{4FAB73BC-B049-4115-A692-8D63A059BFB8}" type="slidenum">
              <a:rPr lang="en-US" smtClean="0"/>
              <a:pPr/>
              <a:t>10</a:t>
            </a:fld>
            <a:endParaRPr lang="en-US" dirty="0"/>
          </a:p>
        </p:txBody>
      </p:sp>
      <p:sp>
        <p:nvSpPr>
          <p:cNvPr id="5" name="Title 4">
            <a:extLst>
              <a:ext uri="{FF2B5EF4-FFF2-40B4-BE49-F238E27FC236}">
                <a16:creationId xmlns:a16="http://schemas.microsoft.com/office/drawing/2014/main" id="{64CD5C07-48A3-40AE-9497-0F2CC01B9871}"/>
              </a:ext>
            </a:extLst>
          </p:cNvPr>
          <p:cNvSpPr>
            <a:spLocks noGrp="1"/>
          </p:cNvSpPr>
          <p:nvPr>
            <p:ph type="title" idx="4294967295"/>
          </p:nvPr>
        </p:nvSpPr>
        <p:spPr>
          <a:xfrm>
            <a:off x="-89647" y="2719817"/>
            <a:ext cx="12192000" cy="1463675"/>
          </a:xfrm>
        </p:spPr>
        <p:txBody>
          <a:bodyPr>
            <a:normAutofit/>
          </a:bodyPr>
          <a:lstStyle/>
          <a:p>
            <a:pPr algn="ctr"/>
            <a:r>
              <a:rPr lang="en-US" sz="4000" dirty="0"/>
              <a:t>Thank you </a:t>
            </a:r>
            <a:endParaRPr lang="en-IN" sz="4000" dirty="0"/>
          </a:p>
        </p:txBody>
      </p:sp>
      <p:sp>
        <p:nvSpPr>
          <p:cNvPr id="7" name="Text Placeholder 6">
            <a:extLst>
              <a:ext uri="{FF2B5EF4-FFF2-40B4-BE49-F238E27FC236}">
                <a16:creationId xmlns:a16="http://schemas.microsoft.com/office/drawing/2014/main" id="{B08E5E22-1C5B-45F7-AF90-7015CB11FB54}"/>
              </a:ext>
            </a:extLst>
          </p:cNvPr>
          <p:cNvSpPr>
            <a:spLocks noGrp="1"/>
          </p:cNvSpPr>
          <p:nvPr>
            <p:ph type="body" sz="half" idx="4294967295"/>
          </p:nvPr>
        </p:nvSpPr>
        <p:spPr>
          <a:xfrm>
            <a:off x="3710295" y="5542845"/>
            <a:ext cx="5038781" cy="850928"/>
          </a:xfrm>
        </p:spPr>
        <p:txBody>
          <a:bodyPr>
            <a:normAutofit/>
          </a:bodyPr>
          <a:lstStyle/>
          <a:p>
            <a:pPr algn="ctr">
              <a:lnSpc>
                <a:spcPct val="130000"/>
              </a:lnSpc>
              <a:spcAft>
                <a:spcPts val="1800"/>
              </a:spcAft>
            </a:pPr>
            <a:r>
              <a:rPr lang="en-IN" sz="1800" dirty="0">
                <a:solidFill>
                  <a:schemeClr val="tx1">
                    <a:lumMod val="75000"/>
                    <a:lumOff val="25000"/>
                  </a:schemeClr>
                </a:solidFill>
              </a:rPr>
              <a:t>315, </a:t>
            </a:r>
            <a:r>
              <a:rPr lang="en-IN" sz="1800" dirty="0" err="1">
                <a:solidFill>
                  <a:schemeClr val="tx1">
                    <a:lumMod val="75000"/>
                    <a:lumOff val="25000"/>
                  </a:schemeClr>
                </a:solidFill>
              </a:rPr>
              <a:t>Arth</a:t>
            </a:r>
            <a:r>
              <a:rPr lang="en-IN" sz="1800" dirty="0">
                <a:solidFill>
                  <a:schemeClr val="tx1">
                    <a:lumMod val="75000"/>
                    <a:lumOff val="25000"/>
                  </a:schemeClr>
                </a:solidFill>
              </a:rPr>
              <a:t> Business Centre (</a:t>
            </a:r>
            <a:r>
              <a:rPr lang="en-IN" sz="1800" dirty="0" err="1">
                <a:solidFill>
                  <a:schemeClr val="tx1">
                    <a:lumMod val="75000"/>
                    <a:lumOff val="25000"/>
                  </a:schemeClr>
                </a:solidFill>
              </a:rPr>
              <a:t>Abc</a:t>
            </a:r>
            <a:r>
              <a:rPr lang="en-IN" sz="1800" dirty="0">
                <a:solidFill>
                  <a:schemeClr val="tx1">
                    <a:lumMod val="75000"/>
                    <a:lumOff val="25000"/>
                  </a:schemeClr>
                </a:solidFill>
              </a:rPr>
              <a:t>), ring road, nr. Parikh hospital, </a:t>
            </a:r>
            <a:r>
              <a:rPr lang="en-IN" sz="1800" dirty="0" err="1">
                <a:solidFill>
                  <a:schemeClr val="tx1">
                    <a:lumMod val="75000"/>
                    <a:lumOff val="25000"/>
                  </a:schemeClr>
                </a:solidFill>
              </a:rPr>
              <a:t>Nikol</a:t>
            </a:r>
            <a:r>
              <a:rPr lang="en-IN" sz="1800" dirty="0">
                <a:solidFill>
                  <a:schemeClr val="tx1">
                    <a:lumMod val="75000"/>
                    <a:lumOff val="25000"/>
                  </a:schemeClr>
                </a:solidFill>
              </a:rPr>
              <a:t>, Ahmedabad, Gujarat - 382350</a:t>
            </a:r>
          </a:p>
        </p:txBody>
      </p:sp>
      <p:pic>
        <p:nvPicPr>
          <p:cNvPr id="13" name="Picture 12">
            <a:extLst>
              <a:ext uri="{FF2B5EF4-FFF2-40B4-BE49-F238E27FC236}">
                <a16:creationId xmlns:a16="http://schemas.microsoft.com/office/drawing/2014/main" id="{A84E066C-3547-49A5-B21D-0DDF82C1589C}"/>
              </a:ext>
            </a:extLst>
          </p:cNvPr>
          <p:cNvPicPr>
            <a:picLocks noChangeAspect="1"/>
          </p:cNvPicPr>
          <p:nvPr/>
        </p:nvPicPr>
        <p:blipFill>
          <a:blip r:embed="rId3"/>
          <a:stretch>
            <a:fillRect/>
          </a:stretch>
        </p:blipFill>
        <p:spPr>
          <a:xfrm>
            <a:off x="252481" y="230982"/>
            <a:ext cx="2523683" cy="816768"/>
          </a:xfrm>
          <a:prstGeom prst="rect">
            <a:avLst/>
          </a:prstGeom>
        </p:spPr>
      </p:pic>
      <p:cxnSp>
        <p:nvCxnSpPr>
          <p:cNvPr id="14" name="Straight Connector 13">
            <a:extLst>
              <a:ext uri="{FF2B5EF4-FFF2-40B4-BE49-F238E27FC236}">
                <a16:creationId xmlns:a16="http://schemas.microsoft.com/office/drawing/2014/main" id="{13C41EDA-857F-46A2-890F-970D00364ACD}"/>
              </a:ext>
            </a:extLst>
          </p:cNvPr>
          <p:cNvCxnSpPr/>
          <p:nvPr/>
        </p:nvCxnSpPr>
        <p:spPr>
          <a:xfrm>
            <a:off x="2324436" y="5448972"/>
            <a:ext cx="3905250" cy="2540"/>
          </a:xfrm>
          <a:prstGeom prst="line">
            <a:avLst/>
          </a:prstGeom>
          <a:ln w="28575">
            <a:solidFill>
              <a:srgbClr val="1589CB"/>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318AAC43-762C-4122-AC09-C849E4B445FE}"/>
              </a:ext>
            </a:extLst>
          </p:cNvPr>
          <p:cNvCxnSpPr/>
          <p:nvPr/>
        </p:nvCxnSpPr>
        <p:spPr>
          <a:xfrm>
            <a:off x="6195396" y="5445087"/>
            <a:ext cx="3905250" cy="2540"/>
          </a:xfrm>
          <a:prstGeom prst="line">
            <a:avLst/>
          </a:prstGeom>
          <a:ln w="28575">
            <a:solidFill>
              <a:srgbClr val="CA7C42"/>
            </a:solidFill>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E7756930-C515-4AC0-8E2F-9F297C1F881D}"/>
              </a:ext>
            </a:extLst>
          </p:cNvPr>
          <p:cNvSpPr txBox="1"/>
          <p:nvPr/>
        </p:nvSpPr>
        <p:spPr>
          <a:xfrm>
            <a:off x="2935942" y="1550137"/>
            <a:ext cx="6140822" cy="646331"/>
          </a:xfrm>
          <a:prstGeom prst="rect">
            <a:avLst/>
          </a:prstGeom>
          <a:noFill/>
        </p:spPr>
        <p:txBody>
          <a:bodyPr wrap="square">
            <a:spAutoFit/>
          </a:bodyPr>
          <a:lstStyle/>
          <a:p>
            <a:pPr algn="ctr"/>
            <a:r>
              <a:rPr lang="en-US" b="1" i="0" dirty="0">
                <a:effectLst/>
                <a:latin typeface="var(--h2_typography-font-family)"/>
              </a:rPr>
              <a:t>We’re Here To Help Your Business</a:t>
            </a:r>
          </a:p>
          <a:p>
            <a:pPr algn="ctr"/>
            <a:r>
              <a:rPr lang="en-US" b="0" i="0" dirty="0">
                <a:effectLst/>
                <a:latin typeface="Roboto" panose="02000000000000000000" pitchFamily="2" charset="0"/>
              </a:rPr>
              <a:t>Through Quality, Creativity, Integrity, and Innovation</a:t>
            </a:r>
          </a:p>
        </p:txBody>
      </p:sp>
      <p:sp>
        <p:nvSpPr>
          <p:cNvPr id="21" name="TextBox 20">
            <a:extLst>
              <a:ext uri="{FF2B5EF4-FFF2-40B4-BE49-F238E27FC236}">
                <a16:creationId xmlns:a16="http://schemas.microsoft.com/office/drawing/2014/main" id="{D9088A80-3548-416A-BF97-5634CA15DE78}"/>
              </a:ext>
            </a:extLst>
          </p:cNvPr>
          <p:cNvSpPr txBox="1"/>
          <p:nvPr/>
        </p:nvSpPr>
        <p:spPr>
          <a:xfrm>
            <a:off x="3141205" y="6345294"/>
            <a:ext cx="6176962" cy="419346"/>
          </a:xfrm>
          <a:prstGeom prst="rect">
            <a:avLst/>
          </a:prstGeom>
        </p:spPr>
        <p:txBody>
          <a:bodyPr vert="horz" lIns="45720" tIns="45720" rIns="45720" bIns="45720" rtlCol="0">
            <a:normAutofit/>
          </a:bodyPr>
          <a:lstStyle>
            <a:lvl1pPr marL="91440" indent="-91440" algn="ctr" defTabSz="914400">
              <a:lnSpc>
                <a:spcPct val="130000"/>
              </a:lnSpc>
              <a:spcBef>
                <a:spcPts val="1200"/>
              </a:spcBef>
              <a:spcAft>
                <a:spcPts val="1800"/>
              </a:spcAft>
              <a:buClr>
                <a:schemeClr val="accent1"/>
              </a:buClr>
              <a:buSzPct val="100000"/>
              <a:buFont typeface="Tw Cen MT" panose="020B0602020104020603" pitchFamily="34" charset="0"/>
              <a:buChar char=" "/>
              <a:defRPr>
                <a:solidFill>
                  <a:schemeClr val="tx1">
                    <a:lumMod val="75000"/>
                    <a:lumOff val="25000"/>
                  </a:schemeClr>
                </a:solidFill>
                <a:effectLst/>
                <a:latin typeface="Calibri" panose="020F0502020204030204" pitchFamily="34" charset="0"/>
                <a:ea typeface="Times New Roman" panose="02020603050405020304" pitchFamily="18" charset="0"/>
                <a:cs typeface="Calibri" panose="020F0502020204030204" pitchFamily="34" charset="0"/>
              </a:defRPr>
            </a:lvl1pPr>
            <a:lvl2pPr marL="265176" indent="-137160" defTabSz="914400">
              <a:lnSpc>
                <a:spcPct val="90000"/>
              </a:lnSpc>
              <a:spcBef>
                <a:spcPts val="200"/>
              </a:spcBef>
              <a:spcAft>
                <a:spcPts val="400"/>
              </a:spcAft>
              <a:buClr>
                <a:schemeClr val="accent1"/>
              </a:buClr>
              <a:buFont typeface="Wingdings 3" pitchFamily="18" charset="2"/>
              <a:buChar char=""/>
              <a:defRPr>
                <a:latin typeface="Calibri" panose="020F0502020204030204" pitchFamily="34" charset="0"/>
                <a:cs typeface="Calibri" panose="020F0502020204030204" pitchFamily="34" charset="0"/>
              </a:defRPr>
            </a:lvl2pPr>
            <a:lvl3pPr marL="448056" indent="-137160" defTabSz="914400">
              <a:lnSpc>
                <a:spcPct val="90000"/>
              </a:lnSpc>
              <a:spcBef>
                <a:spcPts val="200"/>
              </a:spcBef>
              <a:spcAft>
                <a:spcPts val="400"/>
              </a:spcAft>
              <a:buClr>
                <a:schemeClr val="accent1"/>
              </a:buClr>
              <a:buFont typeface="Wingdings 3" pitchFamily="18" charset="2"/>
              <a:buChar char=""/>
              <a:defRPr sz="1400">
                <a:latin typeface="Calibri" panose="020F0502020204030204" pitchFamily="34" charset="0"/>
                <a:cs typeface="Calibri" panose="020F0502020204030204" pitchFamily="34" charset="0"/>
              </a:defRPr>
            </a:lvl3pPr>
            <a:lvl4pPr marL="594360" indent="-137160" defTabSz="914400">
              <a:lnSpc>
                <a:spcPct val="90000"/>
              </a:lnSpc>
              <a:spcBef>
                <a:spcPts val="200"/>
              </a:spcBef>
              <a:spcAft>
                <a:spcPts val="400"/>
              </a:spcAft>
              <a:buClr>
                <a:schemeClr val="accent1"/>
              </a:buClr>
              <a:buFont typeface="Wingdings 3" pitchFamily="18" charset="2"/>
              <a:buChar char=""/>
              <a:defRPr sz="1400">
                <a:latin typeface="Calibri" panose="020F0502020204030204" pitchFamily="34" charset="0"/>
                <a:cs typeface="Calibri" panose="020F0502020204030204" pitchFamily="34" charset="0"/>
              </a:defRPr>
            </a:lvl4pPr>
            <a:lvl5pPr marL="777240" indent="-137160" defTabSz="914400">
              <a:lnSpc>
                <a:spcPct val="90000"/>
              </a:lnSpc>
              <a:spcBef>
                <a:spcPts val="200"/>
              </a:spcBef>
              <a:spcAft>
                <a:spcPts val="400"/>
              </a:spcAft>
              <a:buClr>
                <a:schemeClr val="accent1"/>
              </a:buClr>
              <a:buFont typeface="Wingdings 3" pitchFamily="18" charset="2"/>
              <a:buChar char=""/>
              <a:defRPr sz="1400">
                <a:latin typeface="Calibri" panose="020F0502020204030204" pitchFamily="34" charset="0"/>
                <a:cs typeface="Calibri" panose="020F0502020204030204" pitchFamily="34" charset="0"/>
              </a:defRPr>
            </a:lvl5pPr>
            <a:lvl6pPr marL="914400" indent="-137160" defTabSz="914400">
              <a:lnSpc>
                <a:spcPct val="90000"/>
              </a:lnSpc>
              <a:spcBef>
                <a:spcPts val="200"/>
              </a:spcBef>
              <a:spcAft>
                <a:spcPts val="400"/>
              </a:spcAft>
              <a:buClr>
                <a:schemeClr val="accent1"/>
              </a:buClr>
              <a:buFont typeface="Wingdings 3" pitchFamily="18" charset="2"/>
              <a:buChar char=""/>
              <a:defRPr sz="1400"/>
            </a:lvl6pPr>
            <a:lvl7pPr marL="1060704" indent="-137160" defTabSz="914400">
              <a:lnSpc>
                <a:spcPct val="90000"/>
              </a:lnSpc>
              <a:spcBef>
                <a:spcPts val="200"/>
              </a:spcBef>
              <a:spcAft>
                <a:spcPts val="400"/>
              </a:spcAft>
              <a:buClr>
                <a:schemeClr val="accent1"/>
              </a:buClr>
              <a:buFont typeface="Wingdings 3" pitchFamily="18" charset="2"/>
              <a:buChar char=""/>
              <a:defRPr sz="1400"/>
            </a:lvl7pPr>
            <a:lvl8pPr marL="1216152" indent="-137160" defTabSz="914400">
              <a:lnSpc>
                <a:spcPct val="90000"/>
              </a:lnSpc>
              <a:spcBef>
                <a:spcPts val="200"/>
              </a:spcBef>
              <a:spcAft>
                <a:spcPts val="400"/>
              </a:spcAft>
              <a:buClr>
                <a:schemeClr val="accent1"/>
              </a:buClr>
              <a:buFont typeface="Wingdings 3" pitchFamily="18" charset="2"/>
              <a:buChar char=""/>
              <a:defRPr sz="1400"/>
            </a:lvl8pPr>
            <a:lvl9pPr marL="1362456" indent="-137160" defTabSz="914400">
              <a:lnSpc>
                <a:spcPct val="90000"/>
              </a:lnSpc>
              <a:spcBef>
                <a:spcPts val="200"/>
              </a:spcBef>
              <a:spcAft>
                <a:spcPts val="400"/>
              </a:spcAft>
              <a:buClr>
                <a:schemeClr val="accent1"/>
              </a:buClr>
              <a:buFont typeface="Wingdings 3" pitchFamily="18" charset="2"/>
              <a:buChar char=""/>
              <a:defRPr sz="1400"/>
            </a:lvl9pPr>
          </a:lstStyle>
          <a:p>
            <a:r>
              <a:rPr lang="en-US" dirty="0">
                <a:hlinkClick r:id="rId4" tooltip="www.adiinfi.com"/>
              </a:rPr>
              <a:t>www.adiinfi.com</a:t>
            </a:r>
            <a:endParaRPr lang="en-IN" dirty="0"/>
          </a:p>
        </p:txBody>
      </p:sp>
      <p:sp>
        <p:nvSpPr>
          <p:cNvPr id="22" name="TextBox 21">
            <a:extLst>
              <a:ext uri="{FF2B5EF4-FFF2-40B4-BE49-F238E27FC236}">
                <a16:creationId xmlns:a16="http://schemas.microsoft.com/office/drawing/2014/main" id="{6FEDC0AD-386D-464F-9776-3C47A68B8C9D}"/>
              </a:ext>
            </a:extLst>
          </p:cNvPr>
          <p:cNvSpPr txBox="1"/>
          <p:nvPr/>
        </p:nvSpPr>
        <p:spPr>
          <a:xfrm>
            <a:off x="143709" y="1125084"/>
            <a:ext cx="2792233" cy="338554"/>
          </a:xfrm>
          <a:prstGeom prst="rect">
            <a:avLst/>
          </a:prstGeom>
          <a:noFill/>
        </p:spPr>
        <p:txBody>
          <a:bodyPr wrap="square">
            <a:spAutoFit/>
          </a:bodyPr>
          <a:lstStyle/>
          <a:p>
            <a:r>
              <a:rPr lang="en-US" sz="1600" b="1" dirty="0">
                <a:solidFill>
                  <a:srgbClr val="CA7C42"/>
                </a:solidFill>
                <a:latin typeface="Calibri" panose="020F0502020204030204" pitchFamily="34" charset="0"/>
                <a:cs typeface="Calibri" panose="020F0502020204030204" pitchFamily="34" charset="0"/>
              </a:rPr>
              <a:t>Connecting to the </a:t>
            </a:r>
            <a:r>
              <a:rPr lang="en-US" sz="1600" b="1" dirty="0">
                <a:solidFill>
                  <a:srgbClr val="1589CB"/>
                </a:solidFill>
                <a:latin typeface="Calibri" panose="020F0502020204030204" pitchFamily="34" charset="0"/>
                <a:cs typeface="Calibri" panose="020F0502020204030204" pitchFamily="34" charset="0"/>
              </a:rPr>
              <a:t>digital world</a:t>
            </a:r>
          </a:p>
        </p:txBody>
      </p:sp>
      <p:cxnSp>
        <p:nvCxnSpPr>
          <p:cNvPr id="24" name="Straight Arrow Connector 23">
            <a:extLst>
              <a:ext uri="{FF2B5EF4-FFF2-40B4-BE49-F238E27FC236}">
                <a16:creationId xmlns:a16="http://schemas.microsoft.com/office/drawing/2014/main" id="{5301C7B2-6031-4671-BF7B-B61072E6DB12}"/>
              </a:ext>
            </a:extLst>
          </p:cNvPr>
          <p:cNvCxnSpPr/>
          <p:nvPr/>
        </p:nvCxnSpPr>
        <p:spPr>
          <a:xfrm>
            <a:off x="242956" y="1123950"/>
            <a:ext cx="2621352" cy="0"/>
          </a:xfrm>
          <a:prstGeom prst="straightConnector1">
            <a:avLst/>
          </a:prstGeom>
          <a:ln>
            <a:solidFill>
              <a:srgbClr val="8D8D8F"/>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146279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Custom 1">
      <a:dk1>
        <a:sysClr val="windowText" lastClr="000000"/>
      </a:dk1>
      <a:lt1>
        <a:sysClr val="window" lastClr="FFFFFF"/>
      </a:lt1>
      <a:dk2>
        <a:srgbClr val="335B74"/>
      </a:dk2>
      <a:lt2>
        <a:srgbClr val="DFE3E5"/>
      </a:lt2>
      <a:accent1>
        <a:srgbClr val="1589CB"/>
      </a:accent1>
      <a:accent2>
        <a:srgbClr val="2683C6"/>
      </a:accent2>
      <a:accent3>
        <a:srgbClr val="CA7C42"/>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4C90D-2A62-4985-9618-3460247437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Template>
  <TotalTime>1650</TotalTime>
  <Words>846</Words>
  <Application>Microsoft Office PowerPoint</Application>
  <PresentationFormat>Widescreen</PresentationFormat>
  <Paragraphs>117</Paragraphs>
  <Slides>10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Roboto</vt:lpstr>
      <vt:lpstr>Söhne</vt:lpstr>
      <vt:lpstr>Tw Cen MT</vt:lpstr>
      <vt:lpstr>var(--h2_typography-font-family)</vt:lpstr>
      <vt:lpstr>Wingdings 3</vt:lpstr>
      <vt:lpstr>Integral</vt:lpstr>
      <vt:lpstr>PowerPoint Presentation</vt:lpstr>
      <vt:lpstr>PowerPoint Presentation</vt:lpstr>
      <vt:lpstr>AdiInfi 2023: A Year of Innovation, Trust, and Shared Successes 🚀</vt:lpstr>
      <vt:lpstr>AdiInfi 2023: A Year of Innovation, Trust, and Shared Successes 🚀</vt:lpstr>
      <vt:lpstr>PowerPoint Presentation</vt:lpstr>
      <vt:lpstr>PowerPoint Presentation</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brijesh chodavadiya</dc:creator>
  <cp:lastModifiedBy>brijesh chodavadiya</cp:lastModifiedBy>
  <cp:revision>104</cp:revision>
  <dcterms:created xsi:type="dcterms:W3CDTF">2022-03-21T12:55:51Z</dcterms:created>
  <dcterms:modified xsi:type="dcterms:W3CDTF">2023-12-30T11:05:30Z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
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6"/>
  </p:notesMasterIdLst>
  <p:sldIdLst>
    <p:sldId id="256" r:id="rId3"/>
    <p:sldId id="257" r:id="rId4"/>
    <p:sldId id="261" r:id="rId5"/>
  </p:sldIdLst>
  <p:sldSz cx="12192000" cy="6858000"/>
  <p:notesSz cx="6858000" cy="9144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20"/>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C452ADB1-275D-430A-89EE-5C7E6CFF6FF2}" type="datetimeFigureOut">
              <a:rPr lang="en-US"/>
              <a:t>19/01/2025</a:t>
            </a:fld>
            <a:endParaRPr lang="en-US"/>
          </a:p>
        </p:txBody>
      </p:sp>
      <p:sp>
        <p:nvSpPr>
          <p:cNvPr id="4"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4B725628-3A68-42F4-BA86-981817953149}" type="slidenum">
              <a:rPr lang="en-US"/>
              <a:t>‹#›</a:t>
            </a:fld>
            <a:endParaRPr lang="en-US"/>
          </a:p>
        </p:txBody>
      </p:sp>
    </p:spTree>
  </p:cSld>
  <p:clrMap bg1="lt1" tx1="dk1" bg2="lt2" tx2="dk2" accent1="accent1" accent2="accent2" accent3="accent3" accent4="accent4" accent5="accent5" accent6="accent6" hlink="hlink" folHlink="folHlink"/>
  <p:hf sldNum="0" hdr="0" ftr="0" dt="0"/>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2C0E22-0A60-3B0F-4751-E3F4955EF410}"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59B934-5086-1103-B476-8C8DBF757D7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DCB5B3-FB9F-FA07-A1A3-37B1D02D31CF}" type="slidenum">
              <a:rPr/>
              <a:t>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bwMode="auto">
        <a:xfrm>
          <a:off x="0" y="0"/>
          <a:ext cx="0" cy="0"/>
          <a:chOff x="0" y="0"/>
          <a:chExt cx="0" cy="0"/>
        </a:xfrm>
      </p:grpSpPr>
      <p:grpSp>
        <p:nvGrpSpPr>
          <p:cNvPr id="235" name="Group 234"/>
          <p:cNvGrpSpPr/>
          <p:nvPr userDrawn="1"/>
        </p:nvGrpSpPr>
        <p:grpSpPr bwMode="auto">
          <a:xfrm>
            <a:off x="-20830" y="0"/>
            <a:ext cx="12198567" cy="6863980"/>
            <a:chOff x="-3546" y="0"/>
            <a:chExt cx="12198567" cy="6863980"/>
          </a:xfrm>
        </p:grpSpPr>
        <p:pic>
          <p:nvPicPr>
            <p:cNvPr id="9" name="Picture 8"/>
            <p:cNvPicPr>
              <a:picLocks noChangeAspect="1"/>
            </p:cNvPicPr>
            <p:nvPr userDrawn="1"/>
          </p:nvPicPr>
          <p:blipFill>
            <a:blip r:embed="rId2"/>
            <a:stretch/>
          </p:blipFill>
          <p:spPr bwMode="auto">
            <a:xfrm>
              <a:off x="3041" y="0"/>
              <a:ext cx="12191980" cy="6857988"/>
            </a:xfrm>
            <a:prstGeom prst="rect">
              <a:avLst/>
            </a:prstGeom>
          </p:spPr>
        </p:pic>
        <p:sp>
          <p:nvSpPr>
            <p:cNvPr id="3" name="Graphic 18" descr="Lamp"/>
            <p:cNvSpPr/>
            <p:nvPr/>
          </p:nvSpPr>
          <p:spPr bwMode="auto">
            <a:xfrm>
              <a:off x="-3546" y="5917562"/>
              <a:ext cx="585026" cy="946418"/>
            </a:xfrm>
            <a:custGeom>
              <a:avLst/>
              <a:gdLst>
                <a:gd name="connsiteX0" fmla="*/ 393768 w 585026"/>
                <a:gd name="connsiteY0" fmla="*/ 881890 h 946418"/>
                <a:gd name="connsiteX1" fmla="*/ 326265 w 585026"/>
                <a:gd name="connsiteY1" fmla="*/ 881890 h 946418"/>
                <a:gd name="connsiteX2" fmla="*/ 326265 w 585026"/>
                <a:gd name="connsiteY2" fmla="*/ 354907 h 946418"/>
                <a:gd name="connsiteX3" fmla="*/ 371267 w 585026"/>
                <a:gd name="connsiteY3" fmla="*/ 354907 h 946418"/>
                <a:gd name="connsiteX4" fmla="*/ 371267 w 585026"/>
                <a:gd name="connsiteY4" fmla="*/ 473209 h 946418"/>
                <a:gd name="connsiteX5" fmla="*/ 393768 w 585026"/>
                <a:gd name="connsiteY5" fmla="*/ 473209 h 946418"/>
                <a:gd name="connsiteX6" fmla="*/ 393768 w 585026"/>
                <a:gd name="connsiteY6" fmla="*/ 354907 h 946418"/>
                <a:gd name="connsiteX7" fmla="*/ 585027 w 585026"/>
                <a:gd name="connsiteY7" fmla="*/ 354907 h 946418"/>
                <a:gd name="connsiteX8" fmla="*/ 427519 w 585026"/>
                <a:gd name="connsiteY8" fmla="*/ 0 h 946418"/>
                <a:gd name="connsiteX9" fmla="*/ 292513 w 585026"/>
                <a:gd name="connsiteY9" fmla="*/ 0 h 946418"/>
                <a:gd name="connsiteX10" fmla="*/ 157507 w 585026"/>
                <a:gd name="connsiteY10" fmla="*/ 0 h 946418"/>
                <a:gd name="connsiteX11" fmla="*/ 0 w 585026"/>
                <a:gd name="connsiteY11" fmla="*/ 354907 h 946418"/>
                <a:gd name="connsiteX12" fmla="*/ 258762 w 585026"/>
                <a:gd name="connsiteY12" fmla="*/ 354907 h 946418"/>
                <a:gd name="connsiteX13" fmla="*/ 258762 w 585026"/>
                <a:gd name="connsiteY13" fmla="*/ 881890 h 946418"/>
                <a:gd name="connsiteX14" fmla="*/ 191259 w 585026"/>
                <a:gd name="connsiteY14" fmla="*/ 881890 h 946418"/>
                <a:gd name="connsiteX15" fmla="*/ 146257 w 585026"/>
                <a:gd name="connsiteY15" fmla="*/ 924909 h 946418"/>
                <a:gd name="connsiteX16" fmla="*/ 146257 w 585026"/>
                <a:gd name="connsiteY16" fmla="*/ 946418 h 946418"/>
                <a:gd name="connsiteX17" fmla="*/ 438770 w 585026"/>
                <a:gd name="connsiteY17" fmla="*/ 946418 h 946418"/>
                <a:gd name="connsiteX18" fmla="*/ 438770 w 585026"/>
                <a:gd name="connsiteY18" fmla="*/ 924909 h 946418"/>
                <a:gd name="connsiteX19" fmla="*/ 393768 w 585026"/>
                <a:gd name="connsiteY19" fmla="*/ 881890 h 9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5026" h="946418" extrusionOk="0">
                  <a:moveTo>
                    <a:pt x="393768" y="881890"/>
                  </a:moveTo>
                  <a:lnTo>
                    <a:pt x="326265" y="881890"/>
                  </a:lnTo>
                  <a:lnTo>
                    <a:pt x="326265" y="354907"/>
                  </a:lnTo>
                  <a:lnTo>
                    <a:pt x="371267" y="354907"/>
                  </a:lnTo>
                  <a:lnTo>
                    <a:pt x="371267" y="473209"/>
                  </a:lnTo>
                  <a:lnTo>
                    <a:pt x="393768" y="473209"/>
                  </a:lnTo>
                  <a:lnTo>
                    <a:pt x="393768" y="354907"/>
                  </a:lnTo>
                  <a:lnTo>
                    <a:pt x="585027" y="354907"/>
                  </a:lnTo>
                  <a:lnTo>
                    <a:pt x="427519" y="0"/>
                  </a:lnTo>
                  <a:lnTo>
                    <a:pt x="292513" y="0"/>
                  </a:lnTo>
                  <a:lnTo>
                    <a:pt x="157507" y="0"/>
                  </a:lnTo>
                  <a:lnTo>
                    <a:pt x="0" y="354907"/>
                  </a:lnTo>
                  <a:lnTo>
                    <a:pt x="258762" y="354907"/>
                  </a:lnTo>
                  <a:lnTo>
                    <a:pt x="258762" y="881890"/>
                  </a:lnTo>
                  <a:lnTo>
                    <a:pt x="191259" y="881890"/>
                  </a:lnTo>
                  <a:cubicBezTo>
                    <a:pt x="166508" y="881890"/>
                    <a:pt x="146257" y="901248"/>
                    <a:pt x="146257" y="924909"/>
                  </a:cubicBezTo>
                  <a:lnTo>
                    <a:pt x="146257" y="946418"/>
                  </a:lnTo>
                  <a:lnTo>
                    <a:pt x="438770" y="946418"/>
                  </a:lnTo>
                  <a:lnTo>
                    <a:pt x="438770" y="924909"/>
                  </a:lnTo>
                  <a:cubicBezTo>
                    <a:pt x="438770" y="901248"/>
                    <a:pt x="418519" y="881890"/>
                    <a:pt x="393768" y="881890"/>
                  </a:cubicBezTo>
                  <a:close/>
                </a:path>
              </a:pathLst>
            </a:custGeom>
            <a:solidFill>
              <a:schemeClr val="tx1">
                <a:lumMod val="95000"/>
                <a:lumOff val="5000"/>
                <a:alpha val="5000"/>
              </a:schemeClr>
            </a:solidFill>
            <a:ln w="11212" cap="flat">
              <a:noFill/>
              <a:prstDash val="solid"/>
              <a:miter/>
            </a:ln>
          </p:spPr>
          <p:txBody>
            <a:bodyPr rtlCol="0" anchor="ctr"/>
            <a:lstStyle/>
            <a:p>
              <a:pPr>
                <a:defRPr/>
              </a:pPr>
              <a:endParaRPr lang="en-IN"/>
            </a:p>
          </p:txBody>
        </p:sp>
        <p:sp>
          <p:nvSpPr>
            <p:cNvPr id="6" name="Freeform: Shape 5"/>
            <p:cNvSpPr/>
            <p:nvPr/>
          </p:nvSpPr>
          <p:spPr bwMode="auto">
            <a:xfrm>
              <a:off x="1916843" y="4663015"/>
              <a:ext cx="450520" cy="234914"/>
            </a:xfrm>
            <a:custGeom>
              <a:avLst/>
              <a:gdLst>
                <a:gd name="connsiteX0" fmla="*/ 353981 w 450520"/>
                <a:gd name="connsiteY0" fmla="*/ 122284 h 234914"/>
                <a:gd name="connsiteX1" fmla="*/ 353981 w 450520"/>
                <a:gd name="connsiteY1" fmla="*/ 32180 h 234914"/>
                <a:gd name="connsiteX2" fmla="*/ 311074 w 450520"/>
                <a:gd name="connsiteY2" fmla="*/ 32180 h 234914"/>
                <a:gd name="connsiteX3" fmla="*/ 311074 w 450520"/>
                <a:gd name="connsiteY3" fmla="*/ 81523 h 234914"/>
                <a:gd name="connsiteX4" fmla="*/ 225260 w 450520"/>
                <a:gd name="connsiteY4" fmla="*/ 0 h 234914"/>
                <a:gd name="connsiteX5" fmla="*/ 225260 w 450520"/>
                <a:gd name="connsiteY5" fmla="*/ 0 h 234914"/>
                <a:gd name="connsiteX6" fmla="*/ 0 w 450520"/>
                <a:gd name="connsiteY6" fmla="*/ 214534 h 234914"/>
                <a:gd name="connsiteX7" fmla="*/ 24135 w 450520"/>
                <a:gd name="connsiteY7" fmla="*/ 234914 h 234914"/>
                <a:gd name="connsiteX8" fmla="*/ 225260 w 450520"/>
                <a:gd name="connsiteY8" fmla="*/ 43979 h 234914"/>
                <a:gd name="connsiteX9" fmla="*/ 225260 w 450520"/>
                <a:gd name="connsiteY9" fmla="*/ 43979 h 234914"/>
                <a:gd name="connsiteX10" fmla="*/ 426386 w 450520"/>
                <a:gd name="connsiteY10" fmla="*/ 234914 h 234914"/>
                <a:gd name="connsiteX11" fmla="*/ 450521 w 450520"/>
                <a:gd name="connsiteY11" fmla="*/ 214534 h 23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0520" h="234914" extrusionOk="0">
                  <a:moveTo>
                    <a:pt x="353981" y="122284"/>
                  </a:moveTo>
                  <a:lnTo>
                    <a:pt x="353981" y="32180"/>
                  </a:lnTo>
                  <a:lnTo>
                    <a:pt x="311074" y="32180"/>
                  </a:lnTo>
                  <a:lnTo>
                    <a:pt x="311074" y="81523"/>
                  </a:lnTo>
                  <a:lnTo>
                    <a:pt x="225260" y="0"/>
                  </a:lnTo>
                  <a:lnTo>
                    <a:pt x="225260" y="0"/>
                  </a:lnTo>
                  <a:lnTo>
                    <a:pt x="0" y="214534"/>
                  </a:lnTo>
                  <a:lnTo>
                    <a:pt x="24135" y="234914"/>
                  </a:lnTo>
                  <a:lnTo>
                    <a:pt x="225260" y="43979"/>
                  </a:lnTo>
                  <a:lnTo>
                    <a:pt x="225260" y="43979"/>
                  </a:lnTo>
                  <a:lnTo>
                    <a:pt x="426386" y="234914"/>
                  </a:lnTo>
                  <a:lnTo>
                    <a:pt x="450521" y="214534"/>
                  </a:lnTo>
                  <a:close/>
                </a:path>
              </a:pathLst>
            </a:custGeom>
            <a:solidFill>
              <a:srgbClr val="000000">
                <a:alpha val="50000"/>
              </a:srgbClr>
            </a:solidFill>
            <a:ln w="5358" cap="flat">
              <a:noFill/>
              <a:prstDash val="solid"/>
              <a:miter/>
            </a:ln>
          </p:spPr>
          <p:txBody>
            <a:bodyPr rtlCol="0" anchor="ctr"/>
            <a:lstStyle/>
            <a:p>
              <a:pPr>
                <a:defRPr/>
              </a:pPr>
              <a:endParaRPr lang="en-IN"/>
            </a:p>
          </p:txBody>
        </p:sp>
        <p:sp>
          <p:nvSpPr>
            <p:cNvPr id="7" name="Freeform: Shape 6"/>
            <p:cNvSpPr/>
            <p:nvPr/>
          </p:nvSpPr>
          <p:spPr bwMode="auto">
            <a:xfrm>
              <a:off x="1981203" y="4737029"/>
              <a:ext cx="321800" cy="312146"/>
            </a:xfrm>
            <a:custGeom>
              <a:avLst/>
              <a:gdLst>
                <a:gd name="connsiteX0" fmla="*/ 0 w 321800"/>
                <a:gd name="connsiteY0" fmla="*/ 152855 h 312146"/>
                <a:gd name="connsiteX1" fmla="*/ 0 w 321800"/>
                <a:gd name="connsiteY1" fmla="*/ 312147 h 312146"/>
                <a:gd name="connsiteX2" fmla="*/ 128720 w 321800"/>
                <a:gd name="connsiteY2" fmla="*/ 312147 h 312146"/>
                <a:gd name="connsiteX3" fmla="*/ 128720 w 321800"/>
                <a:gd name="connsiteY3" fmla="*/ 178063 h 312146"/>
                <a:gd name="connsiteX4" fmla="*/ 193080 w 321800"/>
                <a:gd name="connsiteY4" fmla="*/ 178063 h 312146"/>
                <a:gd name="connsiteX5" fmla="*/ 193080 w 321800"/>
                <a:gd name="connsiteY5" fmla="*/ 312147 h 312146"/>
                <a:gd name="connsiteX6" fmla="*/ 321801 w 321800"/>
                <a:gd name="connsiteY6" fmla="*/ 312147 h 312146"/>
                <a:gd name="connsiteX7" fmla="*/ 321801 w 321800"/>
                <a:gd name="connsiteY7" fmla="*/ 152855 h 312146"/>
                <a:gd name="connsiteX8" fmla="*/ 160900 w 321800"/>
                <a:gd name="connsiteY8" fmla="*/ 0 h 312146"/>
                <a:gd name="connsiteX9" fmla="*/ 0 w 321800"/>
                <a:gd name="connsiteY9" fmla="*/ 152855 h 312146"/>
                <a:gd name="connsiteX10" fmla="*/ 96540 w 321800"/>
                <a:gd name="connsiteY10" fmla="*/ 242423 h 312146"/>
                <a:gd name="connsiteX11" fmla="*/ 32180 w 321800"/>
                <a:gd name="connsiteY11" fmla="*/ 242423 h 312146"/>
                <a:gd name="connsiteX12" fmla="*/ 32180 w 321800"/>
                <a:gd name="connsiteY12" fmla="*/ 178063 h 312146"/>
                <a:gd name="connsiteX13" fmla="*/ 96540 w 321800"/>
                <a:gd name="connsiteY13" fmla="*/ 178063 h 312146"/>
                <a:gd name="connsiteX14" fmla="*/ 96540 w 321800"/>
                <a:gd name="connsiteY14" fmla="*/ 242423 h 312146"/>
                <a:gd name="connsiteX15" fmla="*/ 225260 w 321800"/>
                <a:gd name="connsiteY15" fmla="*/ 178063 h 312146"/>
                <a:gd name="connsiteX16" fmla="*/ 289621 w 321800"/>
                <a:gd name="connsiteY16" fmla="*/ 178063 h 312146"/>
                <a:gd name="connsiteX17" fmla="*/ 289621 w 321800"/>
                <a:gd name="connsiteY17" fmla="*/ 242423 h 312146"/>
                <a:gd name="connsiteX18" fmla="*/ 225260 w 321800"/>
                <a:gd name="connsiteY18" fmla="*/ 242423 h 312146"/>
                <a:gd name="connsiteX19" fmla="*/ 225260 w 321800"/>
                <a:gd name="connsiteY19" fmla="*/ 178063 h 31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1800" h="312146" extrusionOk="0">
                  <a:moveTo>
                    <a:pt x="0" y="152855"/>
                  </a:moveTo>
                  <a:lnTo>
                    <a:pt x="0" y="312147"/>
                  </a:lnTo>
                  <a:lnTo>
                    <a:pt x="128720" y="312147"/>
                  </a:lnTo>
                  <a:lnTo>
                    <a:pt x="128720" y="178063"/>
                  </a:lnTo>
                  <a:lnTo>
                    <a:pt x="193080" y="178063"/>
                  </a:lnTo>
                  <a:lnTo>
                    <a:pt x="193080" y="312147"/>
                  </a:lnTo>
                  <a:lnTo>
                    <a:pt x="321801" y="312147"/>
                  </a:lnTo>
                  <a:lnTo>
                    <a:pt x="321801" y="152855"/>
                  </a:lnTo>
                  <a:lnTo>
                    <a:pt x="160900" y="0"/>
                  </a:lnTo>
                  <a:lnTo>
                    <a:pt x="0" y="152855"/>
                  </a:lnTo>
                  <a:close/>
                  <a:moveTo>
                    <a:pt x="96540" y="242423"/>
                  </a:moveTo>
                  <a:lnTo>
                    <a:pt x="32180" y="242423"/>
                  </a:lnTo>
                  <a:lnTo>
                    <a:pt x="32180" y="178063"/>
                  </a:lnTo>
                  <a:lnTo>
                    <a:pt x="96540" y="178063"/>
                  </a:lnTo>
                  <a:lnTo>
                    <a:pt x="96540" y="242423"/>
                  </a:lnTo>
                  <a:close/>
                  <a:moveTo>
                    <a:pt x="225260" y="178063"/>
                  </a:moveTo>
                  <a:lnTo>
                    <a:pt x="289621" y="178063"/>
                  </a:lnTo>
                  <a:lnTo>
                    <a:pt x="289621" y="242423"/>
                  </a:lnTo>
                  <a:lnTo>
                    <a:pt x="225260" y="242423"/>
                  </a:lnTo>
                  <a:lnTo>
                    <a:pt x="225260" y="178063"/>
                  </a:lnTo>
                  <a:close/>
                </a:path>
              </a:pathLst>
            </a:custGeom>
            <a:solidFill>
              <a:srgbClr val="000000">
                <a:alpha val="50000"/>
              </a:srgbClr>
            </a:solidFill>
            <a:ln w="5358" cap="flat">
              <a:noFill/>
              <a:prstDash val="solid"/>
              <a:miter/>
            </a:ln>
          </p:spPr>
          <p:txBody>
            <a:bodyPr rtlCol="0" anchor="ctr"/>
            <a:lstStyle/>
            <a:p>
              <a:pPr>
                <a:defRPr/>
              </a:pPr>
              <a:endParaRPr lang="en-IN"/>
            </a:p>
          </p:txBody>
        </p:sp>
        <p:grpSp>
          <p:nvGrpSpPr>
            <p:cNvPr id="8" name="Graphic 20" descr="Database"/>
            <p:cNvGrpSpPr/>
            <p:nvPr/>
          </p:nvGrpSpPr>
          <p:grpSpPr bwMode="auto">
            <a:xfrm>
              <a:off x="5987496" y="2561820"/>
              <a:ext cx="132961" cy="180447"/>
              <a:chOff x="5987496" y="2561820"/>
              <a:chExt cx="132961" cy="180447"/>
            </a:xfrm>
            <a:solidFill>
              <a:schemeClr val="tx1">
                <a:lumMod val="95000"/>
                <a:lumOff val="5000"/>
                <a:alpha val="50000"/>
              </a:schemeClr>
            </a:solidFill>
          </p:grpSpPr>
          <p:sp>
            <p:nvSpPr>
              <p:cNvPr id="10" name="Freeform: Shape 9"/>
              <p:cNvSpPr/>
              <p:nvPr/>
            </p:nvSpPr>
            <p:spPr bwMode="auto">
              <a:xfrm>
                <a:off x="5987496" y="2561820"/>
                <a:ext cx="132961" cy="37989"/>
              </a:xfrm>
              <a:custGeom>
                <a:avLst/>
                <a:gdLst>
                  <a:gd name="connsiteX0" fmla="*/ 132962 w 132961"/>
                  <a:gd name="connsiteY0" fmla="*/ 18995 h 37989"/>
                  <a:gd name="connsiteX1" fmla="*/ 66481 w 132961"/>
                  <a:gd name="connsiteY1" fmla="*/ 37989 h 37989"/>
                  <a:gd name="connsiteX2" fmla="*/ 0 w 132961"/>
                  <a:gd name="connsiteY2" fmla="*/ 18995 h 37989"/>
                  <a:gd name="connsiteX3" fmla="*/ 66481 w 132961"/>
                  <a:gd name="connsiteY3" fmla="*/ 0 h 37989"/>
                  <a:gd name="connsiteX4" fmla="*/ 132962 w 132961"/>
                  <a:gd name="connsiteY4" fmla="*/ 18995 h 3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961" h="37989" extrusionOk="0">
                    <a:moveTo>
                      <a:pt x="132962" y="18995"/>
                    </a:moveTo>
                    <a:cubicBezTo>
                      <a:pt x="132962" y="29485"/>
                      <a:pt x="103197" y="37989"/>
                      <a:pt x="66481" y="37989"/>
                    </a:cubicBezTo>
                    <a:cubicBezTo>
                      <a:pt x="29764" y="37989"/>
                      <a:pt x="0" y="29485"/>
                      <a:pt x="0" y="18995"/>
                    </a:cubicBezTo>
                    <a:cubicBezTo>
                      <a:pt x="0" y="8504"/>
                      <a:pt x="29764" y="0"/>
                      <a:pt x="66481" y="0"/>
                    </a:cubicBezTo>
                    <a:cubicBezTo>
                      <a:pt x="103197" y="0"/>
                      <a:pt x="132962" y="8504"/>
                      <a:pt x="132962"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11" name="Freeform: Shape 10"/>
              <p:cNvSpPr/>
              <p:nvPr/>
            </p:nvSpPr>
            <p:spPr bwMode="auto">
              <a:xfrm>
                <a:off x="5987496" y="2590311"/>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32" name="Freeform: Shape 31"/>
              <p:cNvSpPr/>
              <p:nvPr/>
            </p:nvSpPr>
            <p:spPr bwMode="auto">
              <a:xfrm>
                <a:off x="5987496" y="2637798"/>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34" name="Freeform: Shape 33"/>
              <p:cNvSpPr/>
              <p:nvPr/>
            </p:nvSpPr>
            <p:spPr bwMode="auto">
              <a:xfrm>
                <a:off x="5987496" y="2685284"/>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grpSp>
        <p:sp>
          <p:nvSpPr>
            <p:cNvPr id="36" name="Graphic 21" descr="Tablet"/>
            <p:cNvSpPr/>
            <p:nvPr/>
          </p:nvSpPr>
          <p:spPr bwMode="auto">
            <a:xfrm>
              <a:off x="635843" y="330836"/>
              <a:ext cx="118770" cy="83138"/>
            </a:xfrm>
            <a:custGeom>
              <a:avLst/>
              <a:gdLst>
                <a:gd name="connsiteX0" fmla="*/ 109862 w 118770"/>
                <a:gd name="connsiteY0" fmla="*/ 74231 h 83139"/>
                <a:gd name="connsiteX1" fmla="*/ 8908 w 118770"/>
                <a:gd name="connsiteY1" fmla="*/ 74231 h 83139"/>
                <a:gd name="connsiteX2" fmla="*/ 8908 w 118770"/>
                <a:gd name="connsiteY2" fmla="*/ 8908 h 83139"/>
                <a:gd name="connsiteX3" fmla="*/ 109862 w 118770"/>
                <a:gd name="connsiteY3" fmla="*/ 8908 h 83139"/>
                <a:gd name="connsiteX4" fmla="*/ 109862 w 118770"/>
                <a:gd name="connsiteY4" fmla="*/ 74231 h 83139"/>
                <a:gd name="connsiteX5" fmla="*/ 66808 w 118770"/>
                <a:gd name="connsiteY5" fmla="*/ 80170 h 83139"/>
                <a:gd name="connsiteX6" fmla="*/ 51962 w 118770"/>
                <a:gd name="connsiteY6" fmla="*/ 80170 h 83139"/>
                <a:gd name="connsiteX7" fmla="*/ 50477 w 118770"/>
                <a:gd name="connsiteY7" fmla="*/ 78685 h 83139"/>
                <a:gd name="connsiteX8" fmla="*/ 51962 w 118770"/>
                <a:gd name="connsiteY8" fmla="*/ 77201 h 83139"/>
                <a:gd name="connsiteX9" fmla="*/ 66808 w 118770"/>
                <a:gd name="connsiteY9" fmla="*/ 77201 h 83139"/>
                <a:gd name="connsiteX10" fmla="*/ 68293 w 118770"/>
                <a:gd name="connsiteY10" fmla="*/ 78685 h 83139"/>
                <a:gd name="connsiteX11" fmla="*/ 66808 w 118770"/>
                <a:gd name="connsiteY11" fmla="*/ 80170 h 83139"/>
                <a:gd name="connsiteX12" fmla="*/ 59385 w 118770"/>
                <a:gd name="connsiteY12" fmla="*/ 2969 h 83139"/>
                <a:gd name="connsiteX13" fmla="*/ 60870 w 118770"/>
                <a:gd name="connsiteY13" fmla="*/ 4454 h 83139"/>
                <a:gd name="connsiteX14" fmla="*/ 59385 w 118770"/>
                <a:gd name="connsiteY14" fmla="*/ 5939 h 83139"/>
                <a:gd name="connsiteX15" fmla="*/ 57900 w 118770"/>
                <a:gd name="connsiteY15" fmla="*/ 4454 h 83139"/>
                <a:gd name="connsiteX16" fmla="*/ 59385 w 118770"/>
                <a:gd name="connsiteY16" fmla="*/ 2969 h 83139"/>
                <a:gd name="connsiteX17" fmla="*/ 112832 w 118770"/>
                <a:gd name="connsiteY17" fmla="*/ 0 h 83139"/>
                <a:gd name="connsiteX18" fmla="*/ 5939 w 118770"/>
                <a:gd name="connsiteY18" fmla="*/ 0 h 83139"/>
                <a:gd name="connsiteX19" fmla="*/ 0 w 118770"/>
                <a:gd name="connsiteY19" fmla="*/ 5939 h 83139"/>
                <a:gd name="connsiteX20" fmla="*/ 0 w 118770"/>
                <a:gd name="connsiteY20" fmla="*/ 77201 h 83139"/>
                <a:gd name="connsiteX21" fmla="*/ 5939 w 118770"/>
                <a:gd name="connsiteY21" fmla="*/ 83139 h 83139"/>
                <a:gd name="connsiteX22" fmla="*/ 112832 w 118770"/>
                <a:gd name="connsiteY22" fmla="*/ 83139 h 83139"/>
                <a:gd name="connsiteX23" fmla="*/ 118770 w 118770"/>
                <a:gd name="connsiteY23" fmla="*/ 77201 h 83139"/>
                <a:gd name="connsiteX24" fmla="*/ 118770 w 118770"/>
                <a:gd name="connsiteY24" fmla="*/ 5939 h 83139"/>
                <a:gd name="connsiteX25" fmla="*/ 112832 w 118770"/>
                <a:gd name="connsiteY25" fmla="*/ 0 h 8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770" h="83139" extrusionOk="0">
                  <a:moveTo>
                    <a:pt x="109862" y="74231"/>
                  </a:moveTo>
                  <a:lnTo>
                    <a:pt x="8908" y="74231"/>
                  </a:lnTo>
                  <a:lnTo>
                    <a:pt x="8908" y="8908"/>
                  </a:lnTo>
                  <a:lnTo>
                    <a:pt x="109862" y="8908"/>
                  </a:lnTo>
                  <a:lnTo>
                    <a:pt x="109862" y="74231"/>
                  </a:lnTo>
                  <a:close/>
                  <a:moveTo>
                    <a:pt x="66808" y="80170"/>
                  </a:moveTo>
                  <a:lnTo>
                    <a:pt x="51962" y="80170"/>
                  </a:lnTo>
                  <a:cubicBezTo>
                    <a:pt x="51071" y="80170"/>
                    <a:pt x="50477" y="79576"/>
                    <a:pt x="50477" y="78685"/>
                  </a:cubicBezTo>
                  <a:cubicBezTo>
                    <a:pt x="50477" y="77794"/>
                    <a:pt x="51071" y="77201"/>
                    <a:pt x="51962" y="77201"/>
                  </a:cubicBezTo>
                  <a:lnTo>
                    <a:pt x="66808" y="77201"/>
                  </a:lnTo>
                  <a:cubicBezTo>
                    <a:pt x="67699" y="77201"/>
                    <a:pt x="68293" y="77794"/>
                    <a:pt x="68293" y="78685"/>
                  </a:cubicBezTo>
                  <a:cubicBezTo>
                    <a:pt x="68293" y="79576"/>
                    <a:pt x="67699" y="80170"/>
                    <a:pt x="66808" y="80170"/>
                  </a:cubicBezTo>
                  <a:close/>
                  <a:moveTo>
                    <a:pt x="59385" y="2969"/>
                  </a:moveTo>
                  <a:cubicBezTo>
                    <a:pt x="60276" y="2969"/>
                    <a:pt x="60870" y="3563"/>
                    <a:pt x="60870" y="4454"/>
                  </a:cubicBezTo>
                  <a:cubicBezTo>
                    <a:pt x="60870" y="5345"/>
                    <a:pt x="60276" y="5939"/>
                    <a:pt x="59385" y="5939"/>
                  </a:cubicBezTo>
                  <a:cubicBezTo>
                    <a:pt x="58494" y="5939"/>
                    <a:pt x="57900" y="5345"/>
                    <a:pt x="57900" y="4454"/>
                  </a:cubicBezTo>
                  <a:cubicBezTo>
                    <a:pt x="57900" y="3563"/>
                    <a:pt x="58494" y="2969"/>
                    <a:pt x="59385" y="2969"/>
                  </a:cubicBezTo>
                  <a:close/>
                  <a:moveTo>
                    <a:pt x="112832" y="0"/>
                  </a:moveTo>
                  <a:lnTo>
                    <a:pt x="5939" y="0"/>
                  </a:lnTo>
                  <a:cubicBezTo>
                    <a:pt x="2672" y="0"/>
                    <a:pt x="0" y="2672"/>
                    <a:pt x="0" y="5939"/>
                  </a:cubicBezTo>
                  <a:lnTo>
                    <a:pt x="0" y="77201"/>
                  </a:lnTo>
                  <a:cubicBezTo>
                    <a:pt x="0" y="80467"/>
                    <a:pt x="2672" y="83139"/>
                    <a:pt x="5939" y="83139"/>
                  </a:cubicBezTo>
                  <a:lnTo>
                    <a:pt x="112832" y="83139"/>
                  </a:lnTo>
                  <a:cubicBezTo>
                    <a:pt x="116098" y="83139"/>
                    <a:pt x="118770" y="80467"/>
                    <a:pt x="118770" y="77201"/>
                  </a:cubicBezTo>
                  <a:lnTo>
                    <a:pt x="118770" y="5939"/>
                  </a:lnTo>
                  <a:cubicBezTo>
                    <a:pt x="118770" y="2672"/>
                    <a:pt x="116098" y="0"/>
                    <a:pt x="112832" y="0"/>
                  </a:cubicBez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38" name="Graphic 22" descr="Smart Phone"/>
            <p:cNvSpPr/>
            <p:nvPr/>
          </p:nvSpPr>
          <p:spPr bwMode="auto">
            <a:xfrm>
              <a:off x="6932923" y="335023"/>
              <a:ext cx="78388" cy="143711"/>
            </a:xfrm>
            <a:custGeom>
              <a:avLst/>
              <a:gdLst>
                <a:gd name="connsiteX0" fmla="*/ 68590 w 78388"/>
                <a:gd name="connsiteY0" fmla="*/ 124114 h 143711"/>
                <a:gd name="connsiteX1" fmla="*/ 9799 w 78388"/>
                <a:gd name="connsiteY1" fmla="*/ 124114 h 143711"/>
                <a:gd name="connsiteX2" fmla="*/ 9799 w 78388"/>
                <a:gd name="connsiteY2" fmla="*/ 19597 h 143711"/>
                <a:gd name="connsiteX3" fmla="*/ 68590 w 78388"/>
                <a:gd name="connsiteY3" fmla="*/ 19597 h 143711"/>
                <a:gd name="connsiteX4" fmla="*/ 68590 w 78388"/>
                <a:gd name="connsiteY4" fmla="*/ 124114 h 143711"/>
                <a:gd name="connsiteX5" fmla="*/ 32662 w 78388"/>
                <a:gd name="connsiteY5" fmla="*/ 6532 h 143711"/>
                <a:gd name="connsiteX6" fmla="*/ 45726 w 78388"/>
                <a:gd name="connsiteY6" fmla="*/ 6532 h 143711"/>
                <a:gd name="connsiteX7" fmla="*/ 48993 w 78388"/>
                <a:gd name="connsiteY7" fmla="*/ 9799 h 143711"/>
                <a:gd name="connsiteX8" fmla="*/ 45726 w 78388"/>
                <a:gd name="connsiteY8" fmla="*/ 13065 h 143711"/>
                <a:gd name="connsiteX9" fmla="*/ 32662 w 78388"/>
                <a:gd name="connsiteY9" fmla="*/ 13065 h 143711"/>
                <a:gd name="connsiteX10" fmla="*/ 29396 w 78388"/>
                <a:gd name="connsiteY10" fmla="*/ 9799 h 143711"/>
                <a:gd name="connsiteX11" fmla="*/ 32662 w 78388"/>
                <a:gd name="connsiteY11" fmla="*/ 6532 h 143711"/>
                <a:gd name="connsiteX12" fmla="*/ 75122 w 78388"/>
                <a:gd name="connsiteY12" fmla="*/ 0 h 143711"/>
                <a:gd name="connsiteX13" fmla="*/ 3266 w 78388"/>
                <a:gd name="connsiteY13" fmla="*/ 0 h 143711"/>
                <a:gd name="connsiteX14" fmla="*/ 0 w 78388"/>
                <a:gd name="connsiteY14" fmla="*/ 3266 h 143711"/>
                <a:gd name="connsiteX15" fmla="*/ 0 w 78388"/>
                <a:gd name="connsiteY15" fmla="*/ 140445 h 143711"/>
                <a:gd name="connsiteX16" fmla="*/ 3266 w 78388"/>
                <a:gd name="connsiteY16" fmla="*/ 143711 h 143711"/>
                <a:gd name="connsiteX17" fmla="*/ 75122 w 78388"/>
                <a:gd name="connsiteY17" fmla="*/ 143711 h 143711"/>
                <a:gd name="connsiteX18" fmla="*/ 78388 w 78388"/>
                <a:gd name="connsiteY18" fmla="*/ 140445 h 143711"/>
                <a:gd name="connsiteX19" fmla="*/ 78388 w 78388"/>
                <a:gd name="connsiteY19" fmla="*/ 3266 h 143711"/>
                <a:gd name="connsiteX20" fmla="*/ 75122 w 78388"/>
                <a:gd name="connsiteY20" fmla="*/ 0 h 14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8" h="143711" extrusionOk="0">
                  <a:moveTo>
                    <a:pt x="68590" y="124114"/>
                  </a:moveTo>
                  <a:lnTo>
                    <a:pt x="9799" y="124114"/>
                  </a:lnTo>
                  <a:lnTo>
                    <a:pt x="9799" y="19597"/>
                  </a:lnTo>
                  <a:lnTo>
                    <a:pt x="68590" y="19597"/>
                  </a:lnTo>
                  <a:lnTo>
                    <a:pt x="68590" y="124114"/>
                  </a:lnTo>
                  <a:close/>
                  <a:moveTo>
                    <a:pt x="32662" y="6532"/>
                  </a:moveTo>
                  <a:lnTo>
                    <a:pt x="45726" y="6532"/>
                  </a:lnTo>
                  <a:cubicBezTo>
                    <a:pt x="47523" y="6532"/>
                    <a:pt x="48993" y="8002"/>
                    <a:pt x="48993" y="9799"/>
                  </a:cubicBezTo>
                  <a:cubicBezTo>
                    <a:pt x="48993" y="11595"/>
                    <a:pt x="47523" y="13065"/>
                    <a:pt x="45726" y="13065"/>
                  </a:cubicBezTo>
                  <a:lnTo>
                    <a:pt x="32662" y="13065"/>
                  </a:lnTo>
                  <a:cubicBezTo>
                    <a:pt x="30865" y="13065"/>
                    <a:pt x="29396" y="11595"/>
                    <a:pt x="29396" y="9799"/>
                  </a:cubicBezTo>
                  <a:cubicBezTo>
                    <a:pt x="29396" y="8002"/>
                    <a:pt x="30865" y="6532"/>
                    <a:pt x="32662" y="6532"/>
                  </a:cubicBezTo>
                  <a:close/>
                  <a:moveTo>
                    <a:pt x="75122" y="0"/>
                  </a:moveTo>
                  <a:lnTo>
                    <a:pt x="3266" y="0"/>
                  </a:lnTo>
                  <a:cubicBezTo>
                    <a:pt x="1470" y="0"/>
                    <a:pt x="0" y="1470"/>
                    <a:pt x="0" y="3266"/>
                  </a:cubicBezTo>
                  <a:lnTo>
                    <a:pt x="0" y="140445"/>
                  </a:lnTo>
                  <a:cubicBezTo>
                    <a:pt x="0" y="142242"/>
                    <a:pt x="1470" y="143711"/>
                    <a:pt x="3266" y="143711"/>
                  </a:cubicBezTo>
                  <a:lnTo>
                    <a:pt x="75122" y="143711"/>
                  </a:lnTo>
                  <a:cubicBezTo>
                    <a:pt x="76918" y="143711"/>
                    <a:pt x="78388" y="142242"/>
                    <a:pt x="78388" y="140445"/>
                  </a:cubicBezTo>
                  <a:lnTo>
                    <a:pt x="78388" y="3266"/>
                  </a:lnTo>
                  <a:cubicBezTo>
                    <a:pt x="78388" y="1470"/>
                    <a:pt x="76918" y="0"/>
                    <a:pt x="75122" y="0"/>
                  </a:cubicBezTo>
                  <a:close/>
                </a:path>
              </a:pathLst>
            </a:custGeom>
            <a:solidFill>
              <a:schemeClr val="tx1">
                <a:lumMod val="95000"/>
                <a:lumOff val="5000"/>
                <a:alpha val="50000"/>
              </a:schemeClr>
            </a:solidFill>
            <a:ln w="1588" cap="flat">
              <a:noFill/>
              <a:prstDash val="solid"/>
              <a:miter/>
            </a:ln>
          </p:spPr>
          <p:txBody>
            <a:bodyPr rtlCol="0" anchor="ctr"/>
            <a:lstStyle/>
            <a:p>
              <a:pPr>
                <a:defRPr/>
              </a:pPr>
              <a:endParaRPr lang="en-IN"/>
            </a:p>
          </p:txBody>
        </p:sp>
        <p:sp>
          <p:nvSpPr>
            <p:cNvPr id="42" name="Freeform: Shape 41"/>
            <p:cNvSpPr/>
            <p:nvPr/>
          </p:nvSpPr>
          <p:spPr bwMode="auto">
            <a:xfrm>
              <a:off x="8014343" y="1782683"/>
              <a:ext cx="100954" cy="68292"/>
            </a:xfrm>
            <a:custGeom>
              <a:avLst/>
              <a:gdLst>
                <a:gd name="connsiteX0" fmla="*/ 92047 w 100954"/>
                <a:gd name="connsiteY0" fmla="*/ 59385 h 68292"/>
                <a:gd name="connsiteX1" fmla="*/ 8908 w 100954"/>
                <a:gd name="connsiteY1" fmla="*/ 59385 h 68292"/>
                <a:gd name="connsiteX2" fmla="*/ 8908 w 100954"/>
                <a:gd name="connsiteY2" fmla="*/ 8908 h 68292"/>
                <a:gd name="connsiteX3" fmla="*/ 92047 w 100954"/>
                <a:gd name="connsiteY3" fmla="*/ 8908 h 68292"/>
                <a:gd name="connsiteX4" fmla="*/ 92047 w 100954"/>
                <a:gd name="connsiteY4" fmla="*/ 59385 h 68292"/>
                <a:gd name="connsiteX5" fmla="*/ 100955 w 100954"/>
                <a:gd name="connsiteY5" fmla="*/ 5939 h 68292"/>
                <a:gd name="connsiteX6" fmla="*/ 95016 w 100954"/>
                <a:gd name="connsiteY6" fmla="*/ 0 h 68292"/>
                <a:gd name="connsiteX7" fmla="*/ 5939 w 100954"/>
                <a:gd name="connsiteY7" fmla="*/ 0 h 68292"/>
                <a:gd name="connsiteX8" fmla="*/ 0 w 100954"/>
                <a:gd name="connsiteY8" fmla="*/ 5939 h 68292"/>
                <a:gd name="connsiteX9" fmla="*/ 0 w 100954"/>
                <a:gd name="connsiteY9" fmla="*/ 68293 h 68292"/>
                <a:gd name="connsiteX10" fmla="*/ 100955 w 100954"/>
                <a:gd name="connsiteY10" fmla="*/ 68293 h 68292"/>
                <a:gd name="connsiteX11" fmla="*/ 100955 w 100954"/>
                <a:gd name="connsiteY11" fmla="*/ 5939 h 6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54" h="68292" extrusionOk="0">
                  <a:moveTo>
                    <a:pt x="92047" y="59385"/>
                  </a:moveTo>
                  <a:lnTo>
                    <a:pt x="8908" y="59385"/>
                  </a:lnTo>
                  <a:lnTo>
                    <a:pt x="8908" y="8908"/>
                  </a:lnTo>
                  <a:lnTo>
                    <a:pt x="92047" y="8908"/>
                  </a:lnTo>
                  <a:lnTo>
                    <a:pt x="92047" y="59385"/>
                  </a:lnTo>
                  <a:close/>
                  <a:moveTo>
                    <a:pt x="100955" y="5939"/>
                  </a:moveTo>
                  <a:cubicBezTo>
                    <a:pt x="100955" y="2672"/>
                    <a:pt x="98282" y="0"/>
                    <a:pt x="95016" y="0"/>
                  </a:cubicBezTo>
                  <a:lnTo>
                    <a:pt x="5939" y="0"/>
                  </a:lnTo>
                  <a:cubicBezTo>
                    <a:pt x="2672" y="0"/>
                    <a:pt x="0" y="2672"/>
                    <a:pt x="0" y="5939"/>
                  </a:cubicBezTo>
                  <a:lnTo>
                    <a:pt x="0" y="68293"/>
                  </a:lnTo>
                  <a:lnTo>
                    <a:pt x="100955" y="68293"/>
                  </a:lnTo>
                  <a:lnTo>
                    <a:pt x="100955" y="5939"/>
                  </a:ln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44" name="Freeform: Shape 43"/>
            <p:cNvSpPr/>
            <p:nvPr/>
          </p:nvSpPr>
          <p:spPr bwMode="auto">
            <a:xfrm>
              <a:off x="7996528" y="1856913"/>
              <a:ext cx="136585" cy="8907"/>
            </a:xfrm>
            <a:custGeom>
              <a:avLst/>
              <a:gdLst>
                <a:gd name="connsiteX0" fmla="*/ 77201 w 136585"/>
                <a:gd name="connsiteY0" fmla="*/ 0 h 8907"/>
                <a:gd name="connsiteX1" fmla="*/ 77201 w 136585"/>
                <a:gd name="connsiteY1" fmla="*/ 1485 h 8907"/>
                <a:gd name="connsiteX2" fmla="*/ 75716 w 136585"/>
                <a:gd name="connsiteY2" fmla="*/ 2969 h 8907"/>
                <a:gd name="connsiteX3" fmla="*/ 60870 w 136585"/>
                <a:gd name="connsiteY3" fmla="*/ 2969 h 8907"/>
                <a:gd name="connsiteX4" fmla="*/ 59385 w 136585"/>
                <a:gd name="connsiteY4" fmla="*/ 1485 h 8907"/>
                <a:gd name="connsiteX5" fmla="*/ 59385 w 136585"/>
                <a:gd name="connsiteY5" fmla="*/ 0 h 8907"/>
                <a:gd name="connsiteX6" fmla="*/ 0 w 136585"/>
                <a:gd name="connsiteY6" fmla="*/ 0 h 8907"/>
                <a:gd name="connsiteX7" fmla="*/ 0 w 136585"/>
                <a:gd name="connsiteY7" fmla="*/ 2969 h 8907"/>
                <a:gd name="connsiteX8" fmla="*/ 5939 w 136585"/>
                <a:gd name="connsiteY8" fmla="*/ 8908 h 8907"/>
                <a:gd name="connsiteX9" fmla="*/ 130647 w 136585"/>
                <a:gd name="connsiteY9" fmla="*/ 8908 h 8907"/>
                <a:gd name="connsiteX10" fmla="*/ 136586 w 136585"/>
                <a:gd name="connsiteY10" fmla="*/ 2969 h 8907"/>
                <a:gd name="connsiteX11" fmla="*/ 136586 w 136585"/>
                <a:gd name="connsiteY11" fmla="*/ 0 h 8907"/>
                <a:gd name="connsiteX12" fmla="*/ 77201 w 136585"/>
                <a:gd name="connsiteY12" fmla="*/ 0 h 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585" h="8907" extrusionOk="0">
                  <a:moveTo>
                    <a:pt x="77201" y="0"/>
                  </a:moveTo>
                  <a:lnTo>
                    <a:pt x="77201" y="1485"/>
                  </a:lnTo>
                  <a:cubicBezTo>
                    <a:pt x="77201" y="2375"/>
                    <a:pt x="76607" y="2969"/>
                    <a:pt x="75716" y="2969"/>
                  </a:cubicBezTo>
                  <a:lnTo>
                    <a:pt x="60870" y="2969"/>
                  </a:lnTo>
                  <a:cubicBezTo>
                    <a:pt x="59979" y="2969"/>
                    <a:pt x="59385" y="2375"/>
                    <a:pt x="59385" y="1485"/>
                  </a:cubicBezTo>
                  <a:lnTo>
                    <a:pt x="59385" y="0"/>
                  </a:lnTo>
                  <a:lnTo>
                    <a:pt x="0" y="0"/>
                  </a:lnTo>
                  <a:lnTo>
                    <a:pt x="0" y="2969"/>
                  </a:lnTo>
                  <a:cubicBezTo>
                    <a:pt x="0" y="6235"/>
                    <a:pt x="2672" y="8908"/>
                    <a:pt x="5939" y="8908"/>
                  </a:cubicBezTo>
                  <a:lnTo>
                    <a:pt x="130647" y="8908"/>
                  </a:lnTo>
                  <a:cubicBezTo>
                    <a:pt x="133913" y="8908"/>
                    <a:pt x="136586" y="6235"/>
                    <a:pt x="136586" y="2969"/>
                  </a:cubicBezTo>
                  <a:lnTo>
                    <a:pt x="136586" y="0"/>
                  </a:lnTo>
                  <a:lnTo>
                    <a:pt x="77201" y="0"/>
                  </a:ln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47" name="Freeform: Shape 46"/>
            <p:cNvSpPr/>
            <p:nvPr/>
          </p:nvSpPr>
          <p:spPr bwMode="auto">
            <a:xfrm>
              <a:off x="10364348" y="630703"/>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extrusionOk="0">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49" name="Freeform: Shape 48"/>
            <p:cNvSpPr/>
            <p:nvPr/>
          </p:nvSpPr>
          <p:spPr bwMode="auto">
            <a:xfrm>
              <a:off x="10326930" y="593379"/>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extrusionOk="0">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51" name="Freeform: Shape 50"/>
            <p:cNvSpPr/>
            <p:nvPr/>
          </p:nvSpPr>
          <p:spPr bwMode="auto">
            <a:xfrm>
              <a:off x="10289511" y="555865"/>
              <a:ext cx="150632" cy="150632"/>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extrusionOk="0">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53" name="Freeform: Shape 52"/>
            <p:cNvSpPr/>
            <p:nvPr/>
          </p:nvSpPr>
          <p:spPr bwMode="auto">
            <a:xfrm>
              <a:off x="10402701" y="669150"/>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extrusionOk="0">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57" name="Freeform: Shape 56"/>
            <p:cNvSpPr/>
            <p:nvPr/>
          </p:nvSpPr>
          <p:spPr bwMode="auto">
            <a:xfrm>
              <a:off x="6967965" y="1945325"/>
              <a:ext cx="16571" cy="44711"/>
            </a:xfrm>
            <a:custGeom>
              <a:avLst/>
              <a:gdLst>
                <a:gd name="connsiteX0" fmla="*/ 9207 w 16571"/>
                <a:gd name="connsiteY0" fmla="*/ 44712 h 44711"/>
                <a:gd name="connsiteX1" fmla="*/ 16571 w 16571"/>
                <a:gd name="connsiteY1" fmla="*/ 37347 h 44711"/>
                <a:gd name="connsiteX2" fmla="*/ 16571 w 16571"/>
                <a:gd name="connsiteY2" fmla="*/ 7364 h 44711"/>
                <a:gd name="connsiteX3" fmla="*/ 9207 w 16571"/>
                <a:gd name="connsiteY3" fmla="*/ 0 h 44711"/>
                <a:gd name="connsiteX4" fmla="*/ 9207 w 16571"/>
                <a:gd name="connsiteY4" fmla="*/ 44712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extrusionOk="0">
                  <a:moveTo>
                    <a:pt x="9207" y="44712"/>
                  </a:moveTo>
                  <a:lnTo>
                    <a:pt x="16571" y="37347"/>
                  </a:lnTo>
                  <a:cubicBezTo>
                    <a:pt x="8501" y="28982"/>
                    <a:pt x="8501" y="15730"/>
                    <a:pt x="16571" y="7364"/>
                  </a:cubicBezTo>
                  <a:lnTo>
                    <a:pt x="9207" y="0"/>
                  </a:lnTo>
                  <a:cubicBezTo>
                    <a:pt x="-3069" y="12376"/>
                    <a:pt x="-3069" y="32336"/>
                    <a:pt x="9207" y="44712"/>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59" name="Freeform: Shape 58"/>
            <p:cNvSpPr/>
            <p:nvPr/>
          </p:nvSpPr>
          <p:spPr bwMode="auto">
            <a:xfrm>
              <a:off x="6946927" y="1930597"/>
              <a:ext cx="22879" cy="74168"/>
            </a:xfrm>
            <a:custGeom>
              <a:avLst/>
              <a:gdLst>
                <a:gd name="connsiteX0" fmla="*/ 15516 w 22879"/>
                <a:gd name="connsiteY0" fmla="*/ 74169 h 74168"/>
                <a:gd name="connsiteX1" fmla="*/ 22880 w 22879"/>
                <a:gd name="connsiteY1" fmla="*/ 66805 h 74168"/>
                <a:gd name="connsiteX2" fmla="*/ 22691 w 22879"/>
                <a:gd name="connsiteY2" fmla="*/ 7553 h 74168"/>
                <a:gd name="connsiteX3" fmla="*/ 22880 w 22879"/>
                <a:gd name="connsiteY3" fmla="*/ 7364 h 74168"/>
                <a:gd name="connsiteX4" fmla="*/ 15516 w 22879"/>
                <a:gd name="connsiteY4" fmla="*/ 0 h 74168"/>
                <a:gd name="connsiteX5" fmla="*/ 14992 w 22879"/>
                <a:gd name="connsiteY5" fmla="*/ 73645 h 74168"/>
                <a:gd name="connsiteX6" fmla="*/ 15516 w 22879"/>
                <a:gd name="connsiteY6" fmla="*/ 74169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extrusionOk="0">
                  <a:moveTo>
                    <a:pt x="15516" y="74169"/>
                  </a:moveTo>
                  <a:lnTo>
                    <a:pt x="22880" y="66805"/>
                  </a:lnTo>
                  <a:cubicBezTo>
                    <a:pt x="6466" y="50495"/>
                    <a:pt x="6382" y="23967"/>
                    <a:pt x="22691" y="7553"/>
                  </a:cubicBezTo>
                  <a:cubicBezTo>
                    <a:pt x="22754" y="7490"/>
                    <a:pt x="22817" y="7427"/>
                    <a:pt x="22880" y="7364"/>
                  </a:cubicBezTo>
                  <a:lnTo>
                    <a:pt x="15516" y="0"/>
                  </a:lnTo>
                  <a:cubicBezTo>
                    <a:pt x="-4965" y="20192"/>
                    <a:pt x="-5200" y="53164"/>
                    <a:pt x="14992" y="73645"/>
                  </a:cubicBezTo>
                  <a:cubicBezTo>
                    <a:pt x="15165" y="73821"/>
                    <a:pt x="15340" y="73995"/>
                    <a:pt x="15516" y="74169"/>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61" name="Freeform: Shape 60"/>
            <p:cNvSpPr/>
            <p:nvPr/>
          </p:nvSpPr>
          <p:spPr bwMode="auto">
            <a:xfrm>
              <a:off x="6925879" y="1915605"/>
              <a:ext cx="28936" cy="104152"/>
            </a:xfrm>
            <a:custGeom>
              <a:avLst/>
              <a:gdLst>
                <a:gd name="connsiteX0" fmla="*/ 28936 w 28936"/>
                <a:gd name="connsiteY0" fmla="*/ 96788 h 104152"/>
                <a:gd name="connsiteX1" fmla="*/ 28936 w 28936"/>
                <a:gd name="connsiteY1" fmla="*/ 7364 h 104152"/>
                <a:gd name="connsiteX2" fmla="*/ 21572 w 28936"/>
                <a:gd name="connsiteY2" fmla="*/ 0 h 104152"/>
                <a:gd name="connsiteX3" fmla="*/ 21567 w 28936"/>
                <a:gd name="connsiteY3" fmla="*/ 104147 h 104152"/>
                <a:gd name="connsiteX4" fmla="*/ 21572 w 28936"/>
                <a:gd name="connsiteY4" fmla="*/ 104152 h 10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6" h="104152" extrusionOk="0">
                  <a:moveTo>
                    <a:pt x="28936" y="96788"/>
                  </a:moveTo>
                  <a:cubicBezTo>
                    <a:pt x="4385" y="72036"/>
                    <a:pt x="4385" y="32116"/>
                    <a:pt x="28936" y="7364"/>
                  </a:cubicBezTo>
                  <a:lnTo>
                    <a:pt x="21572" y="0"/>
                  </a:lnTo>
                  <a:cubicBezTo>
                    <a:pt x="-7189" y="28758"/>
                    <a:pt x="-7191" y="75386"/>
                    <a:pt x="21567" y="104147"/>
                  </a:cubicBezTo>
                  <a:cubicBezTo>
                    <a:pt x="21569" y="104149"/>
                    <a:pt x="21570" y="104150"/>
                    <a:pt x="21572" y="104152"/>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63" name="Freeform: Shape 62"/>
            <p:cNvSpPr/>
            <p:nvPr/>
          </p:nvSpPr>
          <p:spPr bwMode="auto">
            <a:xfrm>
              <a:off x="7014519" y="1945325"/>
              <a:ext cx="16571" cy="44711"/>
            </a:xfrm>
            <a:custGeom>
              <a:avLst/>
              <a:gdLst>
                <a:gd name="connsiteX0" fmla="*/ 7364 w 16571"/>
                <a:gd name="connsiteY0" fmla="*/ 44712 h 44711"/>
                <a:gd name="connsiteX1" fmla="*/ 7364 w 16571"/>
                <a:gd name="connsiteY1" fmla="*/ 0 h 44711"/>
                <a:gd name="connsiteX2" fmla="*/ 0 w 16571"/>
                <a:gd name="connsiteY2" fmla="*/ 7364 h 44711"/>
                <a:gd name="connsiteX3" fmla="*/ 6049 w 16571"/>
                <a:gd name="connsiteY3" fmla="*/ 22356 h 44711"/>
                <a:gd name="connsiteX4" fmla="*/ 0 w 16571"/>
                <a:gd name="connsiteY4" fmla="*/ 37347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extrusionOk="0">
                  <a:moveTo>
                    <a:pt x="7364" y="44712"/>
                  </a:moveTo>
                  <a:cubicBezTo>
                    <a:pt x="19640" y="32336"/>
                    <a:pt x="19640" y="12376"/>
                    <a:pt x="7364" y="0"/>
                  </a:cubicBezTo>
                  <a:lnTo>
                    <a:pt x="0" y="7364"/>
                  </a:lnTo>
                  <a:cubicBezTo>
                    <a:pt x="3932" y="11357"/>
                    <a:pt x="6109" y="16752"/>
                    <a:pt x="6049" y="22356"/>
                  </a:cubicBezTo>
                  <a:cubicBezTo>
                    <a:pt x="6058" y="27949"/>
                    <a:pt x="3889" y="33327"/>
                    <a:pt x="0" y="37347"/>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69" name="Freeform: Shape 68"/>
            <p:cNvSpPr/>
            <p:nvPr/>
          </p:nvSpPr>
          <p:spPr bwMode="auto">
            <a:xfrm>
              <a:off x="7029248" y="1930597"/>
              <a:ext cx="22879" cy="74168"/>
            </a:xfrm>
            <a:custGeom>
              <a:avLst/>
              <a:gdLst>
                <a:gd name="connsiteX0" fmla="*/ 0 w 22879"/>
                <a:gd name="connsiteY0" fmla="*/ 66805 h 74168"/>
                <a:gd name="connsiteX1" fmla="*/ 7364 w 22879"/>
                <a:gd name="connsiteY1" fmla="*/ 74169 h 74168"/>
                <a:gd name="connsiteX2" fmla="*/ 7888 w 22879"/>
                <a:gd name="connsiteY2" fmla="*/ 524 h 74168"/>
                <a:gd name="connsiteX3" fmla="*/ 7364 w 22879"/>
                <a:gd name="connsiteY3" fmla="*/ 0 h 74168"/>
                <a:gd name="connsiteX4" fmla="*/ 0 w 22879"/>
                <a:gd name="connsiteY4" fmla="*/ 7364 h 74168"/>
                <a:gd name="connsiteX5" fmla="*/ 189 w 22879"/>
                <a:gd name="connsiteY5" fmla="*/ 66616 h 74168"/>
                <a:gd name="connsiteX6" fmla="*/ 0 w 22879"/>
                <a:gd name="connsiteY6" fmla="*/ 66805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extrusionOk="0">
                  <a:moveTo>
                    <a:pt x="0" y="66805"/>
                  </a:moveTo>
                  <a:lnTo>
                    <a:pt x="7364" y="74169"/>
                  </a:lnTo>
                  <a:cubicBezTo>
                    <a:pt x="27845" y="53977"/>
                    <a:pt x="28080" y="21005"/>
                    <a:pt x="7888" y="524"/>
                  </a:cubicBezTo>
                  <a:cubicBezTo>
                    <a:pt x="7715" y="348"/>
                    <a:pt x="7540" y="174"/>
                    <a:pt x="7364" y="0"/>
                  </a:cubicBezTo>
                  <a:lnTo>
                    <a:pt x="0" y="7364"/>
                  </a:lnTo>
                  <a:cubicBezTo>
                    <a:pt x="16414" y="23674"/>
                    <a:pt x="16498" y="50202"/>
                    <a:pt x="189" y="66616"/>
                  </a:cubicBezTo>
                  <a:cubicBezTo>
                    <a:pt x="126" y="66679"/>
                    <a:pt x="63" y="66742"/>
                    <a:pt x="0" y="66805"/>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71" name="Freeform: Shape 70"/>
            <p:cNvSpPr/>
            <p:nvPr/>
          </p:nvSpPr>
          <p:spPr bwMode="auto">
            <a:xfrm>
              <a:off x="7044239" y="1915605"/>
              <a:ext cx="28936" cy="104152"/>
            </a:xfrm>
            <a:custGeom>
              <a:avLst/>
              <a:gdLst>
                <a:gd name="connsiteX0" fmla="*/ 0 w 28936"/>
                <a:gd name="connsiteY0" fmla="*/ 96788 h 104152"/>
                <a:gd name="connsiteX1" fmla="*/ 7364 w 28936"/>
                <a:gd name="connsiteY1" fmla="*/ 104152 h 104152"/>
                <a:gd name="connsiteX2" fmla="*/ 7370 w 28936"/>
                <a:gd name="connsiteY2" fmla="*/ 5 h 104152"/>
                <a:gd name="connsiteX3" fmla="*/ 7364 w 28936"/>
                <a:gd name="connsiteY3" fmla="*/ 0 h 104152"/>
                <a:gd name="connsiteX4" fmla="*/ 0 w 28936"/>
                <a:gd name="connsiteY4" fmla="*/ 7364 h 104152"/>
                <a:gd name="connsiteX5" fmla="*/ 0 w 28936"/>
                <a:gd name="connsiteY5" fmla="*/ 96788 h 1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6" h="104152" extrusionOk="0">
                  <a:moveTo>
                    <a:pt x="0" y="96788"/>
                  </a:moveTo>
                  <a:lnTo>
                    <a:pt x="7364" y="104152"/>
                  </a:lnTo>
                  <a:cubicBezTo>
                    <a:pt x="36125" y="75394"/>
                    <a:pt x="36127" y="28766"/>
                    <a:pt x="7370" y="5"/>
                  </a:cubicBezTo>
                  <a:cubicBezTo>
                    <a:pt x="7368" y="4"/>
                    <a:pt x="7366" y="2"/>
                    <a:pt x="7364" y="0"/>
                  </a:cubicBezTo>
                  <a:lnTo>
                    <a:pt x="0" y="7364"/>
                  </a:lnTo>
                  <a:cubicBezTo>
                    <a:pt x="24552" y="32116"/>
                    <a:pt x="24552" y="72036"/>
                    <a:pt x="0" y="96788"/>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73" name="Freeform: Shape 72"/>
            <p:cNvSpPr/>
            <p:nvPr/>
          </p:nvSpPr>
          <p:spPr bwMode="auto">
            <a:xfrm>
              <a:off x="6919418" y="1957137"/>
              <a:ext cx="160332" cy="174926"/>
            </a:xfrm>
            <a:custGeom>
              <a:avLst/>
              <a:gdLst>
                <a:gd name="connsiteX0" fmla="*/ 160328 w 160332"/>
                <a:gd name="connsiteY0" fmla="*/ 168903 h 174926"/>
                <a:gd name="connsiteX1" fmla="*/ 160328 w 160332"/>
                <a:gd name="connsiteY1" fmla="*/ 168903 h 174926"/>
                <a:gd name="connsiteX2" fmla="*/ 159881 w 160332"/>
                <a:gd name="connsiteY2" fmla="*/ 167562 h 174926"/>
                <a:gd name="connsiteX3" fmla="*/ 159881 w 160332"/>
                <a:gd name="connsiteY3" fmla="*/ 167404 h 174926"/>
                <a:gd name="connsiteX4" fmla="*/ 84923 w 160332"/>
                <a:gd name="connsiteY4" fmla="*/ 21433 h 174926"/>
                <a:gd name="connsiteX5" fmla="*/ 84055 w 160332"/>
                <a:gd name="connsiteY5" fmla="*/ 20276 h 174926"/>
                <a:gd name="connsiteX6" fmla="*/ 89862 w 160332"/>
                <a:gd name="connsiteY6" fmla="*/ 6578 h 174926"/>
                <a:gd name="connsiteX7" fmla="*/ 76164 w 160332"/>
                <a:gd name="connsiteY7" fmla="*/ 770 h 174926"/>
                <a:gd name="connsiteX8" fmla="*/ 70357 w 160332"/>
                <a:gd name="connsiteY8" fmla="*/ 14468 h 174926"/>
                <a:gd name="connsiteX9" fmla="*/ 76164 w 160332"/>
                <a:gd name="connsiteY9" fmla="*/ 20276 h 174926"/>
                <a:gd name="connsiteX10" fmla="*/ 75454 w 160332"/>
                <a:gd name="connsiteY10" fmla="*/ 21302 h 174926"/>
                <a:gd name="connsiteX11" fmla="*/ 496 w 160332"/>
                <a:gd name="connsiteY11" fmla="*/ 167272 h 174926"/>
                <a:gd name="connsiteX12" fmla="*/ 496 w 160332"/>
                <a:gd name="connsiteY12" fmla="*/ 167430 h 174926"/>
                <a:gd name="connsiteX13" fmla="*/ 49 w 160332"/>
                <a:gd name="connsiteY13" fmla="*/ 168772 h 174926"/>
                <a:gd name="connsiteX14" fmla="*/ 49 w 160332"/>
                <a:gd name="connsiteY14" fmla="*/ 168772 h 174926"/>
                <a:gd name="connsiteX15" fmla="*/ 49 w 160332"/>
                <a:gd name="connsiteY15" fmla="*/ 170087 h 174926"/>
                <a:gd name="connsiteX16" fmla="*/ 49 w 160332"/>
                <a:gd name="connsiteY16" fmla="*/ 170402 h 174926"/>
                <a:gd name="connsiteX17" fmla="*/ 417 w 160332"/>
                <a:gd name="connsiteY17" fmla="*/ 171638 h 174926"/>
                <a:gd name="connsiteX18" fmla="*/ 417 w 160332"/>
                <a:gd name="connsiteY18" fmla="*/ 171638 h 174926"/>
                <a:gd name="connsiteX19" fmla="*/ 786 w 160332"/>
                <a:gd name="connsiteY19" fmla="*/ 172217 h 174926"/>
                <a:gd name="connsiteX20" fmla="*/ 1312 w 160332"/>
                <a:gd name="connsiteY20" fmla="*/ 172980 h 174926"/>
                <a:gd name="connsiteX21" fmla="*/ 1312 w 160332"/>
                <a:gd name="connsiteY21" fmla="*/ 172980 h 174926"/>
                <a:gd name="connsiteX22" fmla="*/ 1732 w 160332"/>
                <a:gd name="connsiteY22" fmla="*/ 173295 h 174926"/>
                <a:gd name="connsiteX23" fmla="*/ 2469 w 160332"/>
                <a:gd name="connsiteY23" fmla="*/ 173874 h 174926"/>
                <a:gd name="connsiteX24" fmla="*/ 3100 w 160332"/>
                <a:gd name="connsiteY24" fmla="*/ 174163 h 174926"/>
                <a:gd name="connsiteX25" fmla="*/ 3889 w 160332"/>
                <a:gd name="connsiteY25" fmla="*/ 174453 h 174926"/>
                <a:gd name="connsiteX26" fmla="*/ 4573 w 160332"/>
                <a:gd name="connsiteY26" fmla="*/ 174453 h 174926"/>
                <a:gd name="connsiteX27" fmla="*/ 5152 w 160332"/>
                <a:gd name="connsiteY27" fmla="*/ 174926 h 174926"/>
                <a:gd name="connsiteX28" fmla="*/ 5520 w 160332"/>
                <a:gd name="connsiteY28" fmla="*/ 174926 h 174926"/>
                <a:gd name="connsiteX29" fmla="*/ 5862 w 160332"/>
                <a:gd name="connsiteY29" fmla="*/ 174926 h 174926"/>
                <a:gd name="connsiteX30" fmla="*/ 7256 w 160332"/>
                <a:gd name="connsiteY30" fmla="*/ 174558 h 174926"/>
                <a:gd name="connsiteX31" fmla="*/ 80162 w 160332"/>
                <a:gd name="connsiteY31" fmla="*/ 142497 h 174926"/>
                <a:gd name="connsiteX32" fmla="*/ 152963 w 160332"/>
                <a:gd name="connsiteY32" fmla="*/ 174479 h 174926"/>
                <a:gd name="connsiteX33" fmla="*/ 155067 w 160332"/>
                <a:gd name="connsiteY33" fmla="*/ 174926 h 174926"/>
                <a:gd name="connsiteX34" fmla="*/ 155067 w 160332"/>
                <a:gd name="connsiteY34" fmla="*/ 174926 h 174926"/>
                <a:gd name="connsiteX35" fmla="*/ 156356 w 160332"/>
                <a:gd name="connsiteY35" fmla="*/ 174742 h 174926"/>
                <a:gd name="connsiteX36" fmla="*/ 156724 w 160332"/>
                <a:gd name="connsiteY36" fmla="*/ 174742 h 174926"/>
                <a:gd name="connsiteX37" fmla="*/ 157698 w 160332"/>
                <a:gd name="connsiteY37" fmla="*/ 174295 h 174926"/>
                <a:gd name="connsiteX38" fmla="*/ 157934 w 160332"/>
                <a:gd name="connsiteY38" fmla="*/ 174137 h 174926"/>
                <a:gd name="connsiteX39" fmla="*/ 158881 w 160332"/>
                <a:gd name="connsiteY39" fmla="*/ 173374 h 174926"/>
                <a:gd name="connsiteX40" fmla="*/ 158881 w 160332"/>
                <a:gd name="connsiteY40" fmla="*/ 173374 h 174926"/>
                <a:gd name="connsiteX41" fmla="*/ 159433 w 160332"/>
                <a:gd name="connsiteY41" fmla="*/ 172559 h 174926"/>
                <a:gd name="connsiteX42" fmla="*/ 159749 w 160332"/>
                <a:gd name="connsiteY42" fmla="*/ 172033 h 174926"/>
                <a:gd name="connsiteX43" fmla="*/ 159749 w 160332"/>
                <a:gd name="connsiteY43" fmla="*/ 172033 h 174926"/>
                <a:gd name="connsiteX44" fmla="*/ 160117 w 160332"/>
                <a:gd name="connsiteY44" fmla="*/ 170770 h 174926"/>
                <a:gd name="connsiteX45" fmla="*/ 160117 w 160332"/>
                <a:gd name="connsiteY45" fmla="*/ 170481 h 174926"/>
                <a:gd name="connsiteX46" fmla="*/ 160328 w 160332"/>
                <a:gd name="connsiteY46" fmla="*/ 168903 h 174926"/>
                <a:gd name="connsiteX47" fmla="*/ 115616 w 160332"/>
                <a:gd name="connsiteY47" fmla="*/ 104334 h 174926"/>
                <a:gd name="connsiteX48" fmla="*/ 89052 w 160332"/>
                <a:gd name="connsiteY48" fmla="*/ 86370 h 174926"/>
                <a:gd name="connsiteX49" fmla="*/ 101860 w 160332"/>
                <a:gd name="connsiteY49" fmla="*/ 77612 h 174926"/>
                <a:gd name="connsiteX50" fmla="*/ 80109 w 160332"/>
                <a:gd name="connsiteY50" fmla="*/ 35215 h 174926"/>
                <a:gd name="connsiteX51" fmla="*/ 97021 w 160332"/>
                <a:gd name="connsiteY51" fmla="*/ 68117 h 174926"/>
                <a:gd name="connsiteX52" fmla="*/ 79715 w 160332"/>
                <a:gd name="connsiteY52" fmla="*/ 80032 h 174926"/>
                <a:gd name="connsiteX53" fmla="*/ 63934 w 160332"/>
                <a:gd name="connsiteY53" fmla="*/ 69511 h 174926"/>
                <a:gd name="connsiteX54" fmla="*/ 62830 w 160332"/>
                <a:gd name="connsiteY54" fmla="*/ 68933 h 174926"/>
                <a:gd name="connsiteX55" fmla="*/ 58069 w 160332"/>
                <a:gd name="connsiteY55" fmla="*/ 78112 h 174926"/>
                <a:gd name="connsiteX56" fmla="*/ 70404 w 160332"/>
                <a:gd name="connsiteY56" fmla="*/ 86449 h 174926"/>
                <a:gd name="connsiteX57" fmla="*/ 44603 w 160332"/>
                <a:gd name="connsiteY57" fmla="*/ 104150 h 174926"/>
                <a:gd name="connsiteX58" fmla="*/ 16592 w 160332"/>
                <a:gd name="connsiteY58" fmla="*/ 158909 h 174926"/>
                <a:gd name="connsiteX59" fmla="*/ 35161 w 160332"/>
                <a:gd name="connsiteY59" fmla="*/ 122718 h 174926"/>
                <a:gd name="connsiteX60" fmla="*/ 67064 w 160332"/>
                <a:gd name="connsiteY60" fmla="*/ 136737 h 174926"/>
                <a:gd name="connsiteX61" fmla="*/ 46023 w 160332"/>
                <a:gd name="connsiteY61" fmla="*/ 116012 h 174926"/>
                <a:gd name="connsiteX62" fmla="*/ 79768 w 160332"/>
                <a:gd name="connsiteY62" fmla="*/ 92788 h 174926"/>
                <a:gd name="connsiteX63" fmla="*/ 114169 w 160332"/>
                <a:gd name="connsiteY63" fmla="*/ 116064 h 174926"/>
                <a:gd name="connsiteX64" fmla="*/ 80162 w 160332"/>
                <a:gd name="connsiteY64" fmla="*/ 131003 h 174926"/>
                <a:gd name="connsiteX65" fmla="*/ 135447 w 160332"/>
                <a:gd name="connsiteY65" fmla="*/ 155305 h 174926"/>
                <a:gd name="connsiteX66" fmla="*/ 93234 w 160332"/>
                <a:gd name="connsiteY66" fmla="*/ 136763 h 174926"/>
                <a:gd name="connsiteX67" fmla="*/ 125084 w 160332"/>
                <a:gd name="connsiteY67" fmla="*/ 122771 h 174926"/>
                <a:gd name="connsiteX68" fmla="*/ 143627 w 160332"/>
                <a:gd name="connsiteY68" fmla="*/ 158882 h 174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0332" h="174926" extrusionOk="0">
                  <a:moveTo>
                    <a:pt x="160328" y="168903"/>
                  </a:moveTo>
                  <a:lnTo>
                    <a:pt x="160328" y="168903"/>
                  </a:lnTo>
                  <a:cubicBezTo>
                    <a:pt x="160247" y="168436"/>
                    <a:pt x="160096" y="167984"/>
                    <a:pt x="159881" y="167562"/>
                  </a:cubicBezTo>
                  <a:cubicBezTo>
                    <a:pt x="159881" y="167562"/>
                    <a:pt x="159881" y="167562"/>
                    <a:pt x="159881" y="167404"/>
                  </a:cubicBezTo>
                  <a:lnTo>
                    <a:pt x="84923" y="21433"/>
                  </a:lnTo>
                  <a:cubicBezTo>
                    <a:pt x="84694" y="21005"/>
                    <a:pt x="84402" y="20615"/>
                    <a:pt x="84055" y="20276"/>
                  </a:cubicBezTo>
                  <a:cubicBezTo>
                    <a:pt x="89441" y="18097"/>
                    <a:pt x="92041" y="11964"/>
                    <a:pt x="89862" y="6578"/>
                  </a:cubicBezTo>
                  <a:cubicBezTo>
                    <a:pt x="87683" y="1192"/>
                    <a:pt x="81551" y="-1408"/>
                    <a:pt x="76164" y="770"/>
                  </a:cubicBezTo>
                  <a:cubicBezTo>
                    <a:pt x="70778" y="2949"/>
                    <a:pt x="68178" y="9082"/>
                    <a:pt x="70357" y="14468"/>
                  </a:cubicBezTo>
                  <a:cubicBezTo>
                    <a:pt x="71426" y="17111"/>
                    <a:pt x="73522" y="19207"/>
                    <a:pt x="76164" y="20276"/>
                  </a:cubicBezTo>
                  <a:cubicBezTo>
                    <a:pt x="75883" y="20585"/>
                    <a:pt x="75645" y="20930"/>
                    <a:pt x="75454" y="21302"/>
                  </a:cubicBezTo>
                  <a:lnTo>
                    <a:pt x="496" y="167272"/>
                  </a:lnTo>
                  <a:cubicBezTo>
                    <a:pt x="496" y="167272"/>
                    <a:pt x="496" y="167272"/>
                    <a:pt x="496" y="167430"/>
                  </a:cubicBezTo>
                  <a:cubicBezTo>
                    <a:pt x="281" y="167852"/>
                    <a:pt x="130" y="168305"/>
                    <a:pt x="49" y="168772"/>
                  </a:cubicBezTo>
                  <a:lnTo>
                    <a:pt x="49" y="168772"/>
                  </a:lnTo>
                  <a:cubicBezTo>
                    <a:pt x="-16" y="169207"/>
                    <a:pt x="-16" y="169651"/>
                    <a:pt x="49" y="170087"/>
                  </a:cubicBezTo>
                  <a:cubicBezTo>
                    <a:pt x="49" y="170087"/>
                    <a:pt x="49" y="170297"/>
                    <a:pt x="49" y="170402"/>
                  </a:cubicBezTo>
                  <a:cubicBezTo>
                    <a:pt x="121" y="170828"/>
                    <a:pt x="244" y="171243"/>
                    <a:pt x="417" y="171638"/>
                  </a:cubicBezTo>
                  <a:cubicBezTo>
                    <a:pt x="417" y="171638"/>
                    <a:pt x="417" y="171638"/>
                    <a:pt x="417" y="171638"/>
                  </a:cubicBezTo>
                  <a:cubicBezTo>
                    <a:pt x="417" y="171638"/>
                    <a:pt x="680" y="172007"/>
                    <a:pt x="786" y="172217"/>
                  </a:cubicBezTo>
                  <a:cubicBezTo>
                    <a:pt x="946" y="172481"/>
                    <a:pt x="1121" y="172736"/>
                    <a:pt x="1312" y="172980"/>
                  </a:cubicBezTo>
                  <a:lnTo>
                    <a:pt x="1312" y="172980"/>
                  </a:lnTo>
                  <a:cubicBezTo>
                    <a:pt x="1445" y="173093"/>
                    <a:pt x="1586" y="173199"/>
                    <a:pt x="1732" y="173295"/>
                  </a:cubicBezTo>
                  <a:cubicBezTo>
                    <a:pt x="1960" y="173510"/>
                    <a:pt x="2206" y="173704"/>
                    <a:pt x="2469" y="173874"/>
                  </a:cubicBezTo>
                  <a:cubicBezTo>
                    <a:pt x="2674" y="173981"/>
                    <a:pt x="2885" y="174078"/>
                    <a:pt x="3100" y="174163"/>
                  </a:cubicBezTo>
                  <a:lnTo>
                    <a:pt x="3889" y="174453"/>
                  </a:lnTo>
                  <a:lnTo>
                    <a:pt x="4573" y="174453"/>
                  </a:lnTo>
                  <a:lnTo>
                    <a:pt x="5152" y="174926"/>
                  </a:lnTo>
                  <a:lnTo>
                    <a:pt x="5520" y="174926"/>
                  </a:lnTo>
                  <a:lnTo>
                    <a:pt x="5862" y="174926"/>
                  </a:lnTo>
                  <a:cubicBezTo>
                    <a:pt x="6343" y="174881"/>
                    <a:pt x="6815" y="174756"/>
                    <a:pt x="7256" y="174558"/>
                  </a:cubicBezTo>
                  <a:lnTo>
                    <a:pt x="80162" y="142497"/>
                  </a:lnTo>
                  <a:lnTo>
                    <a:pt x="152963" y="174479"/>
                  </a:lnTo>
                  <a:cubicBezTo>
                    <a:pt x="153624" y="174780"/>
                    <a:pt x="154342" y="174932"/>
                    <a:pt x="155067" y="174926"/>
                  </a:cubicBezTo>
                  <a:lnTo>
                    <a:pt x="155067" y="174926"/>
                  </a:lnTo>
                  <a:cubicBezTo>
                    <a:pt x="155503" y="174918"/>
                    <a:pt x="155936" y="174856"/>
                    <a:pt x="156356" y="174742"/>
                  </a:cubicBezTo>
                  <a:lnTo>
                    <a:pt x="156724" y="174742"/>
                  </a:lnTo>
                  <a:cubicBezTo>
                    <a:pt x="157058" y="174615"/>
                    <a:pt x="157384" y="174466"/>
                    <a:pt x="157698" y="174295"/>
                  </a:cubicBezTo>
                  <a:lnTo>
                    <a:pt x="157934" y="174137"/>
                  </a:lnTo>
                  <a:cubicBezTo>
                    <a:pt x="158278" y="173920"/>
                    <a:pt x="158596" y="173664"/>
                    <a:pt x="158881" y="173374"/>
                  </a:cubicBezTo>
                  <a:lnTo>
                    <a:pt x="158881" y="173374"/>
                  </a:lnTo>
                  <a:cubicBezTo>
                    <a:pt x="159086" y="173117"/>
                    <a:pt x="159271" y="172845"/>
                    <a:pt x="159433" y="172559"/>
                  </a:cubicBezTo>
                  <a:cubicBezTo>
                    <a:pt x="159548" y="172390"/>
                    <a:pt x="159654" y="172214"/>
                    <a:pt x="159749" y="172033"/>
                  </a:cubicBezTo>
                  <a:cubicBezTo>
                    <a:pt x="159749" y="172033"/>
                    <a:pt x="159749" y="172033"/>
                    <a:pt x="159749" y="172033"/>
                  </a:cubicBezTo>
                  <a:cubicBezTo>
                    <a:pt x="159927" y="171630"/>
                    <a:pt x="160051" y="171206"/>
                    <a:pt x="160117" y="170770"/>
                  </a:cubicBezTo>
                  <a:cubicBezTo>
                    <a:pt x="160117" y="170770"/>
                    <a:pt x="160117" y="170586"/>
                    <a:pt x="160117" y="170481"/>
                  </a:cubicBezTo>
                  <a:cubicBezTo>
                    <a:pt x="160282" y="169972"/>
                    <a:pt x="160354" y="169437"/>
                    <a:pt x="160328" y="168903"/>
                  </a:cubicBezTo>
                  <a:close/>
                  <a:moveTo>
                    <a:pt x="115616" y="104334"/>
                  </a:moveTo>
                  <a:lnTo>
                    <a:pt x="89052" y="86370"/>
                  </a:lnTo>
                  <a:lnTo>
                    <a:pt x="101860" y="77612"/>
                  </a:lnTo>
                  <a:close/>
                  <a:moveTo>
                    <a:pt x="80109" y="35215"/>
                  </a:moveTo>
                  <a:lnTo>
                    <a:pt x="97021" y="68117"/>
                  </a:lnTo>
                  <a:lnTo>
                    <a:pt x="79715" y="80032"/>
                  </a:lnTo>
                  <a:lnTo>
                    <a:pt x="63934" y="69511"/>
                  </a:lnTo>
                  <a:cubicBezTo>
                    <a:pt x="63592" y="69273"/>
                    <a:pt x="63221" y="69078"/>
                    <a:pt x="62830" y="68933"/>
                  </a:cubicBezTo>
                  <a:close/>
                  <a:moveTo>
                    <a:pt x="58069" y="78112"/>
                  </a:moveTo>
                  <a:lnTo>
                    <a:pt x="70404" y="86449"/>
                  </a:lnTo>
                  <a:lnTo>
                    <a:pt x="44603" y="104150"/>
                  </a:lnTo>
                  <a:close/>
                  <a:moveTo>
                    <a:pt x="16592" y="158909"/>
                  </a:moveTo>
                  <a:lnTo>
                    <a:pt x="35161" y="122718"/>
                  </a:lnTo>
                  <a:lnTo>
                    <a:pt x="67064" y="136737"/>
                  </a:lnTo>
                  <a:close/>
                  <a:moveTo>
                    <a:pt x="46023" y="116012"/>
                  </a:moveTo>
                  <a:lnTo>
                    <a:pt x="79768" y="92788"/>
                  </a:lnTo>
                  <a:lnTo>
                    <a:pt x="114169" y="116064"/>
                  </a:lnTo>
                  <a:lnTo>
                    <a:pt x="80162" y="131003"/>
                  </a:lnTo>
                  <a:close/>
                  <a:moveTo>
                    <a:pt x="135447" y="155305"/>
                  </a:moveTo>
                  <a:lnTo>
                    <a:pt x="93234" y="136763"/>
                  </a:lnTo>
                  <a:lnTo>
                    <a:pt x="125084" y="122771"/>
                  </a:lnTo>
                  <a:lnTo>
                    <a:pt x="143627" y="158882"/>
                  </a:ln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77" name="Freeform: Shape 76"/>
            <p:cNvSpPr/>
            <p:nvPr/>
          </p:nvSpPr>
          <p:spPr bwMode="auto">
            <a:xfrm>
              <a:off x="3228267"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extrusionOk="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79" name="Freeform: Shape 78"/>
            <p:cNvSpPr/>
            <p:nvPr/>
          </p:nvSpPr>
          <p:spPr bwMode="auto">
            <a:xfrm>
              <a:off x="3396299"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extrusionOk="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81" name="Freeform: Shape 80"/>
            <p:cNvSpPr/>
            <p:nvPr/>
          </p:nvSpPr>
          <p:spPr bwMode="auto">
            <a:xfrm>
              <a:off x="3186259" y="2469940"/>
              <a:ext cx="308058" cy="126024"/>
            </a:xfrm>
            <a:custGeom>
              <a:avLst/>
              <a:gdLst>
                <a:gd name="connsiteX0" fmla="*/ 122523 w 308058"/>
                <a:gd name="connsiteY0" fmla="*/ 56011 h 126024"/>
                <a:gd name="connsiteX1" fmla="*/ 122523 w 308058"/>
                <a:gd name="connsiteY1" fmla="*/ 14003 h 126024"/>
                <a:gd name="connsiteX2" fmla="*/ 170482 w 308058"/>
                <a:gd name="connsiteY2" fmla="*/ 14003 h 126024"/>
                <a:gd name="connsiteX3" fmla="*/ 180284 w 308058"/>
                <a:gd name="connsiteY3" fmla="*/ 18203 h 126024"/>
                <a:gd name="connsiteX4" fmla="*/ 218092 w 308058"/>
                <a:gd name="connsiteY4" fmla="*/ 56011 h 126024"/>
                <a:gd name="connsiteX5" fmla="*/ 122523 w 308058"/>
                <a:gd name="connsiteY5" fmla="*/ 56011 h 126024"/>
                <a:gd name="connsiteX6" fmla="*/ 108521 w 308058"/>
                <a:gd name="connsiteY6" fmla="*/ 56011 h 126024"/>
                <a:gd name="connsiteX7" fmla="*/ 19954 w 308058"/>
                <a:gd name="connsiteY7" fmla="*/ 56011 h 126024"/>
                <a:gd name="connsiteX8" fmla="*/ 57761 w 308058"/>
                <a:gd name="connsiteY8" fmla="*/ 18203 h 126024"/>
                <a:gd name="connsiteX9" fmla="*/ 67563 w 308058"/>
                <a:gd name="connsiteY9" fmla="*/ 14003 h 126024"/>
                <a:gd name="connsiteX10" fmla="*/ 108521 w 308058"/>
                <a:gd name="connsiteY10" fmla="*/ 14003 h 126024"/>
                <a:gd name="connsiteX11" fmla="*/ 108521 w 308058"/>
                <a:gd name="connsiteY11" fmla="*/ 56011 h 126024"/>
                <a:gd name="connsiteX12" fmla="*/ 273052 w 308058"/>
                <a:gd name="connsiteY12" fmla="*/ 56011 h 126024"/>
                <a:gd name="connsiteX13" fmla="*/ 243996 w 308058"/>
                <a:gd name="connsiteY13" fmla="*/ 56011 h 126024"/>
                <a:gd name="connsiteX14" fmla="*/ 234195 w 308058"/>
                <a:gd name="connsiteY14" fmla="*/ 51810 h 126024"/>
                <a:gd name="connsiteX15" fmla="*/ 190086 w 308058"/>
                <a:gd name="connsiteY15" fmla="*/ 8052 h 126024"/>
                <a:gd name="connsiteX16" fmla="*/ 170132 w 308058"/>
                <a:gd name="connsiteY16" fmla="*/ 0 h 126024"/>
                <a:gd name="connsiteX17" fmla="*/ 67563 w 308058"/>
                <a:gd name="connsiteY17" fmla="*/ 0 h 126024"/>
                <a:gd name="connsiteX18" fmla="*/ 47609 w 308058"/>
                <a:gd name="connsiteY18" fmla="*/ 8052 h 126024"/>
                <a:gd name="connsiteX19" fmla="*/ 4201 w 308058"/>
                <a:gd name="connsiteY19" fmla="*/ 51810 h 126024"/>
                <a:gd name="connsiteX20" fmla="*/ 0 w 308058"/>
                <a:gd name="connsiteY20" fmla="*/ 61962 h 126024"/>
                <a:gd name="connsiteX21" fmla="*/ 0 w 308058"/>
                <a:gd name="connsiteY21" fmla="*/ 98019 h 126024"/>
                <a:gd name="connsiteX22" fmla="*/ 28005 w 308058"/>
                <a:gd name="connsiteY22" fmla="*/ 126024 h 126024"/>
                <a:gd name="connsiteX23" fmla="*/ 31506 w 308058"/>
                <a:gd name="connsiteY23" fmla="*/ 126024 h 126024"/>
                <a:gd name="connsiteX24" fmla="*/ 70013 w 308058"/>
                <a:gd name="connsiteY24" fmla="*/ 87517 h 126024"/>
                <a:gd name="connsiteX25" fmla="*/ 108521 w 308058"/>
                <a:gd name="connsiteY25" fmla="*/ 126024 h 126024"/>
                <a:gd name="connsiteX26" fmla="*/ 199538 w 308058"/>
                <a:gd name="connsiteY26" fmla="*/ 126024 h 126024"/>
                <a:gd name="connsiteX27" fmla="*/ 238045 w 308058"/>
                <a:gd name="connsiteY27" fmla="*/ 87517 h 126024"/>
                <a:gd name="connsiteX28" fmla="*/ 276553 w 308058"/>
                <a:gd name="connsiteY28" fmla="*/ 126024 h 126024"/>
                <a:gd name="connsiteX29" fmla="*/ 294056 w 308058"/>
                <a:gd name="connsiteY29" fmla="*/ 126024 h 126024"/>
                <a:gd name="connsiteX30" fmla="*/ 308059 w 308058"/>
                <a:gd name="connsiteY30" fmla="*/ 112021 h 126024"/>
                <a:gd name="connsiteX31" fmla="*/ 308059 w 308058"/>
                <a:gd name="connsiteY31" fmla="*/ 91017 h 126024"/>
                <a:gd name="connsiteX32" fmla="*/ 273052 w 308058"/>
                <a:gd name="connsiteY32" fmla="*/ 56011 h 12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8058" h="126024" extrusionOk="0">
                  <a:moveTo>
                    <a:pt x="122523" y="56011"/>
                  </a:moveTo>
                  <a:lnTo>
                    <a:pt x="122523" y="14003"/>
                  </a:lnTo>
                  <a:lnTo>
                    <a:pt x="170482" y="14003"/>
                  </a:lnTo>
                  <a:cubicBezTo>
                    <a:pt x="174333" y="14003"/>
                    <a:pt x="177834" y="15403"/>
                    <a:pt x="180284" y="18203"/>
                  </a:cubicBezTo>
                  <a:lnTo>
                    <a:pt x="218092" y="56011"/>
                  </a:lnTo>
                  <a:lnTo>
                    <a:pt x="122523" y="56011"/>
                  </a:lnTo>
                  <a:close/>
                  <a:moveTo>
                    <a:pt x="108521" y="56011"/>
                  </a:moveTo>
                  <a:lnTo>
                    <a:pt x="19954" y="56011"/>
                  </a:lnTo>
                  <a:lnTo>
                    <a:pt x="57761" y="18203"/>
                  </a:lnTo>
                  <a:cubicBezTo>
                    <a:pt x="60562" y="15403"/>
                    <a:pt x="64062" y="14003"/>
                    <a:pt x="67563" y="14003"/>
                  </a:cubicBezTo>
                  <a:lnTo>
                    <a:pt x="108521" y="14003"/>
                  </a:lnTo>
                  <a:lnTo>
                    <a:pt x="108521" y="56011"/>
                  </a:lnTo>
                  <a:close/>
                  <a:moveTo>
                    <a:pt x="273052" y="56011"/>
                  </a:moveTo>
                  <a:lnTo>
                    <a:pt x="243996" y="56011"/>
                  </a:lnTo>
                  <a:cubicBezTo>
                    <a:pt x="240146" y="56011"/>
                    <a:pt x="236645" y="54610"/>
                    <a:pt x="234195" y="51810"/>
                  </a:cubicBezTo>
                  <a:lnTo>
                    <a:pt x="190086" y="8052"/>
                  </a:lnTo>
                  <a:cubicBezTo>
                    <a:pt x="184835" y="2801"/>
                    <a:pt x="177834" y="0"/>
                    <a:pt x="170132" y="0"/>
                  </a:cubicBezTo>
                  <a:lnTo>
                    <a:pt x="67563" y="0"/>
                  </a:lnTo>
                  <a:cubicBezTo>
                    <a:pt x="60211" y="0"/>
                    <a:pt x="52860" y="2801"/>
                    <a:pt x="47609" y="8052"/>
                  </a:cubicBezTo>
                  <a:lnTo>
                    <a:pt x="4201" y="51810"/>
                  </a:lnTo>
                  <a:cubicBezTo>
                    <a:pt x="1400" y="54610"/>
                    <a:pt x="0" y="58111"/>
                    <a:pt x="0" y="61962"/>
                  </a:cubicBezTo>
                  <a:lnTo>
                    <a:pt x="0" y="98019"/>
                  </a:lnTo>
                  <a:cubicBezTo>
                    <a:pt x="0" y="113422"/>
                    <a:pt x="12602" y="126024"/>
                    <a:pt x="28005" y="126024"/>
                  </a:cubicBezTo>
                  <a:lnTo>
                    <a:pt x="31506" y="126024"/>
                  </a:lnTo>
                  <a:cubicBezTo>
                    <a:pt x="31506" y="104670"/>
                    <a:pt x="48659" y="87517"/>
                    <a:pt x="70013" y="87517"/>
                  </a:cubicBezTo>
                  <a:cubicBezTo>
                    <a:pt x="91367" y="87517"/>
                    <a:pt x="108521" y="104670"/>
                    <a:pt x="108521" y="126024"/>
                  </a:cubicBezTo>
                  <a:lnTo>
                    <a:pt x="199538" y="126024"/>
                  </a:lnTo>
                  <a:cubicBezTo>
                    <a:pt x="199538" y="104670"/>
                    <a:pt x="216691" y="87517"/>
                    <a:pt x="238045" y="87517"/>
                  </a:cubicBezTo>
                  <a:cubicBezTo>
                    <a:pt x="259399" y="87517"/>
                    <a:pt x="276553" y="104670"/>
                    <a:pt x="276553" y="126024"/>
                  </a:cubicBezTo>
                  <a:lnTo>
                    <a:pt x="294056" y="126024"/>
                  </a:lnTo>
                  <a:cubicBezTo>
                    <a:pt x="301757" y="126024"/>
                    <a:pt x="308059" y="119723"/>
                    <a:pt x="308059" y="112021"/>
                  </a:cubicBezTo>
                  <a:lnTo>
                    <a:pt x="308059" y="91017"/>
                  </a:lnTo>
                  <a:cubicBezTo>
                    <a:pt x="308059" y="71764"/>
                    <a:pt x="292306" y="56011"/>
                    <a:pt x="273052" y="56011"/>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82" name="Graphic 27" descr="Network"/>
            <p:cNvSpPr/>
            <p:nvPr/>
          </p:nvSpPr>
          <p:spPr bwMode="auto">
            <a:xfrm>
              <a:off x="10668184" y="2363528"/>
              <a:ext cx="179875" cy="168864"/>
            </a:xfrm>
            <a:custGeom>
              <a:avLst/>
              <a:gdLst>
                <a:gd name="connsiteX0" fmla="*/ 178421 w 179875"/>
                <a:gd name="connsiteY0" fmla="*/ 59058 h 168864"/>
                <a:gd name="connsiteX1" fmla="*/ 153315 w 179875"/>
                <a:gd name="connsiteY1" fmla="*/ 48776 h 168864"/>
                <a:gd name="connsiteX2" fmla="*/ 141600 w 179875"/>
                <a:gd name="connsiteY2" fmla="*/ 69100 h 168864"/>
                <a:gd name="connsiteX3" fmla="*/ 110756 w 179875"/>
                <a:gd name="connsiteY3" fmla="*/ 82011 h 168864"/>
                <a:gd name="connsiteX4" fmla="*/ 94736 w 179875"/>
                <a:gd name="connsiteY4" fmla="*/ 70774 h 168864"/>
                <a:gd name="connsiteX5" fmla="*/ 94736 w 179875"/>
                <a:gd name="connsiteY5" fmla="*/ 37539 h 168864"/>
                <a:gd name="connsiteX6" fmla="*/ 109082 w 179875"/>
                <a:gd name="connsiteY6" fmla="*/ 19128 h 168864"/>
                <a:gd name="connsiteX7" fmla="*/ 89954 w 179875"/>
                <a:gd name="connsiteY7" fmla="*/ 0 h 168864"/>
                <a:gd name="connsiteX8" fmla="*/ 89954 w 179875"/>
                <a:gd name="connsiteY8" fmla="*/ 0 h 168864"/>
                <a:gd name="connsiteX9" fmla="*/ 70826 w 179875"/>
                <a:gd name="connsiteY9" fmla="*/ 19128 h 168864"/>
                <a:gd name="connsiteX10" fmla="*/ 85172 w 179875"/>
                <a:gd name="connsiteY10" fmla="*/ 37539 h 168864"/>
                <a:gd name="connsiteX11" fmla="*/ 85172 w 179875"/>
                <a:gd name="connsiteY11" fmla="*/ 70535 h 168864"/>
                <a:gd name="connsiteX12" fmla="*/ 69152 w 179875"/>
                <a:gd name="connsiteY12" fmla="*/ 81772 h 168864"/>
                <a:gd name="connsiteX13" fmla="*/ 38308 w 179875"/>
                <a:gd name="connsiteY13" fmla="*/ 68861 h 168864"/>
                <a:gd name="connsiteX14" fmla="*/ 26592 w 179875"/>
                <a:gd name="connsiteY14" fmla="*/ 48537 h 168864"/>
                <a:gd name="connsiteX15" fmla="*/ 1487 w 179875"/>
                <a:gd name="connsiteY15" fmla="*/ 58819 h 168864"/>
                <a:gd name="connsiteX16" fmla="*/ 11768 w 179875"/>
                <a:gd name="connsiteY16" fmla="*/ 83924 h 168864"/>
                <a:gd name="connsiteX17" fmla="*/ 34244 w 179875"/>
                <a:gd name="connsiteY17" fmla="*/ 77708 h 168864"/>
                <a:gd name="connsiteX18" fmla="*/ 65805 w 179875"/>
                <a:gd name="connsiteY18" fmla="*/ 90619 h 168864"/>
                <a:gd name="connsiteX19" fmla="*/ 65566 w 179875"/>
                <a:gd name="connsiteY19" fmla="*/ 93727 h 168864"/>
                <a:gd name="connsiteX20" fmla="*/ 70348 w 179875"/>
                <a:gd name="connsiteY20" fmla="*/ 108073 h 168864"/>
                <a:gd name="connsiteX21" fmla="*/ 45481 w 179875"/>
                <a:gd name="connsiteY21" fmla="*/ 133179 h 168864"/>
                <a:gd name="connsiteX22" fmla="*/ 22289 w 179875"/>
                <a:gd name="connsiteY22" fmla="*/ 136048 h 168864"/>
                <a:gd name="connsiteX23" fmla="*/ 22289 w 179875"/>
                <a:gd name="connsiteY23" fmla="*/ 163066 h 168864"/>
                <a:gd name="connsiteX24" fmla="*/ 49307 w 179875"/>
                <a:gd name="connsiteY24" fmla="*/ 163066 h 168864"/>
                <a:gd name="connsiteX25" fmla="*/ 52176 w 179875"/>
                <a:gd name="connsiteY25" fmla="*/ 139874 h 168864"/>
                <a:gd name="connsiteX26" fmla="*/ 77521 w 179875"/>
                <a:gd name="connsiteY26" fmla="*/ 114529 h 168864"/>
                <a:gd name="connsiteX27" fmla="*/ 89476 w 179875"/>
                <a:gd name="connsiteY27" fmla="*/ 117876 h 168864"/>
                <a:gd name="connsiteX28" fmla="*/ 89954 w 179875"/>
                <a:gd name="connsiteY28" fmla="*/ 117876 h 168864"/>
                <a:gd name="connsiteX29" fmla="*/ 90432 w 179875"/>
                <a:gd name="connsiteY29" fmla="*/ 117876 h 168864"/>
                <a:gd name="connsiteX30" fmla="*/ 102387 w 179875"/>
                <a:gd name="connsiteY30" fmla="*/ 114529 h 168864"/>
                <a:gd name="connsiteX31" fmla="*/ 127732 w 179875"/>
                <a:gd name="connsiteY31" fmla="*/ 139874 h 168864"/>
                <a:gd name="connsiteX32" fmla="*/ 130601 w 179875"/>
                <a:gd name="connsiteY32" fmla="*/ 163305 h 168864"/>
                <a:gd name="connsiteX33" fmla="*/ 157619 w 179875"/>
                <a:gd name="connsiteY33" fmla="*/ 163305 h 168864"/>
                <a:gd name="connsiteX34" fmla="*/ 157619 w 179875"/>
                <a:gd name="connsiteY34" fmla="*/ 136287 h 168864"/>
                <a:gd name="connsiteX35" fmla="*/ 134427 w 179875"/>
                <a:gd name="connsiteY35" fmla="*/ 133418 h 168864"/>
                <a:gd name="connsiteX36" fmla="*/ 109560 w 179875"/>
                <a:gd name="connsiteY36" fmla="*/ 108312 h 168864"/>
                <a:gd name="connsiteX37" fmla="*/ 114342 w 179875"/>
                <a:gd name="connsiteY37" fmla="*/ 93966 h 168864"/>
                <a:gd name="connsiteX38" fmla="*/ 114103 w 179875"/>
                <a:gd name="connsiteY38" fmla="*/ 90858 h 168864"/>
                <a:gd name="connsiteX39" fmla="*/ 145664 w 179875"/>
                <a:gd name="connsiteY39" fmla="*/ 77947 h 168864"/>
                <a:gd name="connsiteX40" fmla="*/ 168140 w 179875"/>
                <a:gd name="connsiteY40" fmla="*/ 84163 h 168864"/>
                <a:gd name="connsiteX41" fmla="*/ 178421 w 179875"/>
                <a:gd name="connsiteY41" fmla="*/ 59058 h 168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9875" h="168864" extrusionOk="0">
                  <a:moveTo>
                    <a:pt x="178421" y="59058"/>
                  </a:moveTo>
                  <a:cubicBezTo>
                    <a:pt x="174356" y="49255"/>
                    <a:pt x="163119" y="44712"/>
                    <a:pt x="153315" y="48776"/>
                  </a:cubicBezTo>
                  <a:cubicBezTo>
                    <a:pt x="145186" y="52124"/>
                    <a:pt x="140404" y="60731"/>
                    <a:pt x="141600" y="69100"/>
                  </a:cubicBezTo>
                  <a:lnTo>
                    <a:pt x="110756" y="82011"/>
                  </a:lnTo>
                  <a:cubicBezTo>
                    <a:pt x="107408" y="76273"/>
                    <a:pt x="101431" y="71969"/>
                    <a:pt x="94736" y="70774"/>
                  </a:cubicBezTo>
                  <a:lnTo>
                    <a:pt x="94736" y="37539"/>
                  </a:lnTo>
                  <a:cubicBezTo>
                    <a:pt x="102865" y="35387"/>
                    <a:pt x="109082" y="27975"/>
                    <a:pt x="109082" y="19128"/>
                  </a:cubicBezTo>
                  <a:cubicBezTo>
                    <a:pt x="109082" y="8608"/>
                    <a:pt x="100474" y="0"/>
                    <a:pt x="89954" y="0"/>
                  </a:cubicBezTo>
                  <a:lnTo>
                    <a:pt x="89954" y="0"/>
                  </a:lnTo>
                  <a:cubicBezTo>
                    <a:pt x="79434" y="0"/>
                    <a:pt x="70826" y="8608"/>
                    <a:pt x="70826" y="19128"/>
                  </a:cubicBezTo>
                  <a:cubicBezTo>
                    <a:pt x="70826" y="27975"/>
                    <a:pt x="77043" y="35387"/>
                    <a:pt x="85172" y="37539"/>
                  </a:cubicBezTo>
                  <a:lnTo>
                    <a:pt x="85172" y="70535"/>
                  </a:lnTo>
                  <a:cubicBezTo>
                    <a:pt x="78238" y="71730"/>
                    <a:pt x="72500" y="76034"/>
                    <a:pt x="69152" y="81772"/>
                  </a:cubicBezTo>
                  <a:lnTo>
                    <a:pt x="38308" y="68861"/>
                  </a:lnTo>
                  <a:cubicBezTo>
                    <a:pt x="39504" y="60492"/>
                    <a:pt x="34961" y="51885"/>
                    <a:pt x="26592" y="48537"/>
                  </a:cubicBezTo>
                  <a:cubicBezTo>
                    <a:pt x="16789" y="44473"/>
                    <a:pt x="5552" y="49016"/>
                    <a:pt x="1487" y="58819"/>
                  </a:cubicBezTo>
                  <a:cubicBezTo>
                    <a:pt x="-2578" y="68622"/>
                    <a:pt x="1965" y="79859"/>
                    <a:pt x="11768" y="83924"/>
                  </a:cubicBezTo>
                  <a:cubicBezTo>
                    <a:pt x="19898" y="87272"/>
                    <a:pt x="29223" y="84641"/>
                    <a:pt x="34244" y="77708"/>
                  </a:cubicBezTo>
                  <a:lnTo>
                    <a:pt x="65805" y="90619"/>
                  </a:lnTo>
                  <a:cubicBezTo>
                    <a:pt x="65566" y="91575"/>
                    <a:pt x="65566" y="92771"/>
                    <a:pt x="65566" y="93727"/>
                  </a:cubicBezTo>
                  <a:cubicBezTo>
                    <a:pt x="65566" y="98987"/>
                    <a:pt x="67239" y="104009"/>
                    <a:pt x="70348" y="108073"/>
                  </a:cubicBezTo>
                  <a:lnTo>
                    <a:pt x="45481" y="133179"/>
                  </a:lnTo>
                  <a:cubicBezTo>
                    <a:pt x="38069" y="128875"/>
                    <a:pt x="28505" y="129831"/>
                    <a:pt x="22289" y="136048"/>
                  </a:cubicBezTo>
                  <a:cubicBezTo>
                    <a:pt x="14877" y="143460"/>
                    <a:pt x="14877" y="155654"/>
                    <a:pt x="22289" y="163066"/>
                  </a:cubicBezTo>
                  <a:cubicBezTo>
                    <a:pt x="29701" y="170478"/>
                    <a:pt x="41895" y="170478"/>
                    <a:pt x="49307" y="163066"/>
                  </a:cubicBezTo>
                  <a:cubicBezTo>
                    <a:pt x="55524" y="156850"/>
                    <a:pt x="56480" y="147286"/>
                    <a:pt x="52176" y="139874"/>
                  </a:cubicBezTo>
                  <a:lnTo>
                    <a:pt x="77521" y="114529"/>
                  </a:lnTo>
                  <a:cubicBezTo>
                    <a:pt x="81107" y="116681"/>
                    <a:pt x="85172" y="117876"/>
                    <a:pt x="89476" y="117876"/>
                  </a:cubicBezTo>
                  <a:cubicBezTo>
                    <a:pt x="89715" y="117876"/>
                    <a:pt x="89715" y="117876"/>
                    <a:pt x="89954" y="117876"/>
                  </a:cubicBezTo>
                  <a:cubicBezTo>
                    <a:pt x="90193" y="117876"/>
                    <a:pt x="90193" y="117876"/>
                    <a:pt x="90432" y="117876"/>
                  </a:cubicBezTo>
                  <a:cubicBezTo>
                    <a:pt x="94736" y="117876"/>
                    <a:pt x="98801" y="116681"/>
                    <a:pt x="102387" y="114529"/>
                  </a:cubicBezTo>
                  <a:lnTo>
                    <a:pt x="127732" y="139874"/>
                  </a:lnTo>
                  <a:cubicBezTo>
                    <a:pt x="123428" y="147286"/>
                    <a:pt x="124384" y="156850"/>
                    <a:pt x="130601" y="163305"/>
                  </a:cubicBezTo>
                  <a:cubicBezTo>
                    <a:pt x="138013" y="170717"/>
                    <a:pt x="150207" y="170717"/>
                    <a:pt x="157619" y="163305"/>
                  </a:cubicBezTo>
                  <a:cubicBezTo>
                    <a:pt x="165031" y="155893"/>
                    <a:pt x="165031" y="143699"/>
                    <a:pt x="157619" y="136287"/>
                  </a:cubicBezTo>
                  <a:cubicBezTo>
                    <a:pt x="151403" y="130070"/>
                    <a:pt x="141839" y="129114"/>
                    <a:pt x="134427" y="133418"/>
                  </a:cubicBezTo>
                  <a:lnTo>
                    <a:pt x="109560" y="108312"/>
                  </a:lnTo>
                  <a:cubicBezTo>
                    <a:pt x="112668" y="104248"/>
                    <a:pt x="114342" y="99466"/>
                    <a:pt x="114342" y="93966"/>
                  </a:cubicBezTo>
                  <a:cubicBezTo>
                    <a:pt x="114342" y="93010"/>
                    <a:pt x="114342" y="91814"/>
                    <a:pt x="114103" y="90858"/>
                  </a:cubicBezTo>
                  <a:lnTo>
                    <a:pt x="145664" y="77947"/>
                  </a:lnTo>
                  <a:cubicBezTo>
                    <a:pt x="150685" y="84641"/>
                    <a:pt x="160010" y="87511"/>
                    <a:pt x="168140" y="84163"/>
                  </a:cubicBezTo>
                  <a:cubicBezTo>
                    <a:pt x="177704" y="79859"/>
                    <a:pt x="182486" y="68861"/>
                    <a:pt x="178421" y="5905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84" name="Freeform: Shape 83"/>
            <p:cNvSpPr/>
            <p:nvPr/>
          </p:nvSpPr>
          <p:spPr bwMode="auto">
            <a:xfrm>
              <a:off x="3558777" y="2991760"/>
              <a:ext cx="27664" cy="63233"/>
            </a:xfrm>
            <a:custGeom>
              <a:avLst/>
              <a:gdLst>
                <a:gd name="connsiteX0" fmla="*/ 0 w 27664"/>
                <a:gd name="connsiteY0" fmla="*/ 0 h 63233"/>
                <a:gd name="connsiteX1" fmla="*/ 27664 w 27664"/>
                <a:gd name="connsiteY1" fmla="*/ 0 h 63233"/>
                <a:gd name="connsiteX2" fmla="*/ 27664 w 27664"/>
                <a:gd name="connsiteY2" fmla="*/ 63233 h 63233"/>
                <a:gd name="connsiteX3" fmla="*/ 0 w 27664"/>
                <a:gd name="connsiteY3" fmla="*/ 63233 h 63233"/>
              </a:gdLst>
              <a:ahLst/>
              <a:cxnLst>
                <a:cxn ang="0">
                  <a:pos x="connsiteX0" y="connsiteY0"/>
                </a:cxn>
                <a:cxn ang="0">
                  <a:pos x="connsiteX1" y="connsiteY1"/>
                </a:cxn>
                <a:cxn ang="0">
                  <a:pos x="connsiteX2" y="connsiteY2"/>
                </a:cxn>
                <a:cxn ang="0">
                  <a:pos x="connsiteX3" y="connsiteY3"/>
                </a:cxn>
              </a:cxnLst>
              <a:rect l="l" t="t" r="r" b="b"/>
              <a:pathLst>
                <a:path w="27664" h="63233" extrusionOk="0">
                  <a:moveTo>
                    <a:pt x="0" y="0"/>
                  </a:moveTo>
                  <a:lnTo>
                    <a:pt x="27664" y="0"/>
                  </a:lnTo>
                  <a:lnTo>
                    <a:pt x="27664" y="63233"/>
                  </a:lnTo>
                  <a:lnTo>
                    <a:pt x="0" y="63233"/>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5" name="Freeform: Shape 84"/>
            <p:cNvSpPr/>
            <p:nvPr/>
          </p:nvSpPr>
          <p:spPr bwMode="auto">
            <a:xfrm>
              <a:off x="3594345" y="2956192"/>
              <a:ext cx="27664" cy="98801"/>
            </a:xfrm>
            <a:custGeom>
              <a:avLst/>
              <a:gdLst>
                <a:gd name="connsiteX0" fmla="*/ 0 w 27664"/>
                <a:gd name="connsiteY0" fmla="*/ 0 h 98801"/>
                <a:gd name="connsiteX1" fmla="*/ 27664 w 27664"/>
                <a:gd name="connsiteY1" fmla="*/ 0 h 98801"/>
                <a:gd name="connsiteX2" fmla="*/ 27664 w 27664"/>
                <a:gd name="connsiteY2" fmla="*/ 98802 h 98801"/>
                <a:gd name="connsiteX3" fmla="*/ 0 w 27664"/>
                <a:gd name="connsiteY3" fmla="*/ 98802 h 98801"/>
              </a:gdLst>
              <a:ahLst/>
              <a:cxnLst>
                <a:cxn ang="0">
                  <a:pos x="connsiteX0" y="connsiteY0"/>
                </a:cxn>
                <a:cxn ang="0">
                  <a:pos x="connsiteX1" y="connsiteY1"/>
                </a:cxn>
                <a:cxn ang="0">
                  <a:pos x="connsiteX2" y="connsiteY2"/>
                </a:cxn>
                <a:cxn ang="0">
                  <a:pos x="connsiteX3" y="connsiteY3"/>
                </a:cxn>
              </a:cxnLst>
              <a:rect l="l" t="t" r="r" b="b"/>
              <a:pathLst>
                <a:path w="27664" h="98801" extrusionOk="0">
                  <a:moveTo>
                    <a:pt x="0" y="0"/>
                  </a:moveTo>
                  <a:lnTo>
                    <a:pt x="27664" y="0"/>
                  </a:lnTo>
                  <a:lnTo>
                    <a:pt x="27664" y="98802"/>
                  </a:lnTo>
                  <a:lnTo>
                    <a:pt x="0" y="98802"/>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6" name="Freeform: Shape 85"/>
            <p:cNvSpPr/>
            <p:nvPr/>
          </p:nvSpPr>
          <p:spPr bwMode="auto">
            <a:xfrm>
              <a:off x="3629914" y="2920623"/>
              <a:ext cx="27664" cy="134370"/>
            </a:xfrm>
            <a:custGeom>
              <a:avLst/>
              <a:gdLst>
                <a:gd name="connsiteX0" fmla="*/ 0 w 27664"/>
                <a:gd name="connsiteY0" fmla="*/ 0 h 134370"/>
                <a:gd name="connsiteX1" fmla="*/ 27664 w 27664"/>
                <a:gd name="connsiteY1" fmla="*/ 0 h 134370"/>
                <a:gd name="connsiteX2" fmla="*/ 27664 w 27664"/>
                <a:gd name="connsiteY2" fmla="*/ 134370 h 134370"/>
                <a:gd name="connsiteX3" fmla="*/ 0 w 27664"/>
                <a:gd name="connsiteY3" fmla="*/ 134370 h 134370"/>
              </a:gdLst>
              <a:ahLst/>
              <a:cxnLst>
                <a:cxn ang="0">
                  <a:pos x="connsiteX0" y="connsiteY0"/>
                </a:cxn>
                <a:cxn ang="0">
                  <a:pos x="connsiteX1" y="connsiteY1"/>
                </a:cxn>
                <a:cxn ang="0">
                  <a:pos x="connsiteX2" y="connsiteY2"/>
                </a:cxn>
                <a:cxn ang="0">
                  <a:pos x="connsiteX3" y="connsiteY3"/>
                </a:cxn>
              </a:cxnLst>
              <a:rect l="l" t="t" r="r" b="b"/>
              <a:pathLst>
                <a:path w="27664" h="134370" extrusionOk="0">
                  <a:moveTo>
                    <a:pt x="0" y="0"/>
                  </a:moveTo>
                  <a:lnTo>
                    <a:pt x="27664" y="0"/>
                  </a:lnTo>
                  <a:lnTo>
                    <a:pt x="27664" y="134370"/>
                  </a:lnTo>
                  <a:lnTo>
                    <a:pt x="0" y="134370"/>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7" name="Freeform: Shape 86"/>
            <p:cNvSpPr/>
            <p:nvPr/>
          </p:nvSpPr>
          <p:spPr bwMode="auto">
            <a:xfrm>
              <a:off x="3523208" y="3027329"/>
              <a:ext cx="27664" cy="27664"/>
            </a:xfrm>
            <a:custGeom>
              <a:avLst/>
              <a:gdLst>
                <a:gd name="connsiteX0" fmla="*/ 0 w 27664"/>
                <a:gd name="connsiteY0" fmla="*/ 0 h 27664"/>
                <a:gd name="connsiteX1" fmla="*/ 27664 w 27664"/>
                <a:gd name="connsiteY1" fmla="*/ 0 h 27664"/>
                <a:gd name="connsiteX2" fmla="*/ 27664 w 27664"/>
                <a:gd name="connsiteY2" fmla="*/ 27664 h 27664"/>
                <a:gd name="connsiteX3" fmla="*/ 0 w 27664"/>
                <a:gd name="connsiteY3" fmla="*/ 27664 h 27664"/>
              </a:gdLst>
              <a:ahLst/>
              <a:cxnLst>
                <a:cxn ang="0">
                  <a:pos x="connsiteX0" y="connsiteY0"/>
                </a:cxn>
                <a:cxn ang="0">
                  <a:pos x="connsiteX1" y="connsiteY1"/>
                </a:cxn>
                <a:cxn ang="0">
                  <a:pos x="connsiteX2" y="connsiteY2"/>
                </a:cxn>
                <a:cxn ang="0">
                  <a:pos x="connsiteX3" y="connsiteY3"/>
                </a:cxn>
              </a:cxnLst>
              <a:rect l="l" t="t" r="r" b="b"/>
              <a:pathLst>
                <a:path w="27664" h="27664" extrusionOk="0">
                  <a:moveTo>
                    <a:pt x="0" y="0"/>
                  </a:moveTo>
                  <a:lnTo>
                    <a:pt x="27664" y="0"/>
                  </a:lnTo>
                  <a:lnTo>
                    <a:pt x="27664" y="27664"/>
                  </a:lnTo>
                  <a:lnTo>
                    <a:pt x="0" y="27664"/>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9" name="Freeform: Shape 88"/>
            <p:cNvSpPr/>
            <p:nvPr/>
          </p:nvSpPr>
          <p:spPr bwMode="auto">
            <a:xfrm rot="5400000">
              <a:off x="2254836" y="4670486"/>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extrusionOk="0">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0" name="Freeform: Shape 89"/>
            <p:cNvSpPr/>
            <p:nvPr/>
          </p:nvSpPr>
          <p:spPr bwMode="auto">
            <a:xfrm rot="5400000">
              <a:off x="2254789" y="4633115"/>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extrusionOk="0">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1" name="Freeform: Shape 90"/>
            <p:cNvSpPr/>
            <p:nvPr/>
          </p:nvSpPr>
          <p:spPr bwMode="auto">
            <a:xfrm rot="5400000">
              <a:off x="2254835" y="4595648"/>
              <a:ext cx="150632" cy="150632"/>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extrusionOk="0">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2" name="Freeform: Shape 91"/>
            <p:cNvSpPr/>
            <p:nvPr/>
          </p:nvSpPr>
          <p:spPr bwMode="auto">
            <a:xfrm rot="5400000">
              <a:off x="2254740" y="4708838"/>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extrusionOk="0">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4" name="Freeform: Shape 93"/>
            <p:cNvSpPr/>
            <p:nvPr/>
          </p:nvSpPr>
          <p:spPr bwMode="auto">
            <a:xfrm flipH="1">
              <a:off x="1164420" y="1066369"/>
              <a:ext cx="243448" cy="171400"/>
            </a:xfrm>
            <a:custGeom>
              <a:avLst/>
              <a:gdLst>
                <a:gd name="connsiteX0" fmla="*/ 0 w 243448"/>
                <a:gd name="connsiteY0" fmla="*/ 0 h 171400"/>
                <a:gd name="connsiteX1" fmla="*/ 171401 w 243448"/>
                <a:gd name="connsiteY1" fmla="*/ 171401 h 171400"/>
                <a:gd name="connsiteX2" fmla="*/ 243448 w 243448"/>
                <a:gd name="connsiteY2" fmla="*/ 0 h 171400"/>
              </a:gdLst>
              <a:ahLst/>
              <a:cxnLst>
                <a:cxn ang="0">
                  <a:pos x="connsiteX0" y="connsiteY0"/>
                </a:cxn>
                <a:cxn ang="0">
                  <a:pos x="connsiteX1" y="connsiteY1"/>
                </a:cxn>
                <a:cxn ang="0">
                  <a:pos x="connsiteX2" y="connsiteY2"/>
                </a:cxn>
              </a:cxnLst>
              <a:rect l="l" t="t" r="r" b="b"/>
              <a:pathLst>
                <a:path w="243448" h="171400" extrusionOk="0">
                  <a:moveTo>
                    <a:pt x="0" y="0"/>
                  </a:moveTo>
                  <a:lnTo>
                    <a:pt x="171401" y="171401"/>
                  </a:lnTo>
                  <a:cubicBezTo>
                    <a:pt x="213453" y="123644"/>
                    <a:pt x="238751" y="63458"/>
                    <a:pt x="243448" y="0"/>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95" name="Freeform: Shape 94"/>
            <p:cNvSpPr/>
            <p:nvPr/>
          </p:nvSpPr>
          <p:spPr bwMode="auto">
            <a:xfrm flipH="1">
              <a:off x="1266084" y="752344"/>
              <a:ext cx="487321" cy="587459"/>
            </a:xfrm>
            <a:custGeom>
              <a:avLst/>
              <a:gdLst>
                <a:gd name="connsiteX0" fmla="*/ 273910 w 487321"/>
                <a:gd name="connsiteY0" fmla="*/ 301632 h 587460"/>
                <a:gd name="connsiteX1" fmla="*/ 273910 w 487321"/>
                <a:gd name="connsiteY1" fmla="*/ 0 h 587460"/>
                <a:gd name="connsiteX2" fmla="*/ 705 w 487321"/>
                <a:gd name="connsiteY2" fmla="*/ 313548 h 587460"/>
                <a:gd name="connsiteX3" fmla="*/ 314253 w 487321"/>
                <a:gd name="connsiteY3" fmla="*/ 586756 h 587460"/>
                <a:gd name="connsiteX4" fmla="*/ 487321 w 487321"/>
                <a:gd name="connsiteY4" fmla="*/ 515043 h 587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321" h="587460" extrusionOk="0">
                  <a:moveTo>
                    <a:pt x="273910" y="301632"/>
                  </a:moveTo>
                  <a:lnTo>
                    <a:pt x="273910" y="0"/>
                  </a:lnTo>
                  <a:cubicBezTo>
                    <a:pt x="111882" y="11139"/>
                    <a:pt x="-10437" y="151520"/>
                    <a:pt x="705" y="313548"/>
                  </a:cubicBezTo>
                  <a:cubicBezTo>
                    <a:pt x="11843" y="475577"/>
                    <a:pt x="152224" y="597895"/>
                    <a:pt x="314253" y="586756"/>
                  </a:cubicBezTo>
                  <a:cubicBezTo>
                    <a:pt x="378217" y="582358"/>
                    <a:pt x="438991" y="557175"/>
                    <a:pt x="487321" y="515043"/>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96" name="Freeform: Shape 95"/>
            <p:cNvSpPr/>
            <p:nvPr/>
          </p:nvSpPr>
          <p:spPr bwMode="auto">
            <a:xfrm flipH="1">
              <a:off x="1164420" y="752344"/>
              <a:ext cx="273065" cy="272014"/>
            </a:xfrm>
            <a:custGeom>
              <a:avLst/>
              <a:gdLst>
                <a:gd name="connsiteX0" fmla="*/ 0 w 273065"/>
                <a:gd name="connsiteY0" fmla="*/ 272015 h 272014"/>
                <a:gd name="connsiteX1" fmla="*/ 273065 w 273065"/>
                <a:gd name="connsiteY1" fmla="*/ 272015 h 272014"/>
                <a:gd name="connsiteX2" fmla="*/ 0 w 273065"/>
                <a:gd name="connsiteY2" fmla="*/ 0 h 272014"/>
              </a:gdLst>
              <a:ahLst/>
              <a:cxnLst>
                <a:cxn ang="0">
                  <a:pos x="connsiteX0" y="connsiteY0"/>
                </a:cxn>
                <a:cxn ang="0">
                  <a:pos x="connsiteX1" y="connsiteY1"/>
                </a:cxn>
                <a:cxn ang="0">
                  <a:pos x="connsiteX2" y="connsiteY2"/>
                </a:cxn>
              </a:cxnLst>
              <a:rect l="l" t="t" r="r" b="b"/>
              <a:pathLst>
                <a:path w="273065" h="272014" extrusionOk="0">
                  <a:moveTo>
                    <a:pt x="0" y="272015"/>
                  </a:moveTo>
                  <a:lnTo>
                    <a:pt x="273065" y="272015"/>
                  </a:lnTo>
                  <a:cubicBezTo>
                    <a:pt x="262432" y="126017"/>
                    <a:pt x="146037" y="10070"/>
                    <a:pt x="0" y="0"/>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97" name="Freeform: Shape 96"/>
            <p:cNvSpPr/>
            <p:nvPr/>
          </p:nvSpPr>
          <p:spPr bwMode="auto">
            <a:xfrm flipH="1">
              <a:off x="660299" y="436219"/>
              <a:ext cx="1596380" cy="1575375"/>
            </a:xfrm>
            <a:custGeom>
              <a:avLst/>
              <a:gdLst>
                <a:gd name="connsiteX0" fmla="*/ 1386331 w 1596380"/>
                <a:gd name="connsiteY0" fmla="*/ 231055 h 1575375"/>
                <a:gd name="connsiteX1" fmla="*/ 1386331 w 1596380"/>
                <a:gd name="connsiteY1" fmla="*/ 987236 h 1575375"/>
                <a:gd name="connsiteX2" fmla="*/ 210050 w 1596380"/>
                <a:gd name="connsiteY2" fmla="*/ 987236 h 1575375"/>
                <a:gd name="connsiteX3" fmla="*/ 210050 w 1596380"/>
                <a:gd name="connsiteY3" fmla="*/ 231055 h 1575375"/>
                <a:gd name="connsiteX4" fmla="*/ 1554371 w 1596380"/>
                <a:gd name="connsiteY4" fmla="*/ 1029246 h 1575375"/>
                <a:gd name="connsiteX5" fmla="*/ 1512361 w 1596380"/>
                <a:gd name="connsiteY5" fmla="*/ 1029246 h 1575375"/>
                <a:gd name="connsiteX6" fmla="*/ 1512361 w 1596380"/>
                <a:gd name="connsiteY6" fmla="*/ 168040 h 1575375"/>
                <a:gd name="connsiteX7" fmla="*/ 1554371 w 1596380"/>
                <a:gd name="connsiteY7" fmla="*/ 168040 h 1575375"/>
                <a:gd name="connsiteX8" fmla="*/ 1596381 w 1596380"/>
                <a:gd name="connsiteY8" fmla="*/ 126030 h 1575375"/>
                <a:gd name="connsiteX9" fmla="*/ 1554371 w 1596380"/>
                <a:gd name="connsiteY9" fmla="*/ 84020 h 1575375"/>
                <a:gd name="connsiteX10" fmla="*/ 840200 w 1596380"/>
                <a:gd name="connsiteY10" fmla="*/ 84020 h 1575375"/>
                <a:gd name="connsiteX11" fmla="*/ 840200 w 1596380"/>
                <a:gd name="connsiteY11" fmla="*/ 42010 h 1575375"/>
                <a:gd name="connsiteX12" fmla="*/ 798190 w 1596380"/>
                <a:gd name="connsiteY12" fmla="*/ 0 h 1575375"/>
                <a:gd name="connsiteX13" fmla="*/ 756180 w 1596380"/>
                <a:gd name="connsiteY13" fmla="*/ 42010 h 1575375"/>
                <a:gd name="connsiteX14" fmla="*/ 756180 w 1596380"/>
                <a:gd name="connsiteY14" fmla="*/ 84020 h 1575375"/>
                <a:gd name="connsiteX15" fmla="*/ 42010 w 1596380"/>
                <a:gd name="connsiteY15" fmla="*/ 84020 h 1575375"/>
                <a:gd name="connsiteX16" fmla="*/ 0 w 1596380"/>
                <a:gd name="connsiteY16" fmla="*/ 126030 h 1575375"/>
                <a:gd name="connsiteX17" fmla="*/ 42010 w 1596380"/>
                <a:gd name="connsiteY17" fmla="*/ 168040 h 1575375"/>
                <a:gd name="connsiteX18" fmla="*/ 84020 w 1596380"/>
                <a:gd name="connsiteY18" fmla="*/ 168040 h 1575375"/>
                <a:gd name="connsiteX19" fmla="*/ 84020 w 1596380"/>
                <a:gd name="connsiteY19" fmla="*/ 1029246 h 1575375"/>
                <a:gd name="connsiteX20" fmla="*/ 42010 w 1596380"/>
                <a:gd name="connsiteY20" fmla="*/ 1029246 h 1575375"/>
                <a:gd name="connsiteX21" fmla="*/ 0 w 1596380"/>
                <a:gd name="connsiteY21" fmla="*/ 1071256 h 1575375"/>
                <a:gd name="connsiteX22" fmla="*/ 42010 w 1596380"/>
                <a:gd name="connsiteY22" fmla="*/ 1113266 h 1575375"/>
                <a:gd name="connsiteX23" fmla="*/ 683503 w 1596380"/>
                <a:gd name="connsiteY23" fmla="*/ 1113266 h 1575375"/>
                <a:gd name="connsiteX24" fmla="*/ 360026 w 1596380"/>
                <a:gd name="connsiteY24" fmla="*/ 1436743 h 1575375"/>
                <a:gd name="connsiteX25" fmla="*/ 360341 w 1596380"/>
                <a:gd name="connsiteY25" fmla="*/ 1496502 h 1575375"/>
                <a:gd name="connsiteX26" fmla="*/ 420100 w 1596380"/>
                <a:gd name="connsiteY26" fmla="*/ 1496187 h 1575375"/>
                <a:gd name="connsiteX27" fmla="*/ 756180 w 1596380"/>
                <a:gd name="connsiteY27" fmla="*/ 1160107 h 1575375"/>
                <a:gd name="connsiteX28" fmla="*/ 756180 w 1596380"/>
                <a:gd name="connsiteY28" fmla="*/ 1533366 h 1575375"/>
                <a:gd name="connsiteX29" fmla="*/ 798190 w 1596380"/>
                <a:gd name="connsiteY29" fmla="*/ 1575376 h 1575375"/>
                <a:gd name="connsiteX30" fmla="*/ 840200 w 1596380"/>
                <a:gd name="connsiteY30" fmla="*/ 1533366 h 1575375"/>
                <a:gd name="connsiteX31" fmla="*/ 840200 w 1596380"/>
                <a:gd name="connsiteY31" fmla="*/ 1159477 h 1575375"/>
                <a:gd name="connsiteX32" fmla="*/ 1176281 w 1596380"/>
                <a:gd name="connsiteY32" fmla="*/ 1495557 h 1575375"/>
                <a:gd name="connsiteX33" fmla="*/ 1235725 w 1596380"/>
                <a:gd name="connsiteY33" fmla="*/ 1495557 h 1575375"/>
                <a:gd name="connsiteX34" fmla="*/ 1235725 w 1596380"/>
                <a:gd name="connsiteY34" fmla="*/ 1436113 h 1575375"/>
                <a:gd name="connsiteX35" fmla="*/ 912878 w 1596380"/>
                <a:gd name="connsiteY35" fmla="*/ 1113266 h 1575375"/>
                <a:gd name="connsiteX36" fmla="*/ 1554371 w 1596380"/>
                <a:gd name="connsiteY36" fmla="*/ 1113266 h 1575375"/>
                <a:gd name="connsiteX37" fmla="*/ 1596381 w 1596380"/>
                <a:gd name="connsiteY37" fmla="*/ 1071256 h 1575375"/>
                <a:gd name="connsiteX38" fmla="*/ 1554371 w 1596380"/>
                <a:gd name="connsiteY38" fmla="*/ 1029246 h 15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96380" h="1575375" extrusionOk="0">
                  <a:moveTo>
                    <a:pt x="1386331" y="231055"/>
                  </a:moveTo>
                  <a:lnTo>
                    <a:pt x="1386331" y="987236"/>
                  </a:lnTo>
                  <a:lnTo>
                    <a:pt x="210050" y="987236"/>
                  </a:lnTo>
                  <a:lnTo>
                    <a:pt x="210050" y="231055"/>
                  </a:lnTo>
                  <a:close/>
                  <a:moveTo>
                    <a:pt x="1554371" y="1029246"/>
                  </a:moveTo>
                  <a:lnTo>
                    <a:pt x="1512361" y="1029246"/>
                  </a:lnTo>
                  <a:lnTo>
                    <a:pt x="1512361" y="168040"/>
                  </a:lnTo>
                  <a:lnTo>
                    <a:pt x="1554371" y="168040"/>
                  </a:lnTo>
                  <a:cubicBezTo>
                    <a:pt x="1577573" y="168040"/>
                    <a:pt x="1596381" y="149232"/>
                    <a:pt x="1596381" y="126030"/>
                  </a:cubicBezTo>
                  <a:cubicBezTo>
                    <a:pt x="1596381" y="102828"/>
                    <a:pt x="1577573" y="84020"/>
                    <a:pt x="1554371" y="84020"/>
                  </a:cubicBezTo>
                  <a:lnTo>
                    <a:pt x="840200" y="84020"/>
                  </a:lnTo>
                  <a:lnTo>
                    <a:pt x="840200" y="42010"/>
                  </a:lnTo>
                  <a:cubicBezTo>
                    <a:pt x="840200" y="18808"/>
                    <a:pt x="821393" y="0"/>
                    <a:pt x="798190" y="0"/>
                  </a:cubicBezTo>
                  <a:cubicBezTo>
                    <a:pt x="774988" y="0"/>
                    <a:pt x="756180" y="18808"/>
                    <a:pt x="756180" y="42010"/>
                  </a:cubicBezTo>
                  <a:lnTo>
                    <a:pt x="756180" y="84020"/>
                  </a:lnTo>
                  <a:lnTo>
                    <a:pt x="42010" y="84020"/>
                  </a:lnTo>
                  <a:cubicBezTo>
                    <a:pt x="18808" y="84020"/>
                    <a:pt x="0" y="102828"/>
                    <a:pt x="0" y="126030"/>
                  </a:cubicBezTo>
                  <a:cubicBezTo>
                    <a:pt x="0" y="149232"/>
                    <a:pt x="18808" y="168040"/>
                    <a:pt x="42010" y="168040"/>
                  </a:cubicBezTo>
                  <a:lnTo>
                    <a:pt x="84020" y="168040"/>
                  </a:lnTo>
                  <a:lnTo>
                    <a:pt x="84020" y="1029246"/>
                  </a:lnTo>
                  <a:lnTo>
                    <a:pt x="42010" y="1029246"/>
                  </a:lnTo>
                  <a:cubicBezTo>
                    <a:pt x="18808" y="1029246"/>
                    <a:pt x="0" y="1048053"/>
                    <a:pt x="0" y="1071256"/>
                  </a:cubicBezTo>
                  <a:cubicBezTo>
                    <a:pt x="0" y="1094458"/>
                    <a:pt x="18808" y="1113266"/>
                    <a:pt x="42010" y="1113266"/>
                  </a:cubicBezTo>
                  <a:lnTo>
                    <a:pt x="683503" y="1113266"/>
                  </a:lnTo>
                  <a:lnTo>
                    <a:pt x="360026" y="1436743"/>
                  </a:lnTo>
                  <a:cubicBezTo>
                    <a:pt x="343610" y="1453332"/>
                    <a:pt x="343751" y="1480087"/>
                    <a:pt x="360341" y="1496502"/>
                  </a:cubicBezTo>
                  <a:cubicBezTo>
                    <a:pt x="376931" y="1512917"/>
                    <a:pt x="403685" y="1512777"/>
                    <a:pt x="420100" y="1496187"/>
                  </a:cubicBezTo>
                  <a:lnTo>
                    <a:pt x="756180" y="1160107"/>
                  </a:lnTo>
                  <a:lnTo>
                    <a:pt x="756180" y="1533366"/>
                  </a:lnTo>
                  <a:cubicBezTo>
                    <a:pt x="756180" y="1556568"/>
                    <a:pt x="774988" y="1575376"/>
                    <a:pt x="798190" y="1575376"/>
                  </a:cubicBezTo>
                  <a:cubicBezTo>
                    <a:pt x="821393" y="1575376"/>
                    <a:pt x="840200" y="1556568"/>
                    <a:pt x="840200" y="1533366"/>
                  </a:cubicBezTo>
                  <a:lnTo>
                    <a:pt x="840200" y="1159477"/>
                  </a:lnTo>
                  <a:lnTo>
                    <a:pt x="1176281" y="1495557"/>
                  </a:lnTo>
                  <a:cubicBezTo>
                    <a:pt x="1192696" y="1511972"/>
                    <a:pt x="1219309" y="1511972"/>
                    <a:pt x="1235725" y="1495557"/>
                  </a:cubicBezTo>
                  <a:cubicBezTo>
                    <a:pt x="1252140" y="1479141"/>
                    <a:pt x="1252140" y="1452528"/>
                    <a:pt x="1235725" y="1436113"/>
                  </a:cubicBezTo>
                  <a:lnTo>
                    <a:pt x="912878" y="1113266"/>
                  </a:lnTo>
                  <a:lnTo>
                    <a:pt x="1554371" y="1113266"/>
                  </a:lnTo>
                  <a:cubicBezTo>
                    <a:pt x="1577573" y="1113266"/>
                    <a:pt x="1596381" y="1094458"/>
                    <a:pt x="1596381" y="1071256"/>
                  </a:cubicBezTo>
                  <a:cubicBezTo>
                    <a:pt x="1596381" y="1048053"/>
                    <a:pt x="1577573" y="1029246"/>
                    <a:pt x="1554371" y="1029246"/>
                  </a:cubicBezTo>
                  <a:close/>
                </a:path>
              </a:pathLst>
            </a:custGeom>
            <a:solidFill>
              <a:srgbClr val="282829">
                <a:alpha val="5000"/>
              </a:srgbClr>
            </a:solidFill>
            <a:ln w="20935" cap="flat">
              <a:noFill/>
              <a:prstDash val="solid"/>
              <a:miter/>
            </a:ln>
          </p:spPr>
          <p:txBody>
            <a:bodyPr rtlCol="0" anchor="ctr"/>
            <a:lstStyle/>
            <a:p>
              <a:pPr>
                <a:defRPr/>
              </a:pPr>
              <a:endParaRPr lang="en-IN"/>
            </a:p>
          </p:txBody>
        </p:sp>
        <p:grpSp>
          <p:nvGrpSpPr>
            <p:cNvPr id="98" name="Graphic 30" descr="Gears"/>
            <p:cNvGrpSpPr/>
            <p:nvPr/>
          </p:nvGrpSpPr>
          <p:grpSpPr bwMode="auto">
            <a:xfrm>
              <a:off x="9026885" y="2443983"/>
              <a:ext cx="86622" cy="104823"/>
              <a:chOff x="9026885" y="2443983"/>
              <a:chExt cx="86622" cy="104823"/>
            </a:xfrm>
            <a:solidFill>
              <a:srgbClr val="282829">
                <a:alpha val="50000"/>
              </a:srgbClr>
            </a:solidFill>
          </p:grpSpPr>
          <p:sp>
            <p:nvSpPr>
              <p:cNvPr id="99" name="Freeform: Shape 98"/>
              <p:cNvSpPr/>
              <p:nvPr/>
            </p:nvSpPr>
            <p:spPr bwMode="auto">
              <a:xfrm>
                <a:off x="9056911" y="244398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50751 w 56596"/>
                  <a:gd name="connsiteY5" fmla="*/ 22054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846 w 56596"/>
                  <a:gd name="connsiteY16" fmla="*/ 10629 h 56463"/>
                  <a:gd name="connsiteX17" fmla="*/ 7971 w 56596"/>
                  <a:gd name="connsiteY17" fmla="*/ 16873 h 56463"/>
                  <a:gd name="connsiteX18" fmla="*/ 5846 w 56596"/>
                  <a:gd name="connsiteY18" fmla="*/ 22054 h 56463"/>
                  <a:gd name="connsiteX19" fmla="*/ 0 w 56596"/>
                  <a:gd name="connsiteY19" fmla="*/ 24977 h 56463"/>
                  <a:gd name="connsiteX20" fmla="*/ 0 w 56596"/>
                  <a:gd name="connsiteY20" fmla="*/ 31620 h 56463"/>
                  <a:gd name="connsiteX21" fmla="*/ 5846 w 56596"/>
                  <a:gd name="connsiteY21" fmla="*/ 34543 h 56463"/>
                  <a:gd name="connsiteX22" fmla="*/ 7971 w 56596"/>
                  <a:gd name="connsiteY22" fmla="*/ 39724 h 56463"/>
                  <a:gd name="connsiteX23" fmla="*/ 5846 w 56596"/>
                  <a:gd name="connsiteY23" fmla="*/ 45968 h 56463"/>
                  <a:gd name="connsiteX24" fmla="*/ 10496 w 56596"/>
                  <a:gd name="connsiteY24" fmla="*/ 50618 h 56463"/>
                  <a:gd name="connsiteX25" fmla="*/ 16740 w 56596"/>
                  <a:gd name="connsiteY25" fmla="*/ 48493 h 56463"/>
                  <a:gd name="connsiteX26" fmla="*/ 21921 w 56596"/>
                  <a:gd name="connsiteY26" fmla="*/ 50618 h 56463"/>
                  <a:gd name="connsiteX27" fmla="*/ 24844 w 56596"/>
                  <a:gd name="connsiteY27" fmla="*/ 56464 h 56463"/>
                  <a:gd name="connsiteX28" fmla="*/ 31487 w 56596"/>
                  <a:gd name="connsiteY28" fmla="*/ 56464 h 56463"/>
                  <a:gd name="connsiteX29" fmla="*/ 34410 w 56596"/>
                  <a:gd name="connsiteY29" fmla="*/ 50618 h 56463"/>
                  <a:gd name="connsiteX30" fmla="*/ 39591 w 56596"/>
                  <a:gd name="connsiteY30" fmla="*/ 48493 h 56463"/>
                  <a:gd name="connsiteX31" fmla="*/ 45835 w 56596"/>
                  <a:gd name="connsiteY31" fmla="*/ 50618 h 56463"/>
                  <a:gd name="connsiteX32" fmla="*/ 50618 w 56596"/>
                  <a:gd name="connsiteY32" fmla="*/ 45968 h 56463"/>
                  <a:gd name="connsiteX33" fmla="*/ 48493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596" h="56463" extrusionOk="0">
                    <a:moveTo>
                      <a:pt x="28298" y="38263"/>
                    </a:moveTo>
                    <a:cubicBezTo>
                      <a:pt x="22718" y="38263"/>
                      <a:pt x="18334" y="33745"/>
                      <a:pt x="18334" y="28298"/>
                    </a:cubicBezTo>
                    <a:cubicBezTo>
                      <a:pt x="18334" y="22851"/>
                      <a:pt x="22851" y="18334"/>
                      <a:pt x="28298" y="18334"/>
                    </a:cubicBezTo>
                    <a:cubicBezTo>
                      <a:pt x="33878" y="18334"/>
                      <a:pt x="38263" y="22851"/>
                      <a:pt x="38263" y="28298"/>
                    </a:cubicBezTo>
                    <a:cubicBezTo>
                      <a:pt x="38263" y="33745"/>
                      <a:pt x="33745" y="38263"/>
                      <a:pt x="28298" y="38263"/>
                    </a:cubicBezTo>
                    <a:close/>
                    <a:moveTo>
                      <a:pt x="50751" y="22054"/>
                    </a:moveTo>
                    <a:cubicBezTo>
                      <a:pt x="50220" y="20194"/>
                      <a:pt x="49555" y="18467"/>
                      <a:pt x="48625" y="16873"/>
                    </a:cubicBezTo>
                    <a:lnTo>
                      <a:pt x="50751" y="10629"/>
                    </a:lnTo>
                    <a:lnTo>
                      <a:pt x="45968" y="5846"/>
                    </a:lnTo>
                    <a:lnTo>
                      <a:pt x="39724" y="7971"/>
                    </a:lnTo>
                    <a:cubicBezTo>
                      <a:pt x="38130" y="7041"/>
                      <a:pt x="36403" y="6377"/>
                      <a:pt x="34543" y="5846"/>
                    </a:cubicBezTo>
                    <a:lnTo>
                      <a:pt x="31620" y="0"/>
                    </a:lnTo>
                    <a:lnTo>
                      <a:pt x="24977" y="0"/>
                    </a:lnTo>
                    <a:lnTo>
                      <a:pt x="22054" y="5846"/>
                    </a:lnTo>
                    <a:cubicBezTo>
                      <a:pt x="20194" y="6377"/>
                      <a:pt x="18467" y="7041"/>
                      <a:pt x="16873" y="7971"/>
                    </a:cubicBezTo>
                    <a:lnTo>
                      <a:pt x="10629" y="5846"/>
                    </a:lnTo>
                    <a:lnTo>
                      <a:pt x="5846" y="10629"/>
                    </a:lnTo>
                    <a:lnTo>
                      <a:pt x="7971" y="16873"/>
                    </a:lnTo>
                    <a:cubicBezTo>
                      <a:pt x="7041" y="18467"/>
                      <a:pt x="6377" y="20194"/>
                      <a:pt x="5846" y="22054"/>
                    </a:cubicBezTo>
                    <a:lnTo>
                      <a:pt x="0" y="24977"/>
                    </a:lnTo>
                    <a:lnTo>
                      <a:pt x="0" y="31620"/>
                    </a:lnTo>
                    <a:lnTo>
                      <a:pt x="5846" y="34543"/>
                    </a:lnTo>
                    <a:cubicBezTo>
                      <a:pt x="6377" y="36403"/>
                      <a:pt x="7041" y="38130"/>
                      <a:pt x="7971" y="39724"/>
                    </a:cubicBezTo>
                    <a:lnTo>
                      <a:pt x="5846" y="45968"/>
                    </a:lnTo>
                    <a:lnTo>
                      <a:pt x="10496" y="50618"/>
                    </a:lnTo>
                    <a:lnTo>
                      <a:pt x="16740" y="48493"/>
                    </a:lnTo>
                    <a:cubicBezTo>
                      <a:pt x="18334" y="49423"/>
                      <a:pt x="20061" y="50087"/>
                      <a:pt x="21921" y="50618"/>
                    </a:cubicBezTo>
                    <a:lnTo>
                      <a:pt x="24844" y="56464"/>
                    </a:lnTo>
                    <a:lnTo>
                      <a:pt x="31487" y="56464"/>
                    </a:lnTo>
                    <a:lnTo>
                      <a:pt x="34410" y="50618"/>
                    </a:lnTo>
                    <a:cubicBezTo>
                      <a:pt x="36270" y="50087"/>
                      <a:pt x="37997" y="49423"/>
                      <a:pt x="39591" y="48493"/>
                    </a:cubicBezTo>
                    <a:lnTo>
                      <a:pt x="45835" y="50618"/>
                    </a:lnTo>
                    <a:lnTo>
                      <a:pt x="50618" y="45968"/>
                    </a:lnTo>
                    <a:lnTo>
                      <a:pt x="48493" y="39724"/>
                    </a:lnTo>
                    <a:cubicBezTo>
                      <a:pt x="49423" y="38130"/>
                      <a:pt x="50220" y="36270"/>
                      <a:pt x="50751" y="34543"/>
                    </a:cubicBezTo>
                    <a:lnTo>
                      <a:pt x="56597" y="31620"/>
                    </a:lnTo>
                    <a:lnTo>
                      <a:pt x="56597" y="24977"/>
                    </a:lnTo>
                    <a:lnTo>
                      <a:pt x="50751" y="22054"/>
                    </a:lnTo>
                    <a:close/>
                  </a:path>
                </a:pathLst>
              </a:custGeom>
              <a:solidFill>
                <a:srgbClr val="282829">
                  <a:alpha val="50000"/>
                </a:srgbClr>
              </a:solidFill>
              <a:ln w="1290" cap="flat">
                <a:noFill/>
                <a:prstDash val="solid"/>
                <a:miter/>
              </a:ln>
            </p:spPr>
            <p:txBody>
              <a:bodyPr rtlCol="0" anchor="ctr"/>
              <a:lstStyle/>
              <a:p>
                <a:pPr>
                  <a:defRPr/>
                </a:pPr>
                <a:endParaRPr lang="en-IN"/>
              </a:p>
            </p:txBody>
          </p:sp>
          <p:sp>
            <p:nvSpPr>
              <p:cNvPr id="100" name="Freeform: Shape 99"/>
              <p:cNvSpPr/>
              <p:nvPr/>
            </p:nvSpPr>
            <p:spPr bwMode="auto">
              <a:xfrm>
                <a:off x="9026885" y="249234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28298 w 56596"/>
                  <a:gd name="connsiteY5" fmla="*/ 38263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979 w 56596"/>
                  <a:gd name="connsiteY16" fmla="*/ 10496 h 56463"/>
                  <a:gd name="connsiteX17" fmla="*/ 7971 w 56596"/>
                  <a:gd name="connsiteY17" fmla="*/ 16740 h 56463"/>
                  <a:gd name="connsiteX18" fmla="*/ 5846 w 56596"/>
                  <a:gd name="connsiteY18" fmla="*/ 21921 h 56463"/>
                  <a:gd name="connsiteX19" fmla="*/ 0 w 56596"/>
                  <a:gd name="connsiteY19" fmla="*/ 24844 h 56463"/>
                  <a:gd name="connsiteX20" fmla="*/ 0 w 56596"/>
                  <a:gd name="connsiteY20" fmla="*/ 31487 h 56463"/>
                  <a:gd name="connsiteX21" fmla="*/ 5846 w 56596"/>
                  <a:gd name="connsiteY21" fmla="*/ 34410 h 56463"/>
                  <a:gd name="connsiteX22" fmla="*/ 7971 w 56596"/>
                  <a:gd name="connsiteY22" fmla="*/ 39591 h 56463"/>
                  <a:gd name="connsiteX23" fmla="*/ 5979 w 56596"/>
                  <a:gd name="connsiteY23" fmla="*/ 45835 h 56463"/>
                  <a:gd name="connsiteX24" fmla="*/ 10629 w 56596"/>
                  <a:gd name="connsiteY24" fmla="*/ 50485 h 56463"/>
                  <a:gd name="connsiteX25" fmla="*/ 16873 w 56596"/>
                  <a:gd name="connsiteY25" fmla="*/ 48493 h 56463"/>
                  <a:gd name="connsiteX26" fmla="*/ 22054 w 56596"/>
                  <a:gd name="connsiteY26" fmla="*/ 50618 h 56463"/>
                  <a:gd name="connsiteX27" fmla="*/ 24977 w 56596"/>
                  <a:gd name="connsiteY27" fmla="*/ 56464 h 56463"/>
                  <a:gd name="connsiteX28" fmla="*/ 31620 w 56596"/>
                  <a:gd name="connsiteY28" fmla="*/ 56464 h 56463"/>
                  <a:gd name="connsiteX29" fmla="*/ 34543 w 56596"/>
                  <a:gd name="connsiteY29" fmla="*/ 50618 h 56463"/>
                  <a:gd name="connsiteX30" fmla="*/ 39724 w 56596"/>
                  <a:gd name="connsiteY30" fmla="*/ 48493 h 56463"/>
                  <a:gd name="connsiteX31" fmla="*/ 45968 w 56596"/>
                  <a:gd name="connsiteY31" fmla="*/ 50618 h 56463"/>
                  <a:gd name="connsiteX32" fmla="*/ 50618 w 56596"/>
                  <a:gd name="connsiteY32" fmla="*/ 45835 h 56463"/>
                  <a:gd name="connsiteX33" fmla="*/ 48625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 name="connsiteX38" fmla="*/ 48625 w 56596"/>
                  <a:gd name="connsiteY38" fmla="*/ 16873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6596" h="56463" extrusionOk="0">
                    <a:moveTo>
                      <a:pt x="28298" y="38263"/>
                    </a:moveTo>
                    <a:cubicBezTo>
                      <a:pt x="22718" y="38263"/>
                      <a:pt x="18334" y="33745"/>
                      <a:pt x="18334" y="28298"/>
                    </a:cubicBezTo>
                    <a:cubicBezTo>
                      <a:pt x="18334" y="22718"/>
                      <a:pt x="22851" y="18334"/>
                      <a:pt x="28298" y="18334"/>
                    </a:cubicBezTo>
                    <a:cubicBezTo>
                      <a:pt x="33878" y="18334"/>
                      <a:pt x="38263" y="22851"/>
                      <a:pt x="38263" y="28298"/>
                    </a:cubicBezTo>
                    <a:cubicBezTo>
                      <a:pt x="38263" y="33745"/>
                      <a:pt x="33878" y="38263"/>
                      <a:pt x="28298" y="38263"/>
                    </a:cubicBezTo>
                    <a:lnTo>
                      <a:pt x="28298" y="38263"/>
                    </a:lnTo>
                    <a:close/>
                    <a:moveTo>
                      <a:pt x="48625" y="16873"/>
                    </a:moveTo>
                    <a:lnTo>
                      <a:pt x="50751" y="10629"/>
                    </a:lnTo>
                    <a:lnTo>
                      <a:pt x="45968" y="5846"/>
                    </a:lnTo>
                    <a:lnTo>
                      <a:pt x="39724" y="7971"/>
                    </a:lnTo>
                    <a:cubicBezTo>
                      <a:pt x="38130" y="7041"/>
                      <a:pt x="36270" y="6377"/>
                      <a:pt x="34543" y="5846"/>
                    </a:cubicBezTo>
                    <a:lnTo>
                      <a:pt x="31620" y="0"/>
                    </a:lnTo>
                    <a:lnTo>
                      <a:pt x="24977" y="0"/>
                    </a:lnTo>
                    <a:lnTo>
                      <a:pt x="22054" y="5846"/>
                    </a:lnTo>
                    <a:cubicBezTo>
                      <a:pt x="20194" y="6377"/>
                      <a:pt x="18467" y="7041"/>
                      <a:pt x="16873" y="7971"/>
                    </a:cubicBezTo>
                    <a:lnTo>
                      <a:pt x="10629" y="5846"/>
                    </a:lnTo>
                    <a:lnTo>
                      <a:pt x="5979" y="10496"/>
                    </a:lnTo>
                    <a:lnTo>
                      <a:pt x="7971" y="16740"/>
                    </a:lnTo>
                    <a:cubicBezTo>
                      <a:pt x="7041" y="18334"/>
                      <a:pt x="6377" y="20194"/>
                      <a:pt x="5846" y="21921"/>
                    </a:cubicBezTo>
                    <a:lnTo>
                      <a:pt x="0" y="24844"/>
                    </a:lnTo>
                    <a:lnTo>
                      <a:pt x="0" y="31487"/>
                    </a:lnTo>
                    <a:lnTo>
                      <a:pt x="5846" y="34410"/>
                    </a:lnTo>
                    <a:cubicBezTo>
                      <a:pt x="6377" y="36270"/>
                      <a:pt x="7041" y="37997"/>
                      <a:pt x="7971" y="39591"/>
                    </a:cubicBezTo>
                    <a:lnTo>
                      <a:pt x="5979" y="45835"/>
                    </a:lnTo>
                    <a:lnTo>
                      <a:pt x="10629" y="50485"/>
                    </a:lnTo>
                    <a:lnTo>
                      <a:pt x="16873" y="48493"/>
                    </a:lnTo>
                    <a:cubicBezTo>
                      <a:pt x="18467" y="49423"/>
                      <a:pt x="20194" y="50087"/>
                      <a:pt x="22054" y="50618"/>
                    </a:cubicBezTo>
                    <a:lnTo>
                      <a:pt x="24977" y="56464"/>
                    </a:lnTo>
                    <a:lnTo>
                      <a:pt x="31620" y="56464"/>
                    </a:lnTo>
                    <a:lnTo>
                      <a:pt x="34543" y="50618"/>
                    </a:lnTo>
                    <a:cubicBezTo>
                      <a:pt x="36403" y="50087"/>
                      <a:pt x="38130" y="49423"/>
                      <a:pt x="39724" y="48493"/>
                    </a:cubicBezTo>
                    <a:lnTo>
                      <a:pt x="45968" y="50618"/>
                    </a:lnTo>
                    <a:lnTo>
                      <a:pt x="50618" y="45835"/>
                    </a:lnTo>
                    <a:lnTo>
                      <a:pt x="48625" y="39724"/>
                    </a:lnTo>
                    <a:cubicBezTo>
                      <a:pt x="49555" y="38130"/>
                      <a:pt x="50220" y="36403"/>
                      <a:pt x="50751" y="34543"/>
                    </a:cubicBezTo>
                    <a:lnTo>
                      <a:pt x="56597" y="31620"/>
                    </a:lnTo>
                    <a:lnTo>
                      <a:pt x="56597" y="24977"/>
                    </a:lnTo>
                    <a:lnTo>
                      <a:pt x="50751" y="22054"/>
                    </a:lnTo>
                    <a:cubicBezTo>
                      <a:pt x="50220" y="20194"/>
                      <a:pt x="49555" y="18467"/>
                      <a:pt x="48625" y="16873"/>
                    </a:cubicBezTo>
                    <a:close/>
                  </a:path>
                </a:pathLst>
              </a:custGeom>
              <a:solidFill>
                <a:srgbClr val="282829">
                  <a:alpha val="50000"/>
                </a:srgbClr>
              </a:solidFill>
              <a:ln w="1290" cap="flat">
                <a:noFill/>
                <a:prstDash val="solid"/>
                <a:miter/>
              </a:ln>
            </p:spPr>
            <p:txBody>
              <a:bodyPr rtlCol="0" anchor="ctr"/>
              <a:lstStyle/>
              <a:p>
                <a:pPr>
                  <a:defRPr/>
                </a:pPr>
                <a:endParaRPr lang="en-IN"/>
              </a:p>
            </p:txBody>
          </p:sp>
        </p:grpSp>
        <p:sp>
          <p:nvSpPr>
            <p:cNvPr id="101" name="Graphic 32" descr="Satellite"/>
            <p:cNvSpPr/>
            <p:nvPr/>
          </p:nvSpPr>
          <p:spPr bwMode="auto">
            <a:xfrm>
              <a:off x="5050396" y="663508"/>
              <a:ext cx="380184" cy="379721"/>
            </a:xfrm>
            <a:custGeom>
              <a:avLst/>
              <a:gdLst>
                <a:gd name="connsiteX0" fmla="*/ 260394 w 380184"/>
                <a:gd name="connsiteY0" fmla="*/ 348734 h 379721"/>
                <a:gd name="connsiteX1" fmla="*/ 299707 w 380184"/>
                <a:gd name="connsiteY1" fmla="*/ 309420 h 379721"/>
                <a:gd name="connsiteX2" fmla="*/ 312658 w 380184"/>
                <a:gd name="connsiteY2" fmla="*/ 322370 h 379721"/>
                <a:gd name="connsiteX3" fmla="*/ 273344 w 380184"/>
                <a:gd name="connsiteY3" fmla="*/ 361684 h 379721"/>
                <a:gd name="connsiteX4" fmla="*/ 260394 w 380184"/>
                <a:gd name="connsiteY4" fmla="*/ 348734 h 379721"/>
                <a:gd name="connsiteX5" fmla="*/ 246981 w 380184"/>
                <a:gd name="connsiteY5" fmla="*/ 257156 h 379721"/>
                <a:gd name="connsiteX6" fmla="*/ 259931 w 380184"/>
                <a:gd name="connsiteY6" fmla="*/ 270107 h 379721"/>
                <a:gd name="connsiteX7" fmla="*/ 220618 w 380184"/>
                <a:gd name="connsiteY7" fmla="*/ 309420 h 379721"/>
                <a:gd name="connsiteX8" fmla="*/ 207668 w 380184"/>
                <a:gd name="connsiteY8" fmla="*/ 296470 h 379721"/>
                <a:gd name="connsiteX9" fmla="*/ 246981 w 380184"/>
                <a:gd name="connsiteY9" fmla="*/ 257156 h 379721"/>
                <a:gd name="connsiteX10" fmla="*/ 296470 w 380184"/>
                <a:gd name="connsiteY10" fmla="*/ 208130 h 379721"/>
                <a:gd name="connsiteX11" fmla="*/ 309420 w 380184"/>
                <a:gd name="connsiteY11" fmla="*/ 221080 h 379721"/>
                <a:gd name="connsiteX12" fmla="*/ 273344 w 380184"/>
                <a:gd name="connsiteY12" fmla="*/ 257156 h 379721"/>
                <a:gd name="connsiteX13" fmla="*/ 260394 w 380184"/>
                <a:gd name="connsiteY13" fmla="*/ 244206 h 379721"/>
                <a:gd name="connsiteX14" fmla="*/ 296470 w 380184"/>
                <a:gd name="connsiteY14" fmla="*/ 208130 h 379721"/>
                <a:gd name="connsiteX15" fmla="*/ 286295 w 380184"/>
                <a:gd name="connsiteY15" fmla="*/ 296470 h 379721"/>
                <a:gd name="connsiteX16" fmla="*/ 246981 w 380184"/>
                <a:gd name="connsiteY16" fmla="*/ 335783 h 379721"/>
                <a:gd name="connsiteX17" fmla="*/ 234031 w 380184"/>
                <a:gd name="connsiteY17" fmla="*/ 322833 h 379721"/>
                <a:gd name="connsiteX18" fmla="*/ 273344 w 380184"/>
                <a:gd name="connsiteY18" fmla="*/ 283520 h 379721"/>
                <a:gd name="connsiteX19" fmla="*/ 286295 w 380184"/>
                <a:gd name="connsiteY19" fmla="*/ 296470 h 379721"/>
                <a:gd name="connsiteX20" fmla="*/ 286295 w 380184"/>
                <a:gd name="connsiteY20" fmla="*/ 270107 h 379721"/>
                <a:gd name="connsiteX21" fmla="*/ 322371 w 380184"/>
                <a:gd name="connsiteY21" fmla="*/ 234031 h 379721"/>
                <a:gd name="connsiteX22" fmla="*/ 335321 w 380184"/>
                <a:gd name="connsiteY22" fmla="*/ 246981 h 379721"/>
                <a:gd name="connsiteX23" fmla="*/ 299245 w 380184"/>
                <a:gd name="connsiteY23" fmla="*/ 283057 h 379721"/>
                <a:gd name="connsiteX24" fmla="*/ 286295 w 380184"/>
                <a:gd name="connsiteY24" fmla="*/ 270107 h 379721"/>
                <a:gd name="connsiteX25" fmla="*/ 325608 w 380184"/>
                <a:gd name="connsiteY25" fmla="*/ 309420 h 379721"/>
                <a:gd name="connsiteX26" fmla="*/ 312658 w 380184"/>
                <a:gd name="connsiteY26" fmla="*/ 296470 h 379721"/>
                <a:gd name="connsiteX27" fmla="*/ 348734 w 380184"/>
                <a:gd name="connsiteY27" fmla="*/ 260394 h 379721"/>
                <a:gd name="connsiteX28" fmla="*/ 361684 w 380184"/>
                <a:gd name="connsiteY28" fmla="*/ 273344 h 379721"/>
                <a:gd name="connsiteX29" fmla="*/ 325608 w 380184"/>
                <a:gd name="connsiteY29" fmla="*/ 309420 h 379721"/>
                <a:gd name="connsiteX30" fmla="*/ 60589 w 380184"/>
                <a:gd name="connsiteY30" fmla="*/ 332546 h 379721"/>
                <a:gd name="connsiteX31" fmla="*/ 80477 w 380184"/>
                <a:gd name="connsiteY31" fmla="*/ 312658 h 379721"/>
                <a:gd name="connsiteX32" fmla="*/ 100365 w 380184"/>
                <a:gd name="connsiteY32" fmla="*/ 332546 h 379721"/>
                <a:gd name="connsiteX33" fmla="*/ 60589 w 380184"/>
                <a:gd name="connsiteY33" fmla="*/ 332546 h 379721"/>
                <a:gd name="connsiteX34" fmla="*/ 67527 w 380184"/>
                <a:gd name="connsiteY34" fmla="*/ 299707 h 379721"/>
                <a:gd name="connsiteX35" fmla="*/ 47176 w 380184"/>
                <a:gd name="connsiteY35" fmla="*/ 320058 h 379721"/>
                <a:gd name="connsiteX36" fmla="*/ 47176 w 380184"/>
                <a:gd name="connsiteY36" fmla="*/ 279357 h 379721"/>
                <a:gd name="connsiteX37" fmla="*/ 67527 w 380184"/>
                <a:gd name="connsiteY37" fmla="*/ 299707 h 379721"/>
                <a:gd name="connsiteX38" fmla="*/ 83715 w 380184"/>
                <a:gd name="connsiteY38" fmla="*/ 172054 h 379721"/>
                <a:gd name="connsiteX39" fmla="*/ 70764 w 380184"/>
                <a:gd name="connsiteY39" fmla="*/ 159104 h 379721"/>
                <a:gd name="connsiteX40" fmla="*/ 110078 w 380184"/>
                <a:gd name="connsiteY40" fmla="*/ 119790 h 379721"/>
                <a:gd name="connsiteX41" fmla="*/ 123028 w 380184"/>
                <a:gd name="connsiteY41" fmla="*/ 132741 h 379721"/>
                <a:gd name="connsiteX42" fmla="*/ 83715 w 380184"/>
                <a:gd name="connsiteY42" fmla="*/ 172054 h 379721"/>
                <a:gd name="connsiteX43" fmla="*/ 57351 w 380184"/>
                <a:gd name="connsiteY43" fmla="*/ 67527 h 379721"/>
                <a:gd name="connsiteX44" fmla="*/ 70302 w 380184"/>
                <a:gd name="connsiteY44" fmla="*/ 80477 h 379721"/>
                <a:gd name="connsiteX45" fmla="*/ 30988 w 380184"/>
                <a:gd name="connsiteY45" fmla="*/ 119790 h 379721"/>
                <a:gd name="connsiteX46" fmla="*/ 18038 w 380184"/>
                <a:gd name="connsiteY46" fmla="*/ 106840 h 379721"/>
                <a:gd name="connsiteX47" fmla="*/ 57351 w 380184"/>
                <a:gd name="connsiteY47" fmla="*/ 67527 h 379721"/>
                <a:gd name="connsiteX48" fmla="*/ 119790 w 380184"/>
                <a:gd name="connsiteY48" fmla="*/ 31451 h 379721"/>
                <a:gd name="connsiteX49" fmla="*/ 83715 w 380184"/>
                <a:gd name="connsiteY49" fmla="*/ 67527 h 379721"/>
                <a:gd name="connsiteX50" fmla="*/ 70764 w 380184"/>
                <a:gd name="connsiteY50" fmla="*/ 54576 h 379721"/>
                <a:gd name="connsiteX51" fmla="*/ 106378 w 380184"/>
                <a:gd name="connsiteY51" fmla="*/ 18500 h 379721"/>
                <a:gd name="connsiteX52" fmla="*/ 119790 w 380184"/>
                <a:gd name="connsiteY52" fmla="*/ 31451 h 379721"/>
                <a:gd name="connsiteX53" fmla="*/ 96665 w 380184"/>
                <a:gd name="connsiteY53" fmla="*/ 106840 h 379721"/>
                <a:gd name="connsiteX54" fmla="*/ 57351 w 380184"/>
                <a:gd name="connsiteY54" fmla="*/ 146154 h 379721"/>
                <a:gd name="connsiteX55" fmla="*/ 44401 w 380184"/>
                <a:gd name="connsiteY55" fmla="*/ 133203 h 379721"/>
                <a:gd name="connsiteX56" fmla="*/ 83715 w 380184"/>
                <a:gd name="connsiteY56" fmla="*/ 93890 h 379721"/>
                <a:gd name="connsiteX57" fmla="*/ 96665 w 380184"/>
                <a:gd name="connsiteY57" fmla="*/ 106840 h 379721"/>
                <a:gd name="connsiteX58" fmla="*/ 96665 w 380184"/>
                <a:gd name="connsiteY58" fmla="*/ 80477 h 379721"/>
                <a:gd name="connsiteX59" fmla="*/ 132741 w 380184"/>
                <a:gd name="connsiteY59" fmla="*/ 44401 h 379721"/>
                <a:gd name="connsiteX60" fmla="*/ 145691 w 380184"/>
                <a:gd name="connsiteY60" fmla="*/ 57351 h 379721"/>
                <a:gd name="connsiteX61" fmla="*/ 109615 w 380184"/>
                <a:gd name="connsiteY61" fmla="*/ 93427 h 379721"/>
                <a:gd name="connsiteX62" fmla="*/ 96665 w 380184"/>
                <a:gd name="connsiteY62" fmla="*/ 80477 h 379721"/>
                <a:gd name="connsiteX63" fmla="*/ 135978 w 380184"/>
                <a:gd name="connsiteY63" fmla="*/ 119790 h 379721"/>
                <a:gd name="connsiteX64" fmla="*/ 123028 w 380184"/>
                <a:gd name="connsiteY64" fmla="*/ 106840 h 379721"/>
                <a:gd name="connsiteX65" fmla="*/ 159104 w 380184"/>
                <a:gd name="connsiteY65" fmla="*/ 70764 h 379721"/>
                <a:gd name="connsiteX66" fmla="*/ 172054 w 380184"/>
                <a:gd name="connsiteY66" fmla="*/ 83715 h 379721"/>
                <a:gd name="connsiteX67" fmla="*/ 135978 w 380184"/>
                <a:gd name="connsiteY67" fmla="*/ 119790 h 379721"/>
                <a:gd name="connsiteX68" fmla="*/ 374634 w 380184"/>
                <a:gd name="connsiteY68" fmla="*/ 260394 h 379721"/>
                <a:gd name="connsiteX69" fmla="*/ 309420 w 380184"/>
                <a:gd name="connsiteY69" fmla="*/ 195180 h 379721"/>
                <a:gd name="connsiteX70" fmla="*/ 296470 w 380184"/>
                <a:gd name="connsiteY70" fmla="*/ 189630 h 379721"/>
                <a:gd name="connsiteX71" fmla="*/ 283520 w 380184"/>
                <a:gd name="connsiteY71" fmla="*/ 195180 h 379721"/>
                <a:gd name="connsiteX72" fmla="*/ 246981 w 380184"/>
                <a:gd name="connsiteY72" fmla="*/ 231256 h 379721"/>
                <a:gd name="connsiteX73" fmla="*/ 234031 w 380184"/>
                <a:gd name="connsiteY73" fmla="*/ 218305 h 379721"/>
                <a:gd name="connsiteX74" fmla="*/ 279819 w 380184"/>
                <a:gd name="connsiteY74" fmla="*/ 172517 h 379721"/>
                <a:gd name="connsiteX75" fmla="*/ 285370 w 380184"/>
                <a:gd name="connsiteY75" fmla="*/ 159566 h 379721"/>
                <a:gd name="connsiteX76" fmla="*/ 279819 w 380184"/>
                <a:gd name="connsiteY76" fmla="*/ 146616 h 379721"/>
                <a:gd name="connsiteX77" fmla="*/ 272419 w 380184"/>
                <a:gd name="connsiteY77" fmla="*/ 138753 h 379721"/>
                <a:gd name="connsiteX78" fmla="*/ 289532 w 380184"/>
                <a:gd name="connsiteY78" fmla="*/ 129503 h 379721"/>
                <a:gd name="connsiteX79" fmla="*/ 250681 w 380184"/>
                <a:gd name="connsiteY79" fmla="*/ 90652 h 379721"/>
                <a:gd name="connsiteX80" fmla="*/ 241431 w 380184"/>
                <a:gd name="connsiteY80" fmla="*/ 107765 h 379721"/>
                <a:gd name="connsiteX81" fmla="*/ 234031 w 380184"/>
                <a:gd name="connsiteY81" fmla="*/ 100365 h 379721"/>
                <a:gd name="connsiteX82" fmla="*/ 221080 w 380184"/>
                <a:gd name="connsiteY82" fmla="*/ 94815 h 379721"/>
                <a:gd name="connsiteX83" fmla="*/ 208130 w 380184"/>
                <a:gd name="connsiteY83" fmla="*/ 100365 h 379721"/>
                <a:gd name="connsiteX84" fmla="*/ 162342 w 380184"/>
                <a:gd name="connsiteY84" fmla="*/ 146154 h 379721"/>
                <a:gd name="connsiteX85" fmla="*/ 148929 w 380184"/>
                <a:gd name="connsiteY85" fmla="*/ 133203 h 379721"/>
                <a:gd name="connsiteX86" fmla="*/ 185005 w 380184"/>
                <a:gd name="connsiteY86" fmla="*/ 97127 h 379721"/>
                <a:gd name="connsiteX87" fmla="*/ 190555 w 380184"/>
                <a:gd name="connsiteY87" fmla="*/ 84177 h 379721"/>
                <a:gd name="connsiteX88" fmla="*/ 185005 w 380184"/>
                <a:gd name="connsiteY88" fmla="*/ 71227 h 379721"/>
                <a:gd name="connsiteX89" fmla="*/ 119790 w 380184"/>
                <a:gd name="connsiteY89" fmla="*/ 5550 h 379721"/>
                <a:gd name="connsiteX90" fmla="*/ 106378 w 380184"/>
                <a:gd name="connsiteY90" fmla="*/ 0 h 379721"/>
                <a:gd name="connsiteX91" fmla="*/ 93427 w 380184"/>
                <a:gd name="connsiteY91" fmla="*/ 5550 h 379721"/>
                <a:gd name="connsiteX92" fmla="*/ 5088 w 380184"/>
                <a:gd name="connsiteY92" fmla="*/ 93890 h 379721"/>
                <a:gd name="connsiteX93" fmla="*/ 0 w 380184"/>
                <a:gd name="connsiteY93" fmla="*/ 106840 h 379721"/>
                <a:gd name="connsiteX94" fmla="*/ 5550 w 380184"/>
                <a:gd name="connsiteY94" fmla="*/ 119790 h 379721"/>
                <a:gd name="connsiteX95" fmla="*/ 70764 w 380184"/>
                <a:gd name="connsiteY95" fmla="*/ 185005 h 379721"/>
                <a:gd name="connsiteX96" fmla="*/ 83715 w 380184"/>
                <a:gd name="connsiteY96" fmla="*/ 190555 h 379721"/>
                <a:gd name="connsiteX97" fmla="*/ 96665 w 380184"/>
                <a:gd name="connsiteY97" fmla="*/ 185005 h 379721"/>
                <a:gd name="connsiteX98" fmla="*/ 135978 w 380184"/>
                <a:gd name="connsiteY98" fmla="*/ 145691 h 379721"/>
                <a:gd name="connsiteX99" fmla="*/ 148929 w 380184"/>
                <a:gd name="connsiteY99" fmla="*/ 158641 h 379721"/>
                <a:gd name="connsiteX100" fmla="*/ 103140 w 380184"/>
                <a:gd name="connsiteY100" fmla="*/ 204430 h 379721"/>
                <a:gd name="connsiteX101" fmla="*/ 97590 w 380184"/>
                <a:gd name="connsiteY101" fmla="*/ 217380 h 379721"/>
                <a:gd name="connsiteX102" fmla="*/ 103140 w 380184"/>
                <a:gd name="connsiteY102" fmla="*/ 230331 h 379721"/>
                <a:gd name="connsiteX103" fmla="*/ 116553 w 380184"/>
                <a:gd name="connsiteY103" fmla="*/ 243281 h 379721"/>
                <a:gd name="connsiteX104" fmla="*/ 102678 w 380184"/>
                <a:gd name="connsiteY104" fmla="*/ 257156 h 379721"/>
                <a:gd name="connsiteX105" fmla="*/ 14800 w 380184"/>
                <a:gd name="connsiteY105" fmla="*/ 246981 h 379721"/>
                <a:gd name="connsiteX106" fmla="*/ 28676 w 380184"/>
                <a:gd name="connsiteY106" fmla="*/ 260394 h 379721"/>
                <a:gd name="connsiteX107" fmla="*/ 28213 w 380184"/>
                <a:gd name="connsiteY107" fmla="*/ 329771 h 379721"/>
                <a:gd name="connsiteX108" fmla="*/ 12488 w 380184"/>
                <a:gd name="connsiteY108" fmla="*/ 349196 h 379721"/>
                <a:gd name="connsiteX109" fmla="*/ 30526 w 380184"/>
                <a:gd name="connsiteY109" fmla="*/ 366309 h 379721"/>
                <a:gd name="connsiteX110" fmla="*/ 49489 w 380184"/>
                <a:gd name="connsiteY110" fmla="*/ 350121 h 379721"/>
                <a:gd name="connsiteX111" fmla="*/ 118865 w 380184"/>
                <a:gd name="connsiteY111" fmla="*/ 350584 h 379721"/>
                <a:gd name="connsiteX112" fmla="*/ 132741 w 380184"/>
                <a:gd name="connsiteY112" fmla="*/ 364459 h 379721"/>
                <a:gd name="connsiteX113" fmla="*/ 122566 w 380184"/>
                <a:gd name="connsiteY113" fmla="*/ 276582 h 379721"/>
                <a:gd name="connsiteX114" fmla="*/ 136441 w 380184"/>
                <a:gd name="connsiteY114" fmla="*/ 262707 h 379721"/>
                <a:gd name="connsiteX115" fmla="*/ 148929 w 380184"/>
                <a:gd name="connsiteY115" fmla="*/ 276582 h 379721"/>
                <a:gd name="connsiteX116" fmla="*/ 161879 w 380184"/>
                <a:gd name="connsiteY116" fmla="*/ 282132 h 379721"/>
                <a:gd name="connsiteX117" fmla="*/ 174829 w 380184"/>
                <a:gd name="connsiteY117" fmla="*/ 276582 h 379721"/>
                <a:gd name="connsiteX118" fmla="*/ 220618 w 380184"/>
                <a:gd name="connsiteY118" fmla="*/ 230793 h 379721"/>
                <a:gd name="connsiteX119" fmla="*/ 233568 w 380184"/>
                <a:gd name="connsiteY119" fmla="*/ 243744 h 379721"/>
                <a:gd name="connsiteX120" fmla="*/ 194255 w 380184"/>
                <a:gd name="connsiteY120" fmla="*/ 283057 h 379721"/>
                <a:gd name="connsiteX121" fmla="*/ 188705 w 380184"/>
                <a:gd name="connsiteY121" fmla="*/ 296007 h 379721"/>
                <a:gd name="connsiteX122" fmla="*/ 194255 w 380184"/>
                <a:gd name="connsiteY122" fmla="*/ 308958 h 379721"/>
                <a:gd name="connsiteX123" fmla="*/ 259931 w 380184"/>
                <a:gd name="connsiteY123" fmla="*/ 374172 h 379721"/>
                <a:gd name="connsiteX124" fmla="*/ 272882 w 380184"/>
                <a:gd name="connsiteY124" fmla="*/ 379722 h 379721"/>
                <a:gd name="connsiteX125" fmla="*/ 285832 w 380184"/>
                <a:gd name="connsiteY125" fmla="*/ 374172 h 379721"/>
                <a:gd name="connsiteX126" fmla="*/ 374634 w 380184"/>
                <a:gd name="connsiteY126" fmla="*/ 286757 h 379721"/>
                <a:gd name="connsiteX127" fmla="*/ 380184 w 380184"/>
                <a:gd name="connsiteY127" fmla="*/ 273807 h 379721"/>
                <a:gd name="connsiteX128" fmla="*/ 374634 w 380184"/>
                <a:gd name="connsiteY128" fmla="*/ 260394 h 37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80184" h="379721" extrusionOk="0">
                  <a:moveTo>
                    <a:pt x="260394" y="348734"/>
                  </a:moveTo>
                  <a:lnTo>
                    <a:pt x="299707" y="309420"/>
                  </a:lnTo>
                  <a:lnTo>
                    <a:pt x="312658" y="322370"/>
                  </a:lnTo>
                  <a:lnTo>
                    <a:pt x="273344" y="361684"/>
                  </a:lnTo>
                  <a:lnTo>
                    <a:pt x="260394" y="348734"/>
                  </a:lnTo>
                  <a:close/>
                  <a:moveTo>
                    <a:pt x="246981" y="257156"/>
                  </a:moveTo>
                  <a:lnTo>
                    <a:pt x="259931" y="270107"/>
                  </a:lnTo>
                  <a:lnTo>
                    <a:pt x="220618" y="309420"/>
                  </a:lnTo>
                  <a:lnTo>
                    <a:pt x="207668" y="296470"/>
                  </a:lnTo>
                  <a:lnTo>
                    <a:pt x="246981" y="257156"/>
                  </a:lnTo>
                  <a:close/>
                  <a:moveTo>
                    <a:pt x="296470" y="208130"/>
                  </a:moveTo>
                  <a:lnTo>
                    <a:pt x="309420" y="221080"/>
                  </a:lnTo>
                  <a:lnTo>
                    <a:pt x="273344" y="257156"/>
                  </a:lnTo>
                  <a:lnTo>
                    <a:pt x="260394" y="244206"/>
                  </a:lnTo>
                  <a:lnTo>
                    <a:pt x="296470" y="208130"/>
                  </a:lnTo>
                  <a:close/>
                  <a:moveTo>
                    <a:pt x="286295" y="296470"/>
                  </a:moveTo>
                  <a:lnTo>
                    <a:pt x="246981" y="335783"/>
                  </a:lnTo>
                  <a:lnTo>
                    <a:pt x="234031" y="322833"/>
                  </a:lnTo>
                  <a:lnTo>
                    <a:pt x="273344" y="283520"/>
                  </a:lnTo>
                  <a:lnTo>
                    <a:pt x="286295" y="296470"/>
                  </a:lnTo>
                  <a:close/>
                  <a:moveTo>
                    <a:pt x="286295" y="270107"/>
                  </a:moveTo>
                  <a:lnTo>
                    <a:pt x="322371" y="234031"/>
                  </a:lnTo>
                  <a:lnTo>
                    <a:pt x="335321" y="246981"/>
                  </a:lnTo>
                  <a:lnTo>
                    <a:pt x="299245" y="283057"/>
                  </a:lnTo>
                  <a:lnTo>
                    <a:pt x="286295" y="270107"/>
                  </a:lnTo>
                  <a:close/>
                  <a:moveTo>
                    <a:pt x="325608" y="309420"/>
                  </a:moveTo>
                  <a:lnTo>
                    <a:pt x="312658" y="296470"/>
                  </a:lnTo>
                  <a:lnTo>
                    <a:pt x="348734" y="260394"/>
                  </a:lnTo>
                  <a:lnTo>
                    <a:pt x="361684" y="273344"/>
                  </a:lnTo>
                  <a:lnTo>
                    <a:pt x="325608" y="309420"/>
                  </a:lnTo>
                  <a:close/>
                  <a:moveTo>
                    <a:pt x="60589" y="332546"/>
                  </a:moveTo>
                  <a:lnTo>
                    <a:pt x="80477" y="312658"/>
                  </a:lnTo>
                  <a:lnTo>
                    <a:pt x="100365" y="332546"/>
                  </a:lnTo>
                  <a:lnTo>
                    <a:pt x="60589" y="332546"/>
                  </a:lnTo>
                  <a:close/>
                  <a:moveTo>
                    <a:pt x="67527" y="299707"/>
                  </a:moveTo>
                  <a:lnTo>
                    <a:pt x="47176" y="320058"/>
                  </a:lnTo>
                  <a:lnTo>
                    <a:pt x="47176" y="279357"/>
                  </a:lnTo>
                  <a:lnTo>
                    <a:pt x="67527" y="299707"/>
                  </a:lnTo>
                  <a:close/>
                  <a:moveTo>
                    <a:pt x="83715" y="172054"/>
                  </a:moveTo>
                  <a:lnTo>
                    <a:pt x="70764" y="159104"/>
                  </a:lnTo>
                  <a:lnTo>
                    <a:pt x="110078" y="119790"/>
                  </a:lnTo>
                  <a:lnTo>
                    <a:pt x="123028" y="132741"/>
                  </a:lnTo>
                  <a:lnTo>
                    <a:pt x="83715" y="172054"/>
                  </a:lnTo>
                  <a:close/>
                  <a:moveTo>
                    <a:pt x="57351" y="67527"/>
                  </a:moveTo>
                  <a:lnTo>
                    <a:pt x="70302" y="80477"/>
                  </a:lnTo>
                  <a:lnTo>
                    <a:pt x="30988" y="119790"/>
                  </a:lnTo>
                  <a:lnTo>
                    <a:pt x="18038" y="106840"/>
                  </a:lnTo>
                  <a:lnTo>
                    <a:pt x="57351" y="67527"/>
                  </a:lnTo>
                  <a:close/>
                  <a:moveTo>
                    <a:pt x="119790" y="31451"/>
                  </a:moveTo>
                  <a:lnTo>
                    <a:pt x="83715" y="67527"/>
                  </a:lnTo>
                  <a:lnTo>
                    <a:pt x="70764" y="54576"/>
                  </a:lnTo>
                  <a:lnTo>
                    <a:pt x="106378" y="18500"/>
                  </a:lnTo>
                  <a:lnTo>
                    <a:pt x="119790" y="31451"/>
                  </a:lnTo>
                  <a:close/>
                  <a:moveTo>
                    <a:pt x="96665" y="106840"/>
                  </a:moveTo>
                  <a:lnTo>
                    <a:pt x="57351" y="146154"/>
                  </a:lnTo>
                  <a:lnTo>
                    <a:pt x="44401" y="133203"/>
                  </a:lnTo>
                  <a:lnTo>
                    <a:pt x="83715" y="93890"/>
                  </a:lnTo>
                  <a:lnTo>
                    <a:pt x="96665" y="106840"/>
                  </a:lnTo>
                  <a:close/>
                  <a:moveTo>
                    <a:pt x="96665" y="80477"/>
                  </a:moveTo>
                  <a:lnTo>
                    <a:pt x="132741" y="44401"/>
                  </a:lnTo>
                  <a:lnTo>
                    <a:pt x="145691" y="57351"/>
                  </a:lnTo>
                  <a:lnTo>
                    <a:pt x="109615" y="93427"/>
                  </a:lnTo>
                  <a:lnTo>
                    <a:pt x="96665" y="80477"/>
                  </a:lnTo>
                  <a:close/>
                  <a:moveTo>
                    <a:pt x="135978" y="119790"/>
                  </a:moveTo>
                  <a:lnTo>
                    <a:pt x="123028" y="106840"/>
                  </a:lnTo>
                  <a:lnTo>
                    <a:pt x="159104" y="70764"/>
                  </a:lnTo>
                  <a:lnTo>
                    <a:pt x="172054" y="83715"/>
                  </a:lnTo>
                  <a:lnTo>
                    <a:pt x="135978" y="119790"/>
                  </a:lnTo>
                  <a:close/>
                  <a:moveTo>
                    <a:pt x="374634" y="260394"/>
                  </a:moveTo>
                  <a:lnTo>
                    <a:pt x="309420" y="195180"/>
                  </a:lnTo>
                  <a:cubicBezTo>
                    <a:pt x="305720" y="191480"/>
                    <a:pt x="301095" y="189630"/>
                    <a:pt x="296470" y="189630"/>
                  </a:cubicBezTo>
                  <a:cubicBezTo>
                    <a:pt x="291845" y="189630"/>
                    <a:pt x="286757" y="191480"/>
                    <a:pt x="283520" y="195180"/>
                  </a:cubicBezTo>
                  <a:lnTo>
                    <a:pt x="246981" y="231256"/>
                  </a:lnTo>
                  <a:lnTo>
                    <a:pt x="234031" y="218305"/>
                  </a:lnTo>
                  <a:lnTo>
                    <a:pt x="279819" y="172517"/>
                  </a:lnTo>
                  <a:cubicBezTo>
                    <a:pt x="283520" y="168817"/>
                    <a:pt x="285370" y="164192"/>
                    <a:pt x="285370" y="159566"/>
                  </a:cubicBezTo>
                  <a:cubicBezTo>
                    <a:pt x="285370" y="154479"/>
                    <a:pt x="283520" y="149854"/>
                    <a:pt x="279819" y="146616"/>
                  </a:cubicBezTo>
                  <a:lnTo>
                    <a:pt x="272419" y="138753"/>
                  </a:lnTo>
                  <a:lnTo>
                    <a:pt x="289532" y="129503"/>
                  </a:lnTo>
                  <a:lnTo>
                    <a:pt x="250681" y="90652"/>
                  </a:lnTo>
                  <a:lnTo>
                    <a:pt x="241431" y="107765"/>
                  </a:lnTo>
                  <a:lnTo>
                    <a:pt x="234031" y="100365"/>
                  </a:lnTo>
                  <a:cubicBezTo>
                    <a:pt x="230331" y="96665"/>
                    <a:pt x="225706" y="94815"/>
                    <a:pt x="221080" y="94815"/>
                  </a:cubicBezTo>
                  <a:cubicBezTo>
                    <a:pt x="215993" y="94815"/>
                    <a:pt x="211368" y="96665"/>
                    <a:pt x="208130" y="100365"/>
                  </a:cubicBezTo>
                  <a:lnTo>
                    <a:pt x="162342" y="146154"/>
                  </a:lnTo>
                  <a:lnTo>
                    <a:pt x="148929" y="133203"/>
                  </a:lnTo>
                  <a:lnTo>
                    <a:pt x="185005" y="97127"/>
                  </a:lnTo>
                  <a:cubicBezTo>
                    <a:pt x="188705" y="93427"/>
                    <a:pt x="190555" y="88802"/>
                    <a:pt x="190555" y="84177"/>
                  </a:cubicBezTo>
                  <a:cubicBezTo>
                    <a:pt x="190555" y="79089"/>
                    <a:pt x="188705" y="74464"/>
                    <a:pt x="185005" y="71227"/>
                  </a:cubicBezTo>
                  <a:lnTo>
                    <a:pt x="119790" y="5550"/>
                  </a:lnTo>
                  <a:cubicBezTo>
                    <a:pt x="116090" y="1850"/>
                    <a:pt x="111465" y="0"/>
                    <a:pt x="106378" y="0"/>
                  </a:cubicBezTo>
                  <a:cubicBezTo>
                    <a:pt x="101290" y="0"/>
                    <a:pt x="96665" y="1850"/>
                    <a:pt x="93427" y="5550"/>
                  </a:cubicBezTo>
                  <a:lnTo>
                    <a:pt x="5088" y="93890"/>
                  </a:lnTo>
                  <a:cubicBezTo>
                    <a:pt x="1850" y="97127"/>
                    <a:pt x="0" y="101753"/>
                    <a:pt x="0" y="106840"/>
                  </a:cubicBezTo>
                  <a:cubicBezTo>
                    <a:pt x="0" y="111928"/>
                    <a:pt x="1850" y="116553"/>
                    <a:pt x="5550" y="119790"/>
                  </a:cubicBezTo>
                  <a:lnTo>
                    <a:pt x="70764" y="185005"/>
                  </a:lnTo>
                  <a:cubicBezTo>
                    <a:pt x="74464" y="188705"/>
                    <a:pt x="79089" y="190555"/>
                    <a:pt x="83715" y="190555"/>
                  </a:cubicBezTo>
                  <a:cubicBezTo>
                    <a:pt x="88340" y="190555"/>
                    <a:pt x="93427" y="188705"/>
                    <a:pt x="96665" y="185005"/>
                  </a:cubicBezTo>
                  <a:lnTo>
                    <a:pt x="135978" y="145691"/>
                  </a:lnTo>
                  <a:lnTo>
                    <a:pt x="148929" y="158641"/>
                  </a:lnTo>
                  <a:lnTo>
                    <a:pt x="103140" y="204430"/>
                  </a:lnTo>
                  <a:cubicBezTo>
                    <a:pt x="99440" y="208130"/>
                    <a:pt x="97590" y="212755"/>
                    <a:pt x="97590" y="217380"/>
                  </a:cubicBezTo>
                  <a:cubicBezTo>
                    <a:pt x="97590" y="222468"/>
                    <a:pt x="99440" y="227093"/>
                    <a:pt x="103140" y="230331"/>
                  </a:cubicBezTo>
                  <a:lnTo>
                    <a:pt x="116553" y="243281"/>
                  </a:lnTo>
                  <a:lnTo>
                    <a:pt x="102678" y="257156"/>
                  </a:lnTo>
                  <a:cubicBezTo>
                    <a:pt x="71689" y="232643"/>
                    <a:pt x="34226" y="227093"/>
                    <a:pt x="14800" y="246981"/>
                  </a:cubicBezTo>
                  <a:lnTo>
                    <a:pt x="28676" y="260394"/>
                  </a:lnTo>
                  <a:lnTo>
                    <a:pt x="28213" y="329771"/>
                  </a:lnTo>
                  <a:cubicBezTo>
                    <a:pt x="18963" y="331158"/>
                    <a:pt x="12025" y="339483"/>
                    <a:pt x="12488" y="349196"/>
                  </a:cubicBezTo>
                  <a:cubicBezTo>
                    <a:pt x="12950" y="358909"/>
                    <a:pt x="20813" y="366309"/>
                    <a:pt x="30526" y="366309"/>
                  </a:cubicBezTo>
                  <a:cubicBezTo>
                    <a:pt x="40238" y="366772"/>
                    <a:pt x="48101" y="359371"/>
                    <a:pt x="49489" y="350121"/>
                  </a:cubicBezTo>
                  <a:lnTo>
                    <a:pt x="118865" y="350584"/>
                  </a:lnTo>
                  <a:lnTo>
                    <a:pt x="132741" y="364459"/>
                  </a:lnTo>
                  <a:cubicBezTo>
                    <a:pt x="152166" y="345034"/>
                    <a:pt x="147079" y="307570"/>
                    <a:pt x="122566" y="276582"/>
                  </a:cubicBezTo>
                  <a:lnTo>
                    <a:pt x="136441" y="262707"/>
                  </a:lnTo>
                  <a:lnTo>
                    <a:pt x="148929" y="276582"/>
                  </a:lnTo>
                  <a:cubicBezTo>
                    <a:pt x="152629" y="280282"/>
                    <a:pt x="157254" y="282132"/>
                    <a:pt x="161879" y="282132"/>
                  </a:cubicBezTo>
                  <a:cubicBezTo>
                    <a:pt x="166967" y="282132"/>
                    <a:pt x="171592" y="280282"/>
                    <a:pt x="174829" y="276582"/>
                  </a:cubicBezTo>
                  <a:lnTo>
                    <a:pt x="220618" y="230793"/>
                  </a:lnTo>
                  <a:lnTo>
                    <a:pt x="233568" y="243744"/>
                  </a:lnTo>
                  <a:lnTo>
                    <a:pt x="194255" y="283057"/>
                  </a:lnTo>
                  <a:cubicBezTo>
                    <a:pt x="190555" y="286757"/>
                    <a:pt x="188705" y="291382"/>
                    <a:pt x="188705" y="296007"/>
                  </a:cubicBezTo>
                  <a:cubicBezTo>
                    <a:pt x="188705" y="300632"/>
                    <a:pt x="190555" y="305720"/>
                    <a:pt x="194255" y="308958"/>
                  </a:cubicBezTo>
                  <a:lnTo>
                    <a:pt x="259931" y="374172"/>
                  </a:lnTo>
                  <a:cubicBezTo>
                    <a:pt x="263632" y="377872"/>
                    <a:pt x="268257" y="379722"/>
                    <a:pt x="272882" y="379722"/>
                  </a:cubicBezTo>
                  <a:cubicBezTo>
                    <a:pt x="277969" y="379722"/>
                    <a:pt x="282595" y="377872"/>
                    <a:pt x="285832" y="374172"/>
                  </a:cubicBezTo>
                  <a:lnTo>
                    <a:pt x="374634" y="286757"/>
                  </a:lnTo>
                  <a:cubicBezTo>
                    <a:pt x="378334" y="283057"/>
                    <a:pt x="380184" y="278432"/>
                    <a:pt x="380184" y="273807"/>
                  </a:cubicBezTo>
                  <a:cubicBezTo>
                    <a:pt x="380184" y="268719"/>
                    <a:pt x="378334" y="264094"/>
                    <a:pt x="374634" y="260394"/>
                  </a:cubicBezTo>
                  <a:close/>
                </a:path>
              </a:pathLst>
            </a:custGeom>
            <a:solidFill>
              <a:srgbClr val="282829">
                <a:alpha val="50000"/>
              </a:srgbClr>
            </a:solidFill>
            <a:ln w="4564" cap="flat">
              <a:noFill/>
              <a:prstDash val="solid"/>
              <a:miter/>
            </a:ln>
          </p:spPr>
          <p:txBody>
            <a:bodyPr rtlCol="0" anchor="ctr"/>
            <a:lstStyle/>
            <a:p>
              <a:pPr>
                <a:defRPr/>
              </a:pPr>
              <a:endParaRPr lang="en-IN"/>
            </a:p>
          </p:txBody>
        </p:sp>
        <p:sp>
          <p:nvSpPr>
            <p:cNvPr id="104" name="Freeform: Shape 103"/>
            <p:cNvSpPr/>
            <p:nvPr/>
          </p:nvSpPr>
          <p:spPr bwMode="auto">
            <a:xfrm flipH="1">
              <a:off x="185939"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5" name="Freeform: Shape 104"/>
            <p:cNvSpPr/>
            <p:nvPr/>
          </p:nvSpPr>
          <p:spPr bwMode="auto">
            <a:xfrm flipH="1">
              <a:off x="185939"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6" name="Freeform: Shape 105"/>
            <p:cNvSpPr/>
            <p:nvPr/>
          </p:nvSpPr>
          <p:spPr bwMode="auto">
            <a:xfrm flipH="1">
              <a:off x="185939"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7" name="Freeform: Shape 106"/>
            <p:cNvSpPr/>
            <p:nvPr/>
          </p:nvSpPr>
          <p:spPr bwMode="auto">
            <a:xfrm flipH="1">
              <a:off x="185939"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8" name="Freeform: Shape 107"/>
            <p:cNvSpPr/>
            <p:nvPr/>
          </p:nvSpPr>
          <p:spPr bwMode="auto">
            <a:xfrm flipH="1">
              <a:off x="185939"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9" name="Freeform: Shape 108"/>
            <p:cNvSpPr/>
            <p:nvPr/>
          </p:nvSpPr>
          <p:spPr bwMode="auto">
            <a:xfrm flipH="1">
              <a:off x="185939"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0" name="Freeform: Shape 109"/>
            <p:cNvSpPr/>
            <p:nvPr/>
          </p:nvSpPr>
          <p:spPr bwMode="auto">
            <a:xfrm flipH="1">
              <a:off x="23537"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1" name="Freeform: Shape 110"/>
            <p:cNvSpPr/>
            <p:nvPr/>
          </p:nvSpPr>
          <p:spPr bwMode="auto">
            <a:xfrm flipH="1">
              <a:off x="23537"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2" name="Freeform: Shape 111"/>
            <p:cNvSpPr/>
            <p:nvPr/>
          </p:nvSpPr>
          <p:spPr bwMode="auto">
            <a:xfrm flipH="1">
              <a:off x="23537"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3" name="Freeform: Shape 112"/>
            <p:cNvSpPr/>
            <p:nvPr/>
          </p:nvSpPr>
          <p:spPr bwMode="auto">
            <a:xfrm flipH="1">
              <a:off x="23537"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4" name="Freeform: Shape 113"/>
            <p:cNvSpPr/>
            <p:nvPr/>
          </p:nvSpPr>
          <p:spPr bwMode="auto">
            <a:xfrm flipH="1">
              <a:off x="23537"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5" name="Freeform: Shape 114"/>
            <p:cNvSpPr/>
            <p:nvPr/>
          </p:nvSpPr>
          <p:spPr bwMode="auto">
            <a:xfrm flipH="1">
              <a:off x="23537"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6" name="Freeform: Shape 115"/>
            <p:cNvSpPr/>
            <p:nvPr/>
          </p:nvSpPr>
          <p:spPr bwMode="auto">
            <a:xfrm flipH="1">
              <a:off x="98854"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7" name="Freeform: Shape 116"/>
            <p:cNvSpPr/>
            <p:nvPr/>
          </p:nvSpPr>
          <p:spPr bwMode="auto">
            <a:xfrm flipH="1">
              <a:off x="6119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8" name="Freeform: Shape 117"/>
            <p:cNvSpPr/>
            <p:nvPr/>
          </p:nvSpPr>
          <p:spPr bwMode="auto">
            <a:xfrm flipH="1">
              <a:off x="8002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9" name="Freeform: Shape 118"/>
            <p:cNvSpPr/>
            <p:nvPr/>
          </p:nvSpPr>
          <p:spPr bwMode="auto">
            <a:xfrm flipH="1">
              <a:off x="11768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0" name="Freeform: Shape 119"/>
            <p:cNvSpPr/>
            <p:nvPr/>
          </p:nvSpPr>
          <p:spPr bwMode="auto">
            <a:xfrm flipH="1">
              <a:off x="155342"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1" name="Freeform: Shape 120"/>
            <p:cNvSpPr/>
            <p:nvPr/>
          </p:nvSpPr>
          <p:spPr bwMode="auto">
            <a:xfrm flipH="1">
              <a:off x="13651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2" name="Freeform: Shape 121"/>
            <p:cNvSpPr/>
            <p:nvPr/>
          </p:nvSpPr>
          <p:spPr bwMode="auto">
            <a:xfrm flipH="1">
              <a:off x="13651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3" name="Freeform: Shape 122"/>
            <p:cNvSpPr/>
            <p:nvPr/>
          </p:nvSpPr>
          <p:spPr bwMode="auto">
            <a:xfrm flipH="1">
              <a:off x="155342"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4" name="Freeform: Shape 123"/>
            <p:cNvSpPr/>
            <p:nvPr/>
          </p:nvSpPr>
          <p:spPr bwMode="auto">
            <a:xfrm flipH="1">
              <a:off x="11768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5" name="Freeform: Shape 124"/>
            <p:cNvSpPr/>
            <p:nvPr/>
          </p:nvSpPr>
          <p:spPr bwMode="auto">
            <a:xfrm flipH="1">
              <a:off x="98854"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6" name="Freeform: Shape 125"/>
            <p:cNvSpPr/>
            <p:nvPr/>
          </p:nvSpPr>
          <p:spPr bwMode="auto">
            <a:xfrm flipH="1">
              <a:off x="8002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7" name="Freeform: Shape 126"/>
            <p:cNvSpPr/>
            <p:nvPr/>
          </p:nvSpPr>
          <p:spPr bwMode="auto">
            <a:xfrm flipH="1">
              <a:off x="6119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8" name="Freeform: Shape 127"/>
            <p:cNvSpPr/>
            <p:nvPr/>
          </p:nvSpPr>
          <p:spPr bwMode="auto">
            <a:xfrm flipH="1">
              <a:off x="82379" y="118420"/>
              <a:ext cx="61194" cy="61194"/>
            </a:xfrm>
            <a:custGeom>
              <a:avLst/>
              <a:gdLst>
                <a:gd name="connsiteX0" fmla="*/ 0 w 61194"/>
                <a:gd name="connsiteY0" fmla="*/ 0 h 61194"/>
                <a:gd name="connsiteX1" fmla="*/ 61195 w 61194"/>
                <a:gd name="connsiteY1" fmla="*/ 0 h 61194"/>
                <a:gd name="connsiteX2" fmla="*/ 61195 w 61194"/>
                <a:gd name="connsiteY2" fmla="*/ 61195 h 61194"/>
                <a:gd name="connsiteX3" fmla="*/ 0 w 61194"/>
                <a:gd name="connsiteY3" fmla="*/ 61195 h 61194"/>
              </a:gdLst>
              <a:ahLst/>
              <a:cxnLst>
                <a:cxn ang="0">
                  <a:pos x="connsiteX0" y="connsiteY0"/>
                </a:cxn>
                <a:cxn ang="0">
                  <a:pos x="connsiteX1" y="connsiteY1"/>
                </a:cxn>
                <a:cxn ang="0">
                  <a:pos x="connsiteX2" y="connsiteY2"/>
                </a:cxn>
                <a:cxn ang="0">
                  <a:pos x="connsiteX3" y="connsiteY3"/>
                </a:cxn>
              </a:cxnLst>
              <a:rect l="l" t="t" r="r" b="b"/>
              <a:pathLst>
                <a:path w="61194" h="61194" extrusionOk="0">
                  <a:moveTo>
                    <a:pt x="0" y="0"/>
                  </a:moveTo>
                  <a:lnTo>
                    <a:pt x="61195" y="0"/>
                  </a:lnTo>
                  <a:lnTo>
                    <a:pt x="61195" y="61195"/>
                  </a:lnTo>
                  <a:lnTo>
                    <a:pt x="0" y="6119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9" name="Freeform: Shape 128"/>
            <p:cNvSpPr/>
            <p:nvPr/>
          </p:nvSpPr>
          <p:spPr bwMode="auto">
            <a:xfrm flipH="1">
              <a:off x="49428" y="85469"/>
              <a:ext cx="127096" cy="127096"/>
            </a:xfrm>
            <a:custGeom>
              <a:avLst/>
              <a:gdLst>
                <a:gd name="connsiteX0" fmla="*/ 117682 w 127096"/>
                <a:gd name="connsiteY0" fmla="*/ 0 h 127096"/>
                <a:gd name="connsiteX1" fmla="*/ 9415 w 127096"/>
                <a:gd name="connsiteY1" fmla="*/ 0 h 127096"/>
                <a:gd name="connsiteX2" fmla="*/ 0 w 127096"/>
                <a:gd name="connsiteY2" fmla="*/ 9415 h 127096"/>
                <a:gd name="connsiteX3" fmla="*/ 0 w 127096"/>
                <a:gd name="connsiteY3" fmla="*/ 117682 h 127096"/>
                <a:gd name="connsiteX4" fmla="*/ 9415 w 127096"/>
                <a:gd name="connsiteY4" fmla="*/ 127097 h 127096"/>
                <a:gd name="connsiteX5" fmla="*/ 117682 w 127096"/>
                <a:gd name="connsiteY5" fmla="*/ 127097 h 127096"/>
                <a:gd name="connsiteX6" fmla="*/ 127097 w 127096"/>
                <a:gd name="connsiteY6" fmla="*/ 117682 h 127096"/>
                <a:gd name="connsiteX7" fmla="*/ 127097 w 127096"/>
                <a:gd name="connsiteY7" fmla="*/ 9415 h 127096"/>
                <a:gd name="connsiteX8" fmla="*/ 117682 w 127096"/>
                <a:gd name="connsiteY8" fmla="*/ 0 h 127096"/>
                <a:gd name="connsiteX9" fmla="*/ 103560 w 127096"/>
                <a:gd name="connsiteY9" fmla="*/ 103560 h 127096"/>
                <a:gd name="connsiteX10" fmla="*/ 23536 w 127096"/>
                <a:gd name="connsiteY10" fmla="*/ 103560 h 127096"/>
                <a:gd name="connsiteX11" fmla="*/ 23536 w 127096"/>
                <a:gd name="connsiteY11" fmla="*/ 23536 h 127096"/>
                <a:gd name="connsiteX12" fmla="*/ 103560 w 127096"/>
                <a:gd name="connsiteY12" fmla="*/ 23536 h 12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096" h="127096" extrusionOk="0">
                  <a:moveTo>
                    <a:pt x="117682" y="0"/>
                  </a:moveTo>
                  <a:lnTo>
                    <a:pt x="9415" y="0"/>
                  </a:lnTo>
                  <a:cubicBezTo>
                    <a:pt x="4215" y="0"/>
                    <a:pt x="0" y="4215"/>
                    <a:pt x="0" y="9415"/>
                  </a:cubicBezTo>
                  <a:lnTo>
                    <a:pt x="0" y="117682"/>
                  </a:lnTo>
                  <a:cubicBezTo>
                    <a:pt x="0" y="122882"/>
                    <a:pt x="4215" y="127097"/>
                    <a:pt x="9415" y="127097"/>
                  </a:cubicBezTo>
                  <a:lnTo>
                    <a:pt x="117682" y="127097"/>
                  </a:lnTo>
                  <a:cubicBezTo>
                    <a:pt x="122882" y="127097"/>
                    <a:pt x="127097" y="122882"/>
                    <a:pt x="127097" y="117682"/>
                  </a:cubicBezTo>
                  <a:lnTo>
                    <a:pt x="127097" y="9415"/>
                  </a:lnTo>
                  <a:cubicBezTo>
                    <a:pt x="127097" y="4215"/>
                    <a:pt x="122882" y="0"/>
                    <a:pt x="117682" y="0"/>
                  </a:cubicBezTo>
                  <a:close/>
                  <a:moveTo>
                    <a:pt x="103560" y="103560"/>
                  </a:moveTo>
                  <a:lnTo>
                    <a:pt x="23536" y="103560"/>
                  </a:lnTo>
                  <a:lnTo>
                    <a:pt x="23536" y="23536"/>
                  </a:lnTo>
                  <a:lnTo>
                    <a:pt x="103560" y="2353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1" name="Freeform: Shape 130"/>
            <p:cNvSpPr/>
            <p:nvPr/>
          </p:nvSpPr>
          <p:spPr bwMode="auto">
            <a:xfrm flipH="1">
              <a:off x="520003" y="2685647"/>
              <a:ext cx="120245" cy="81342"/>
            </a:xfrm>
            <a:custGeom>
              <a:avLst/>
              <a:gdLst>
                <a:gd name="connsiteX0" fmla="*/ 109636 w 120245"/>
                <a:gd name="connsiteY0" fmla="*/ 70733 h 81342"/>
                <a:gd name="connsiteX1" fmla="*/ 10610 w 120245"/>
                <a:gd name="connsiteY1" fmla="*/ 70733 h 81342"/>
                <a:gd name="connsiteX2" fmla="*/ 10610 w 120245"/>
                <a:gd name="connsiteY2" fmla="*/ 10610 h 81342"/>
                <a:gd name="connsiteX3" fmla="*/ 109636 w 120245"/>
                <a:gd name="connsiteY3" fmla="*/ 10610 h 81342"/>
                <a:gd name="connsiteX4" fmla="*/ 120246 w 120245"/>
                <a:gd name="connsiteY4" fmla="*/ 7073 h 81342"/>
                <a:gd name="connsiteX5" fmla="*/ 113173 w 120245"/>
                <a:gd name="connsiteY5" fmla="*/ 0 h 81342"/>
                <a:gd name="connsiteX6" fmla="*/ 7073 w 120245"/>
                <a:gd name="connsiteY6" fmla="*/ 0 h 81342"/>
                <a:gd name="connsiteX7" fmla="*/ 0 w 120245"/>
                <a:gd name="connsiteY7" fmla="*/ 7073 h 81342"/>
                <a:gd name="connsiteX8" fmla="*/ 0 w 120245"/>
                <a:gd name="connsiteY8" fmla="*/ 81343 h 81342"/>
                <a:gd name="connsiteX9" fmla="*/ 120246 w 120245"/>
                <a:gd name="connsiteY9" fmla="*/ 81343 h 8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45" h="81342" extrusionOk="0">
                  <a:moveTo>
                    <a:pt x="109636" y="70733"/>
                  </a:moveTo>
                  <a:lnTo>
                    <a:pt x="10610" y="70733"/>
                  </a:lnTo>
                  <a:lnTo>
                    <a:pt x="10610" y="10610"/>
                  </a:lnTo>
                  <a:lnTo>
                    <a:pt x="109636" y="10610"/>
                  </a:lnTo>
                  <a:close/>
                  <a:moveTo>
                    <a:pt x="120246" y="7073"/>
                  </a:moveTo>
                  <a:cubicBezTo>
                    <a:pt x="120246" y="3167"/>
                    <a:pt x="117079" y="0"/>
                    <a:pt x="113173" y="0"/>
                  </a:cubicBezTo>
                  <a:lnTo>
                    <a:pt x="7073" y="0"/>
                  </a:lnTo>
                  <a:cubicBezTo>
                    <a:pt x="3167" y="0"/>
                    <a:pt x="0" y="3167"/>
                    <a:pt x="0" y="7073"/>
                  </a:cubicBezTo>
                  <a:lnTo>
                    <a:pt x="0" y="81343"/>
                  </a:lnTo>
                  <a:lnTo>
                    <a:pt x="120246" y="81343"/>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32" name="Freeform: Shape 131"/>
            <p:cNvSpPr/>
            <p:nvPr/>
          </p:nvSpPr>
          <p:spPr bwMode="auto">
            <a:xfrm flipH="1">
              <a:off x="498784" y="2774063"/>
              <a:ext cx="162685" cy="10609"/>
            </a:xfrm>
            <a:custGeom>
              <a:avLst/>
              <a:gdLst>
                <a:gd name="connsiteX0" fmla="*/ 91953 w 162685"/>
                <a:gd name="connsiteY0" fmla="*/ 0 h 10609"/>
                <a:gd name="connsiteX1" fmla="*/ 91953 w 162685"/>
                <a:gd name="connsiteY1" fmla="*/ 1768 h 10609"/>
                <a:gd name="connsiteX2" fmla="*/ 90404 w 162685"/>
                <a:gd name="connsiteY2" fmla="*/ 3537 h 10609"/>
                <a:gd name="connsiteX3" fmla="*/ 90184 w 162685"/>
                <a:gd name="connsiteY3" fmla="*/ 3537 h 10609"/>
                <a:gd name="connsiteX4" fmla="*/ 72501 w 162685"/>
                <a:gd name="connsiteY4" fmla="*/ 3537 h 10609"/>
                <a:gd name="connsiteX5" fmla="*/ 70733 w 162685"/>
                <a:gd name="connsiteY5" fmla="*/ 1988 h 10609"/>
                <a:gd name="connsiteX6" fmla="*/ 70733 w 162685"/>
                <a:gd name="connsiteY6" fmla="*/ 1768 h 10609"/>
                <a:gd name="connsiteX7" fmla="*/ 70733 w 162685"/>
                <a:gd name="connsiteY7" fmla="*/ 0 h 10609"/>
                <a:gd name="connsiteX8" fmla="*/ 0 w 162685"/>
                <a:gd name="connsiteY8" fmla="*/ 0 h 10609"/>
                <a:gd name="connsiteX9" fmla="*/ 0 w 162685"/>
                <a:gd name="connsiteY9" fmla="*/ 3537 h 10609"/>
                <a:gd name="connsiteX10" fmla="*/ 7073 w 162685"/>
                <a:gd name="connsiteY10" fmla="*/ 10610 h 10609"/>
                <a:gd name="connsiteX11" fmla="*/ 155612 w 162685"/>
                <a:gd name="connsiteY11" fmla="*/ 10610 h 10609"/>
                <a:gd name="connsiteX12" fmla="*/ 162686 w 162685"/>
                <a:gd name="connsiteY12" fmla="*/ 3537 h 10609"/>
                <a:gd name="connsiteX13" fmla="*/ 162686 w 162685"/>
                <a:gd name="connsiteY13" fmla="*/ 0 h 1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685" h="10609" extrusionOk="0">
                  <a:moveTo>
                    <a:pt x="91953" y="0"/>
                  </a:moveTo>
                  <a:lnTo>
                    <a:pt x="91953" y="1768"/>
                  </a:lnTo>
                  <a:cubicBezTo>
                    <a:pt x="92013" y="2684"/>
                    <a:pt x="91320" y="3476"/>
                    <a:pt x="90404" y="3537"/>
                  </a:cubicBezTo>
                  <a:cubicBezTo>
                    <a:pt x="90331" y="3541"/>
                    <a:pt x="90258" y="3541"/>
                    <a:pt x="90184" y="3537"/>
                  </a:cubicBezTo>
                  <a:lnTo>
                    <a:pt x="72501" y="3537"/>
                  </a:lnTo>
                  <a:cubicBezTo>
                    <a:pt x="71585" y="3597"/>
                    <a:pt x="70794" y="2904"/>
                    <a:pt x="70733" y="1988"/>
                  </a:cubicBezTo>
                  <a:cubicBezTo>
                    <a:pt x="70728" y="1915"/>
                    <a:pt x="70728" y="1841"/>
                    <a:pt x="70733" y="1768"/>
                  </a:cubicBezTo>
                  <a:lnTo>
                    <a:pt x="70733" y="0"/>
                  </a:lnTo>
                  <a:lnTo>
                    <a:pt x="0" y="0"/>
                  </a:lnTo>
                  <a:lnTo>
                    <a:pt x="0" y="3537"/>
                  </a:lnTo>
                  <a:cubicBezTo>
                    <a:pt x="0" y="7443"/>
                    <a:pt x="3167" y="10610"/>
                    <a:pt x="7073" y="10610"/>
                  </a:cubicBezTo>
                  <a:lnTo>
                    <a:pt x="155612" y="10610"/>
                  </a:lnTo>
                  <a:cubicBezTo>
                    <a:pt x="159519" y="10610"/>
                    <a:pt x="162686" y="7443"/>
                    <a:pt x="162686" y="3537"/>
                  </a:cubicBezTo>
                  <a:lnTo>
                    <a:pt x="162686" y="0"/>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33" name="Freeform: Shape 132"/>
            <p:cNvSpPr/>
            <p:nvPr/>
          </p:nvSpPr>
          <p:spPr bwMode="auto">
            <a:xfrm flipH="1">
              <a:off x="555370" y="2701562"/>
              <a:ext cx="49513" cy="49513"/>
            </a:xfrm>
            <a:custGeom>
              <a:avLst/>
              <a:gdLst>
                <a:gd name="connsiteX0" fmla="*/ 24757 w 49513"/>
                <a:gd name="connsiteY0" fmla="*/ 0 h 49513"/>
                <a:gd name="connsiteX1" fmla="*/ 0 w 49513"/>
                <a:gd name="connsiteY1" fmla="*/ 24757 h 49513"/>
                <a:gd name="connsiteX2" fmla="*/ 24757 w 49513"/>
                <a:gd name="connsiteY2" fmla="*/ 49513 h 49513"/>
                <a:gd name="connsiteX3" fmla="*/ 49513 w 49513"/>
                <a:gd name="connsiteY3" fmla="*/ 24757 h 49513"/>
                <a:gd name="connsiteX4" fmla="*/ 24757 w 49513"/>
                <a:gd name="connsiteY4" fmla="*/ 0 h 49513"/>
                <a:gd name="connsiteX5" fmla="*/ 26525 w 49513"/>
                <a:gd name="connsiteY5" fmla="*/ 26525 h 49513"/>
                <a:gd name="connsiteX6" fmla="*/ 34641 w 49513"/>
                <a:gd name="connsiteY6" fmla="*/ 26525 h 49513"/>
                <a:gd name="connsiteX7" fmla="*/ 26525 w 49513"/>
                <a:gd name="connsiteY7" fmla="*/ 42634 h 49513"/>
                <a:gd name="connsiteX8" fmla="*/ 26525 w 49513"/>
                <a:gd name="connsiteY8" fmla="*/ 22988 h 49513"/>
                <a:gd name="connsiteX9" fmla="*/ 26525 w 49513"/>
                <a:gd name="connsiteY9" fmla="*/ 6861 h 49513"/>
                <a:gd name="connsiteX10" fmla="*/ 34641 w 49513"/>
                <a:gd name="connsiteY10" fmla="*/ 22988 h 49513"/>
                <a:gd name="connsiteX11" fmla="*/ 22988 w 49513"/>
                <a:gd name="connsiteY11" fmla="*/ 22988 h 49513"/>
                <a:gd name="connsiteX12" fmla="*/ 15137 w 49513"/>
                <a:gd name="connsiteY12" fmla="*/ 22988 h 49513"/>
                <a:gd name="connsiteX13" fmla="*/ 22988 w 49513"/>
                <a:gd name="connsiteY13" fmla="*/ 7073 h 49513"/>
                <a:gd name="connsiteX14" fmla="*/ 22988 w 49513"/>
                <a:gd name="connsiteY14" fmla="*/ 26525 h 49513"/>
                <a:gd name="connsiteX15" fmla="*/ 22988 w 49513"/>
                <a:gd name="connsiteY15" fmla="*/ 42440 h 49513"/>
                <a:gd name="connsiteX16" fmla="*/ 15137 w 49513"/>
                <a:gd name="connsiteY16" fmla="*/ 26525 h 49513"/>
                <a:gd name="connsiteX17" fmla="*/ 11583 w 49513"/>
                <a:gd name="connsiteY17" fmla="*/ 22988 h 49513"/>
                <a:gd name="connsiteX18" fmla="*/ 4014 w 49513"/>
                <a:gd name="connsiteY18" fmla="*/ 22988 h 49513"/>
                <a:gd name="connsiteX19" fmla="*/ 20760 w 49513"/>
                <a:gd name="connsiteY19" fmla="*/ 4332 h 49513"/>
                <a:gd name="connsiteX20" fmla="*/ 11583 w 49513"/>
                <a:gd name="connsiteY20" fmla="*/ 22988 h 49513"/>
                <a:gd name="connsiteX21" fmla="*/ 11583 w 49513"/>
                <a:gd name="connsiteY21" fmla="*/ 26525 h 49513"/>
                <a:gd name="connsiteX22" fmla="*/ 20795 w 49513"/>
                <a:gd name="connsiteY22" fmla="*/ 45198 h 49513"/>
                <a:gd name="connsiteX23" fmla="*/ 4014 w 49513"/>
                <a:gd name="connsiteY23" fmla="*/ 26525 h 49513"/>
                <a:gd name="connsiteX24" fmla="*/ 38196 w 49513"/>
                <a:gd name="connsiteY24" fmla="*/ 26525 h 49513"/>
                <a:gd name="connsiteX25" fmla="*/ 45499 w 49513"/>
                <a:gd name="connsiteY25" fmla="*/ 26525 h 49513"/>
                <a:gd name="connsiteX26" fmla="*/ 29036 w 49513"/>
                <a:gd name="connsiteY26" fmla="*/ 45128 h 49513"/>
                <a:gd name="connsiteX27" fmla="*/ 38196 w 49513"/>
                <a:gd name="connsiteY27" fmla="*/ 26525 h 49513"/>
                <a:gd name="connsiteX28" fmla="*/ 38196 w 49513"/>
                <a:gd name="connsiteY28" fmla="*/ 22988 h 49513"/>
                <a:gd name="connsiteX29" fmla="*/ 29089 w 49513"/>
                <a:gd name="connsiteY29" fmla="*/ 4403 h 49513"/>
                <a:gd name="connsiteX30" fmla="*/ 45499 w 49513"/>
                <a:gd name="connsiteY30" fmla="*/ 22988 h 4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513" h="49513" extrusionOk="0">
                  <a:moveTo>
                    <a:pt x="24757" y="0"/>
                  </a:moveTo>
                  <a:cubicBezTo>
                    <a:pt x="11084" y="0"/>
                    <a:pt x="0" y="11084"/>
                    <a:pt x="0" y="24757"/>
                  </a:cubicBezTo>
                  <a:cubicBezTo>
                    <a:pt x="0" y="38429"/>
                    <a:pt x="11084" y="49513"/>
                    <a:pt x="24757" y="49513"/>
                  </a:cubicBezTo>
                  <a:cubicBezTo>
                    <a:pt x="38429" y="49513"/>
                    <a:pt x="49513" y="38429"/>
                    <a:pt x="49513" y="24757"/>
                  </a:cubicBezTo>
                  <a:cubicBezTo>
                    <a:pt x="49513" y="11084"/>
                    <a:pt x="38429" y="0"/>
                    <a:pt x="24757" y="0"/>
                  </a:cubicBezTo>
                  <a:close/>
                  <a:moveTo>
                    <a:pt x="26525" y="26525"/>
                  </a:moveTo>
                  <a:lnTo>
                    <a:pt x="34641" y="26525"/>
                  </a:lnTo>
                  <a:cubicBezTo>
                    <a:pt x="33717" y="32621"/>
                    <a:pt x="30874" y="38264"/>
                    <a:pt x="26525" y="42634"/>
                  </a:cubicBezTo>
                  <a:close/>
                  <a:moveTo>
                    <a:pt x="26525" y="22988"/>
                  </a:moveTo>
                  <a:lnTo>
                    <a:pt x="26525" y="6861"/>
                  </a:lnTo>
                  <a:cubicBezTo>
                    <a:pt x="30878" y="11236"/>
                    <a:pt x="33722" y="16885"/>
                    <a:pt x="34641" y="22988"/>
                  </a:cubicBezTo>
                  <a:close/>
                  <a:moveTo>
                    <a:pt x="22988" y="22988"/>
                  </a:moveTo>
                  <a:lnTo>
                    <a:pt x="15137" y="22988"/>
                  </a:lnTo>
                  <a:cubicBezTo>
                    <a:pt x="16016" y="16990"/>
                    <a:pt x="18764" y="11421"/>
                    <a:pt x="22988" y="7073"/>
                  </a:cubicBezTo>
                  <a:close/>
                  <a:moveTo>
                    <a:pt x="22988" y="26525"/>
                  </a:moveTo>
                  <a:lnTo>
                    <a:pt x="22988" y="42440"/>
                  </a:lnTo>
                  <a:cubicBezTo>
                    <a:pt x="18771" y="38086"/>
                    <a:pt x="16025" y="32520"/>
                    <a:pt x="15137" y="26525"/>
                  </a:cubicBezTo>
                  <a:close/>
                  <a:moveTo>
                    <a:pt x="11583" y="22988"/>
                  </a:moveTo>
                  <a:lnTo>
                    <a:pt x="4014" y="22988"/>
                  </a:lnTo>
                  <a:cubicBezTo>
                    <a:pt x="4799" y="13726"/>
                    <a:pt x="11636" y="6109"/>
                    <a:pt x="20760" y="4332"/>
                  </a:cubicBezTo>
                  <a:cubicBezTo>
                    <a:pt x="15719" y="9363"/>
                    <a:pt x="12491" y="15925"/>
                    <a:pt x="11583" y="22988"/>
                  </a:cubicBezTo>
                  <a:close/>
                  <a:moveTo>
                    <a:pt x="11583" y="26525"/>
                  </a:moveTo>
                  <a:cubicBezTo>
                    <a:pt x="12492" y="33601"/>
                    <a:pt x="15733" y="40172"/>
                    <a:pt x="20795" y="45198"/>
                  </a:cubicBezTo>
                  <a:cubicBezTo>
                    <a:pt x="11658" y="43423"/>
                    <a:pt x="4807" y="35800"/>
                    <a:pt x="4014" y="26525"/>
                  </a:cubicBezTo>
                  <a:close/>
                  <a:moveTo>
                    <a:pt x="38196" y="26525"/>
                  </a:moveTo>
                  <a:lnTo>
                    <a:pt x="45499" y="26525"/>
                  </a:lnTo>
                  <a:cubicBezTo>
                    <a:pt x="44725" y="35682"/>
                    <a:pt x="38031" y="43246"/>
                    <a:pt x="29036" y="45128"/>
                  </a:cubicBezTo>
                  <a:cubicBezTo>
                    <a:pt x="34074" y="40119"/>
                    <a:pt x="37298" y="33572"/>
                    <a:pt x="38196" y="26525"/>
                  </a:cubicBezTo>
                  <a:close/>
                  <a:moveTo>
                    <a:pt x="38196" y="22988"/>
                  </a:moveTo>
                  <a:cubicBezTo>
                    <a:pt x="37291" y="15959"/>
                    <a:pt x="34089" y="9426"/>
                    <a:pt x="29089" y="4403"/>
                  </a:cubicBezTo>
                  <a:cubicBezTo>
                    <a:pt x="38058" y="6304"/>
                    <a:pt x="44724" y="13853"/>
                    <a:pt x="45499" y="22988"/>
                  </a:cubicBez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34" name="Graphic 40" descr="Plug"/>
            <p:cNvSpPr/>
            <p:nvPr/>
          </p:nvSpPr>
          <p:spPr bwMode="auto">
            <a:xfrm>
              <a:off x="8236032" y="2096545"/>
              <a:ext cx="83595" cy="136382"/>
            </a:xfrm>
            <a:custGeom>
              <a:avLst/>
              <a:gdLst>
                <a:gd name="connsiteX0" fmla="*/ 83596 w 83595"/>
                <a:gd name="connsiteY0" fmla="*/ 23840 h 136382"/>
                <a:gd name="connsiteX1" fmla="*/ 64305 w 83595"/>
                <a:gd name="connsiteY1" fmla="*/ 23840 h 136382"/>
                <a:gd name="connsiteX2" fmla="*/ 64305 w 83595"/>
                <a:gd name="connsiteY2" fmla="*/ 43131 h 136382"/>
                <a:gd name="connsiteX3" fmla="*/ 70735 w 83595"/>
                <a:gd name="connsiteY3" fmla="*/ 43131 h 136382"/>
                <a:gd name="connsiteX4" fmla="*/ 70735 w 83595"/>
                <a:gd name="connsiteY4" fmla="*/ 54657 h 136382"/>
                <a:gd name="connsiteX5" fmla="*/ 45014 w 83595"/>
                <a:gd name="connsiteY5" fmla="*/ 80378 h 136382"/>
                <a:gd name="connsiteX6" fmla="*/ 45014 w 83595"/>
                <a:gd name="connsiteY6" fmla="*/ 12314 h 136382"/>
                <a:gd name="connsiteX7" fmla="*/ 50786 w 83595"/>
                <a:gd name="connsiteY7" fmla="*/ 18069 h 136382"/>
                <a:gd name="connsiteX8" fmla="*/ 55319 w 83595"/>
                <a:gd name="connsiteY8" fmla="*/ 17718 h 136382"/>
                <a:gd name="connsiteX9" fmla="*/ 55319 w 83595"/>
                <a:gd name="connsiteY9" fmla="*/ 13536 h 136382"/>
                <a:gd name="connsiteX10" fmla="*/ 41799 w 83595"/>
                <a:gd name="connsiteY10" fmla="*/ 0 h 136382"/>
                <a:gd name="connsiteX11" fmla="*/ 28280 w 83595"/>
                <a:gd name="connsiteY11" fmla="*/ 13536 h 136382"/>
                <a:gd name="connsiteX12" fmla="*/ 28630 w 83595"/>
                <a:gd name="connsiteY12" fmla="*/ 18069 h 136382"/>
                <a:gd name="connsiteX13" fmla="*/ 32813 w 83595"/>
                <a:gd name="connsiteY13" fmla="*/ 18069 h 136382"/>
                <a:gd name="connsiteX14" fmla="*/ 38584 w 83595"/>
                <a:gd name="connsiteY14" fmla="*/ 12314 h 136382"/>
                <a:gd name="connsiteX15" fmla="*/ 38584 w 83595"/>
                <a:gd name="connsiteY15" fmla="*/ 93239 h 136382"/>
                <a:gd name="connsiteX16" fmla="*/ 12863 w 83595"/>
                <a:gd name="connsiteY16" fmla="*/ 67518 h 136382"/>
                <a:gd name="connsiteX17" fmla="*/ 12863 w 83595"/>
                <a:gd name="connsiteY17" fmla="*/ 53821 h 136382"/>
                <a:gd name="connsiteX18" fmla="*/ 18742 w 83595"/>
                <a:gd name="connsiteY18" fmla="*/ 41512 h 136382"/>
                <a:gd name="connsiteX19" fmla="*/ 6433 w 83595"/>
                <a:gd name="connsiteY19" fmla="*/ 35634 h 136382"/>
                <a:gd name="connsiteX20" fmla="*/ 554 w 83595"/>
                <a:gd name="connsiteY20" fmla="*/ 47942 h 136382"/>
                <a:gd name="connsiteX21" fmla="*/ 6433 w 83595"/>
                <a:gd name="connsiteY21" fmla="*/ 53821 h 136382"/>
                <a:gd name="connsiteX22" fmla="*/ 6433 w 83595"/>
                <a:gd name="connsiteY22" fmla="*/ 70186 h 136382"/>
                <a:gd name="connsiteX23" fmla="*/ 38584 w 83595"/>
                <a:gd name="connsiteY23" fmla="*/ 102337 h 136382"/>
                <a:gd name="connsiteX24" fmla="*/ 38584 w 83595"/>
                <a:gd name="connsiteY24" fmla="*/ 111067 h 136382"/>
                <a:gd name="connsiteX25" fmla="*/ 29347 w 83595"/>
                <a:gd name="connsiteY25" fmla="*/ 126734 h 136382"/>
                <a:gd name="connsiteX26" fmla="*/ 45014 w 83595"/>
                <a:gd name="connsiteY26" fmla="*/ 135971 h 136382"/>
                <a:gd name="connsiteX27" fmla="*/ 54251 w 83595"/>
                <a:gd name="connsiteY27" fmla="*/ 120304 h 136382"/>
                <a:gd name="connsiteX28" fmla="*/ 45014 w 83595"/>
                <a:gd name="connsiteY28" fmla="*/ 111067 h 136382"/>
                <a:gd name="connsiteX29" fmla="*/ 45014 w 83595"/>
                <a:gd name="connsiteY29" fmla="*/ 89477 h 136382"/>
                <a:gd name="connsiteX30" fmla="*/ 77166 w 83595"/>
                <a:gd name="connsiteY30" fmla="*/ 57326 h 136382"/>
                <a:gd name="connsiteX31" fmla="*/ 77166 w 83595"/>
                <a:gd name="connsiteY31" fmla="*/ 43131 h 136382"/>
                <a:gd name="connsiteX32" fmla="*/ 83596 w 83595"/>
                <a:gd name="connsiteY32" fmla="*/ 43131 h 13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3595" h="136382" extrusionOk="0">
                  <a:moveTo>
                    <a:pt x="83596" y="23840"/>
                  </a:moveTo>
                  <a:lnTo>
                    <a:pt x="64305" y="23840"/>
                  </a:lnTo>
                  <a:lnTo>
                    <a:pt x="64305" y="43131"/>
                  </a:lnTo>
                  <a:lnTo>
                    <a:pt x="70735" y="43131"/>
                  </a:lnTo>
                  <a:lnTo>
                    <a:pt x="70735" y="54657"/>
                  </a:lnTo>
                  <a:lnTo>
                    <a:pt x="45014" y="80378"/>
                  </a:lnTo>
                  <a:lnTo>
                    <a:pt x="45014" y="12314"/>
                  </a:lnTo>
                  <a:lnTo>
                    <a:pt x="50786" y="18069"/>
                  </a:lnTo>
                  <a:cubicBezTo>
                    <a:pt x="52134" y="19224"/>
                    <a:pt x="54164" y="19067"/>
                    <a:pt x="55319" y="17718"/>
                  </a:cubicBezTo>
                  <a:cubicBezTo>
                    <a:pt x="56350" y="16515"/>
                    <a:pt x="56350" y="14739"/>
                    <a:pt x="55319" y="13536"/>
                  </a:cubicBezTo>
                  <a:lnTo>
                    <a:pt x="41799" y="0"/>
                  </a:lnTo>
                  <a:lnTo>
                    <a:pt x="28280" y="13536"/>
                  </a:lnTo>
                  <a:cubicBezTo>
                    <a:pt x="27125" y="14884"/>
                    <a:pt x="27282" y="16914"/>
                    <a:pt x="28630" y="18069"/>
                  </a:cubicBezTo>
                  <a:cubicBezTo>
                    <a:pt x="29834" y="19100"/>
                    <a:pt x="31609" y="19100"/>
                    <a:pt x="32813" y="18069"/>
                  </a:cubicBezTo>
                  <a:lnTo>
                    <a:pt x="38584" y="12314"/>
                  </a:lnTo>
                  <a:lnTo>
                    <a:pt x="38584" y="93239"/>
                  </a:lnTo>
                  <a:lnTo>
                    <a:pt x="12863" y="67518"/>
                  </a:lnTo>
                  <a:lnTo>
                    <a:pt x="12863" y="53821"/>
                  </a:lnTo>
                  <a:cubicBezTo>
                    <a:pt x="17885" y="52045"/>
                    <a:pt x="20517" y="46535"/>
                    <a:pt x="18742" y="41512"/>
                  </a:cubicBezTo>
                  <a:cubicBezTo>
                    <a:pt x="16966" y="36490"/>
                    <a:pt x="11455" y="33858"/>
                    <a:pt x="6433" y="35634"/>
                  </a:cubicBezTo>
                  <a:cubicBezTo>
                    <a:pt x="1411" y="37409"/>
                    <a:pt x="-1221" y="42920"/>
                    <a:pt x="554" y="47942"/>
                  </a:cubicBezTo>
                  <a:cubicBezTo>
                    <a:pt x="1525" y="50689"/>
                    <a:pt x="3686" y="52850"/>
                    <a:pt x="6433" y="53821"/>
                  </a:cubicBezTo>
                  <a:lnTo>
                    <a:pt x="6433" y="70186"/>
                  </a:lnTo>
                  <a:lnTo>
                    <a:pt x="38584" y="102337"/>
                  </a:lnTo>
                  <a:lnTo>
                    <a:pt x="38584" y="111067"/>
                  </a:lnTo>
                  <a:cubicBezTo>
                    <a:pt x="31707" y="112842"/>
                    <a:pt x="27572" y="119857"/>
                    <a:pt x="29347" y="126734"/>
                  </a:cubicBezTo>
                  <a:cubicBezTo>
                    <a:pt x="31123" y="133611"/>
                    <a:pt x="38137" y="137746"/>
                    <a:pt x="45014" y="135971"/>
                  </a:cubicBezTo>
                  <a:cubicBezTo>
                    <a:pt x="51892" y="134195"/>
                    <a:pt x="56027" y="127181"/>
                    <a:pt x="54251" y="120304"/>
                  </a:cubicBezTo>
                  <a:cubicBezTo>
                    <a:pt x="53082" y="115774"/>
                    <a:pt x="49544" y="112236"/>
                    <a:pt x="45014" y="111067"/>
                  </a:cubicBezTo>
                  <a:lnTo>
                    <a:pt x="45014" y="89477"/>
                  </a:lnTo>
                  <a:lnTo>
                    <a:pt x="77166" y="57326"/>
                  </a:lnTo>
                  <a:lnTo>
                    <a:pt x="77166" y="43131"/>
                  </a:lnTo>
                  <a:lnTo>
                    <a:pt x="83596" y="43131"/>
                  </a:lnTo>
                  <a:close/>
                </a:path>
              </a:pathLst>
            </a:custGeom>
            <a:solidFill>
              <a:srgbClr val="282829">
                <a:alpha val="50000"/>
              </a:srgbClr>
            </a:solidFill>
            <a:ln w="1588" cap="flat">
              <a:noFill/>
              <a:prstDash val="solid"/>
              <a:miter/>
            </a:ln>
          </p:spPr>
          <p:txBody>
            <a:bodyPr rtlCol="0" anchor="ctr"/>
            <a:lstStyle/>
            <a:p>
              <a:pPr>
                <a:defRPr/>
              </a:pPr>
              <a:endParaRPr lang="en-IN"/>
            </a:p>
          </p:txBody>
        </p:sp>
        <p:sp>
          <p:nvSpPr>
            <p:cNvPr id="136" name="Freeform: Shape 135"/>
            <p:cNvSpPr/>
            <p:nvPr/>
          </p:nvSpPr>
          <p:spPr bwMode="auto">
            <a:xfrm flipH="1">
              <a:off x="6950406" y="3134413"/>
              <a:ext cx="112974" cy="35304"/>
            </a:xfrm>
            <a:custGeom>
              <a:avLst/>
              <a:gdLst>
                <a:gd name="connsiteX0" fmla="*/ 95323 w 112974"/>
                <a:gd name="connsiteY0" fmla="*/ 0 h 35304"/>
                <a:gd name="connsiteX1" fmla="*/ 17652 w 112974"/>
                <a:gd name="connsiteY1" fmla="*/ 0 h 35304"/>
                <a:gd name="connsiteX2" fmla="*/ 0 w 112974"/>
                <a:gd name="connsiteY2" fmla="*/ 17652 h 35304"/>
                <a:gd name="connsiteX3" fmla="*/ 17652 w 112974"/>
                <a:gd name="connsiteY3" fmla="*/ 35305 h 35304"/>
                <a:gd name="connsiteX4" fmla="*/ 95323 w 112974"/>
                <a:gd name="connsiteY4" fmla="*/ 35305 h 35304"/>
                <a:gd name="connsiteX5" fmla="*/ 112975 w 112974"/>
                <a:gd name="connsiteY5" fmla="*/ 17652 h 35304"/>
                <a:gd name="connsiteX6" fmla="*/ 95323 w 112974"/>
                <a:gd name="connsiteY6" fmla="*/ 0 h 35304"/>
                <a:gd name="connsiteX7" fmla="*/ 22360 w 112974"/>
                <a:gd name="connsiteY7" fmla="*/ 24713 h 35304"/>
                <a:gd name="connsiteX8" fmla="*/ 15299 w 112974"/>
                <a:gd name="connsiteY8" fmla="*/ 17652 h 35304"/>
                <a:gd name="connsiteX9" fmla="*/ 22360 w 112974"/>
                <a:gd name="connsiteY9" fmla="*/ 10591 h 35304"/>
                <a:gd name="connsiteX10" fmla="*/ 29421 w 112974"/>
                <a:gd name="connsiteY10" fmla="*/ 17652 h 35304"/>
                <a:gd name="connsiteX11" fmla="*/ 22360 w 112974"/>
                <a:gd name="connsiteY11" fmla="*/ 24713 h 35304"/>
                <a:gd name="connsiteX12" fmla="*/ 56487 w 112974"/>
                <a:gd name="connsiteY12" fmla="*/ 24713 h 35304"/>
                <a:gd name="connsiteX13" fmla="*/ 49427 w 112974"/>
                <a:gd name="connsiteY13" fmla="*/ 17652 h 35304"/>
                <a:gd name="connsiteX14" fmla="*/ 56487 w 112974"/>
                <a:gd name="connsiteY14" fmla="*/ 10591 h 35304"/>
                <a:gd name="connsiteX15" fmla="*/ 63548 w 112974"/>
                <a:gd name="connsiteY15" fmla="*/ 17652 h 35304"/>
                <a:gd name="connsiteX16" fmla="*/ 56487 w 112974"/>
                <a:gd name="connsiteY16" fmla="*/ 24713 h 35304"/>
                <a:gd name="connsiteX17" fmla="*/ 90615 w 112974"/>
                <a:gd name="connsiteY17" fmla="*/ 24713 h 35304"/>
                <a:gd name="connsiteX18" fmla="*/ 83554 w 112974"/>
                <a:gd name="connsiteY18" fmla="*/ 17652 h 35304"/>
                <a:gd name="connsiteX19" fmla="*/ 90615 w 112974"/>
                <a:gd name="connsiteY19" fmla="*/ 10591 h 35304"/>
                <a:gd name="connsiteX20" fmla="*/ 97676 w 112974"/>
                <a:gd name="connsiteY20" fmla="*/ 17652 h 35304"/>
                <a:gd name="connsiteX21" fmla="*/ 90615 w 112974"/>
                <a:gd name="connsiteY21" fmla="*/ 24713 h 3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974" h="35304" extrusionOk="0">
                  <a:moveTo>
                    <a:pt x="95323" y="0"/>
                  </a:moveTo>
                  <a:lnTo>
                    <a:pt x="17652" y="0"/>
                  </a:lnTo>
                  <a:cubicBezTo>
                    <a:pt x="7903" y="0"/>
                    <a:pt x="0" y="7903"/>
                    <a:pt x="0" y="17652"/>
                  </a:cubicBezTo>
                  <a:cubicBezTo>
                    <a:pt x="0" y="27401"/>
                    <a:pt x="7903" y="35305"/>
                    <a:pt x="17652" y="35305"/>
                  </a:cubicBezTo>
                  <a:lnTo>
                    <a:pt x="95323" y="35305"/>
                  </a:lnTo>
                  <a:cubicBezTo>
                    <a:pt x="105072" y="35305"/>
                    <a:pt x="112975" y="27401"/>
                    <a:pt x="112975" y="17652"/>
                  </a:cubicBezTo>
                  <a:cubicBezTo>
                    <a:pt x="112975" y="7903"/>
                    <a:pt x="105072" y="0"/>
                    <a:pt x="95323" y="0"/>
                  </a:cubicBezTo>
                  <a:close/>
                  <a:moveTo>
                    <a:pt x="22360" y="24713"/>
                  </a:moveTo>
                  <a:cubicBezTo>
                    <a:pt x="18460" y="24713"/>
                    <a:pt x="15299" y="21552"/>
                    <a:pt x="15299" y="17652"/>
                  </a:cubicBezTo>
                  <a:cubicBezTo>
                    <a:pt x="15299" y="13753"/>
                    <a:pt x="18460" y="10591"/>
                    <a:pt x="22360" y="10591"/>
                  </a:cubicBezTo>
                  <a:cubicBezTo>
                    <a:pt x="26259" y="10591"/>
                    <a:pt x="29421" y="13753"/>
                    <a:pt x="29421" y="17652"/>
                  </a:cubicBezTo>
                  <a:cubicBezTo>
                    <a:pt x="29421" y="21552"/>
                    <a:pt x="26259" y="24713"/>
                    <a:pt x="22360" y="24713"/>
                  </a:cubicBezTo>
                  <a:close/>
                  <a:moveTo>
                    <a:pt x="56487" y="24713"/>
                  </a:moveTo>
                  <a:cubicBezTo>
                    <a:pt x="52588" y="24713"/>
                    <a:pt x="49427" y="21552"/>
                    <a:pt x="49427" y="17652"/>
                  </a:cubicBezTo>
                  <a:cubicBezTo>
                    <a:pt x="49427" y="13753"/>
                    <a:pt x="52588" y="10591"/>
                    <a:pt x="56487" y="10591"/>
                  </a:cubicBezTo>
                  <a:cubicBezTo>
                    <a:pt x="60387" y="10591"/>
                    <a:pt x="63548" y="13753"/>
                    <a:pt x="63548" y="17652"/>
                  </a:cubicBezTo>
                  <a:cubicBezTo>
                    <a:pt x="63548" y="21552"/>
                    <a:pt x="60387" y="24713"/>
                    <a:pt x="56487" y="24713"/>
                  </a:cubicBezTo>
                  <a:close/>
                  <a:moveTo>
                    <a:pt x="90615" y="24713"/>
                  </a:moveTo>
                  <a:cubicBezTo>
                    <a:pt x="86716" y="24713"/>
                    <a:pt x="83554" y="21552"/>
                    <a:pt x="83554" y="17652"/>
                  </a:cubicBezTo>
                  <a:cubicBezTo>
                    <a:pt x="83554" y="13753"/>
                    <a:pt x="86716" y="10591"/>
                    <a:pt x="90615" y="10591"/>
                  </a:cubicBezTo>
                  <a:cubicBezTo>
                    <a:pt x="94515" y="10591"/>
                    <a:pt x="97676" y="13753"/>
                    <a:pt x="97676" y="17652"/>
                  </a:cubicBezTo>
                  <a:cubicBezTo>
                    <a:pt x="97676" y="21552"/>
                    <a:pt x="94515" y="24713"/>
                    <a:pt x="90615" y="24713"/>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7" name="Freeform: Shape 136"/>
            <p:cNvSpPr/>
            <p:nvPr/>
          </p:nvSpPr>
          <p:spPr bwMode="auto">
            <a:xfrm flipH="1">
              <a:off x="6990630"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extrusionOk="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8" name="Freeform: Shape 137"/>
            <p:cNvSpPr/>
            <p:nvPr/>
          </p:nvSpPr>
          <p:spPr bwMode="auto">
            <a:xfrm flipH="1">
              <a:off x="6976108" y="2979038"/>
              <a:ext cx="61194" cy="75351"/>
            </a:xfrm>
            <a:custGeom>
              <a:avLst/>
              <a:gdLst>
                <a:gd name="connsiteX0" fmla="*/ 50862 w 61194"/>
                <a:gd name="connsiteY0" fmla="*/ 28279 h 75351"/>
                <a:gd name="connsiteX1" fmla="*/ 35305 w 61194"/>
                <a:gd name="connsiteY1" fmla="*/ 28279 h 75351"/>
                <a:gd name="connsiteX2" fmla="*/ 35305 w 61194"/>
                <a:gd name="connsiteY2" fmla="*/ 17569 h 75351"/>
                <a:gd name="connsiteX3" fmla="*/ 38751 w 61194"/>
                <a:gd name="connsiteY3" fmla="*/ 4709 h 75351"/>
                <a:gd name="connsiteX4" fmla="*/ 25890 w 61194"/>
                <a:gd name="connsiteY4" fmla="*/ 1263 h 75351"/>
                <a:gd name="connsiteX5" fmla="*/ 22444 w 61194"/>
                <a:gd name="connsiteY5" fmla="*/ 14123 h 75351"/>
                <a:gd name="connsiteX6" fmla="*/ 25890 w 61194"/>
                <a:gd name="connsiteY6" fmla="*/ 17569 h 75351"/>
                <a:gd name="connsiteX7" fmla="*/ 25890 w 61194"/>
                <a:gd name="connsiteY7" fmla="*/ 28279 h 75351"/>
                <a:gd name="connsiteX8" fmla="*/ 10333 w 61194"/>
                <a:gd name="connsiteY8" fmla="*/ 28279 h 75351"/>
                <a:gd name="connsiteX9" fmla="*/ 0 w 61194"/>
                <a:gd name="connsiteY9" fmla="*/ 38611 h 75351"/>
                <a:gd name="connsiteX10" fmla="*/ 0 w 61194"/>
                <a:gd name="connsiteY10" fmla="*/ 65019 h 75351"/>
                <a:gd name="connsiteX11" fmla="*/ 10333 w 61194"/>
                <a:gd name="connsiteY11" fmla="*/ 75351 h 75351"/>
                <a:gd name="connsiteX12" fmla="*/ 50862 w 61194"/>
                <a:gd name="connsiteY12" fmla="*/ 75351 h 75351"/>
                <a:gd name="connsiteX13" fmla="*/ 61195 w 61194"/>
                <a:gd name="connsiteY13" fmla="*/ 65019 h 75351"/>
                <a:gd name="connsiteX14" fmla="*/ 61195 w 61194"/>
                <a:gd name="connsiteY14" fmla="*/ 38611 h 75351"/>
                <a:gd name="connsiteX15" fmla="*/ 50862 w 61194"/>
                <a:gd name="connsiteY15" fmla="*/ 28279 h 75351"/>
                <a:gd name="connsiteX16" fmla="*/ 18829 w 61194"/>
                <a:gd name="connsiteY16" fmla="*/ 58876 h 75351"/>
                <a:gd name="connsiteX17" fmla="*/ 11768 w 61194"/>
                <a:gd name="connsiteY17" fmla="*/ 51815 h 75351"/>
                <a:gd name="connsiteX18" fmla="*/ 18829 w 61194"/>
                <a:gd name="connsiteY18" fmla="*/ 44754 h 75351"/>
                <a:gd name="connsiteX19" fmla="*/ 25890 w 61194"/>
                <a:gd name="connsiteY19" fmla="*/ 51815 h 75351"/>
                <a:gd name="connsiteX20" fmla="*/ 18829 w 61194"/>
                <a:gd name="connsiteY20" fmla="*/ 58876 h 75351"/>
                <a:gd name="connsiteX21" fmla="*/ 42366 w 61194"/>
                <a:gd name="connsiteY21" fmla="*/ 58876 h 75351"/>
                <a:gd name="connsiteX22" fmla="*/ 35305 w 61194"/>
                <a:gd name="connsiteY22" fmla="*/ 51815 h 75351"/>
                <a:gd name="connsiteX23" fmla="*/ 42366 w 61194"/>
                <a:gd name="connsiteY23" fmla="*/ 44754 h 75351"/>
                <a:gd name="connsiteX24" fmla="*/ 49427 w 61194"/>
                <a:gd name="connsiteY24" fmla="*/ 51815 h 75351"/>
                <a:gd name="connsiteX25" fmla="*/ 42366 w 61194"/>
                <a:gd name="connsiteY25" fmla="*/ 58876 h 7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194" h="75351" extrusionOk="0">
                  <a:moveTo>
                    <a:pt x="50862" y="28279"/>
                  </a:moveTo>
                  <a:lnTo>
                    <a:pt x="35305" y="28279"/>
                  </a:lnTo>
                  <a:lnTo>
                    <a:pt x="35305" y="17569"/>
                  </a:lnTo>
                  <a:cubicBezTo>
                    <a:pt x="39808" y="14970"/>
                    <a:pt x="41350" y="9212"/>
                    <a:pt x="38751" y="4709"/>
                  </a:cubicBezTo>
                  <a:cubicBezTo>
                    <a:pt x="36151" y="206"/>
                    <a:pt x="30393" y="-1337"/>
                    <a:pt x="25890" y="1263"/>
                  </a:cubicBezTo>
                  <a:cubicBezTo>
                    <a:pt x="21387" y="3863"/>
                    <a:pt x="19844" y="9620"/>
                    <a:pt x="22444" y="14123"/>
                  </a:cubicBezTo>
                  <a:cubicBezTo>
                    <a:pt x="23270" y="15555"/>
                    <a:pt x="24459" y="16743"/>
                    <a:pt x="25890" y="17569"/>
                  </a:cubicBezTo>
                  <a:lnTo>
                    <a:pt x="25890" y="28279"/>
                  </a:lnTo>
                  <a:lnTo>
                    <a:pt x="10333" y="28279"/>
                  </a:lnTo>
                  <a:cubicBezTo>
                    <a:pt x="4632" y="28291"/>
                    <a:pt x="13" y="32910"/>
                    <a:pt x="0" y="38611"/>
                  </a:cubicBezTo>
                  <a:lnTo>
                    <a:pt x="0" y="65019"/>
                  </a:lnTo>
                  <a:cubicBezTo>
                    <a:pt x="13" y="70720"/>
                    <a:pt x="4632" y="75338"/>
                    <a:pt x="10333" y="75351"/>
                  </a:cubicBezTo>
                  <a:lnTo>
                    <a:pt x="50862" y="75351"/>
                  </a:lnTo>
                  <a:cubicBezTo>
                    <a:pt x="56563" y="75338"/>
                    <a:pt x="61182" y="70720"/>
                    <a:pt x="61195" y="65019"/>
                  </a:cubicBezTo>
                  <a:lnTo>
                    <a:pt x="61195" y="38611"/>
                  </a:lnTo>
                  <a:cubicBezTo>
                    <a:pt x="61182" y="32910"/>
                    <a:pt x="56563" y="28291"/>
                    <a:pt x="50862" y="28279"/>
                  </a:cubicBezTo>
                  <a:close/>
                  <a:moveTo>
                    <a:pt x="18829" y="58876"/>
                  </a:moveTo>
                  <a:cubicBezTo>
                    <a:pt x="14929" y="58876"/>
                    <a:pt x="11768" y="55715"/>
                    <a:pt x="11768" y="51815"/>
                  </a:cubicBezTo>
                  <a:cubicBezTo>
                    <a:pt x="11768" y="47915"/>
                    <a:pt x="14929" y="44754"/>
                    <a:pt x="18829" y="44754"/>
                  </a:cubicBezTo>
                  <a:cubicBezTo>
                    <a:pt x="22729" y="44754"/>
                    <a:pt x="25890" y="47915"/>
                    <a:pt x="25890" y="51815"/>
                  </a:cubicBezTo>
                  <a:cubicBezTo>
                    <a:pt x="25890" y="55715"/>
                    <a:pt x="22729" y="58876"/>
                    <a:pt x="18829" y="58876"/>
                  </a:cubicBezTo>
                  <a:close/>
                  <a:moveTo>
                    <a:pt x="42366" y="58876"/>
                  </a:moveTo>
                  <a:cubicBezTo>
                    <a:pt x="38466" y="58876"/>
                    <a:pt x="35305" y="55715"/>
                    <a:pt x="35305" y="51815"/>
                  </a:cubicBezTo>
                  <a:cubicBezTo>
                    <a:pt x="35305" y="47915"/>
                    <a:pt x="38466" y="44754"/>
                    <a:pt x="42366" y="44754"/>
                  </a:cubicBezTo>
                  <a:cubicBezTo>
                    <a:pt x="46265" y="44754"/>
                    <a:pt x="49427" y="47915"/>
                    <a:pt x="49427" y="51815"/>
                  </a:cubicBezTo>
                  <a:cubicBezTo>
                    <a:pt x="49427" y="55715"/>
                    <a:pt x="46265" y="58876"/>
                    <a:pt x="42366" y="58876"/>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9" name="Freeform: Shape 138"/>
            <p:cNvSpPr/>
            <p:nvPr/>
          </p:nvSpPr>
          <p:spPr bwMode="auto">
            <a:xfrm flipH="1">
              <a:off x="7014166"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extrusionOk="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40" name="Freeform: Shape 139"/>
            <p:cNvSpPr/>
            <p:nvPr/>
          </p:nvSpPr>
          <p:spPr bwMode="auto">
            <a:xfrm flipH="1">
              <a:off x="6934931" y="3030076"/>
              <a:ext cx="147837" cy="98029"/>
            </a:xfrm>
            <a:custGeom>
              <a:avLst/>
              <a:gdLst>
                <a:gd name="connsiteX0" fmla="*/ 137258 w 147837"/>
                <a:gd name="connsiteY0" fmla="*/ 73316 h 98029"/>
                <a:gd name="connsiteX1" fmla="*/ 137258 w 147837"/>
                <a:gd name="connsiteY1" fmla="*/ 53710 h 98029"/>
                <a:gd name="connsiteX2" fmla="*/ 126690 w 147837"/>
                <a:gd name="connsiteY2" fmla="*/ 43142 h 98029"/>
                <a:gd name="connsiteX3" fmla="*/ 113722 w 147837"/>
                <a:gd name="connsiteY3" fmla="*/ 43142 h 98029"/>
                <a:gd name="connsiteX4" fmla="*/ 113722 w 147837"/>
                <a:gd name="connsiteY4" fmla="*/ 31374 h 98029"/>
                <a:gd name="connsiteX5" fmla="*/ 38405 w 147837"/>
                <a:gd name="connsiteY5" fmla="*/ 31374 h 98029"/>
                <a:gd name="connsiteX6" fmla="*/ 38405 w 147837"/>
                <a:gd name="connsiteY6" fmla="*/ 45496 h 98029"/>
                <a:gd name="connsiteX7" fmla="*/ 20729 w 147837"/>
                <a:gd name="connsiteY7" fmla="*/ 45496 h 98029"/>
                <a:gd name="connsiteX8" fmla="*/ 19576 w 147837"/>
                <a:gd name="connsiteY8" fmla="*/ 44343 h 98029"/>
                <a:gd name="connsiteX9" fmla="*/ 19576 w 147837"/>
                <a:gd name="connsiteY9" fmla="*/ 24831 h 98029"/>
                <a:gd name="connsiteX10" fmla="*/ 29899 w 147837"/>
                <a:gd name="connsiteY10" fmla="*/ 5855 h 98029"/>
                <a:gd name="connsiteX11" fmla="*/ 26637 w 147837"/>
                <a:gd name="connsiteY11" fmla="*/ 0 h 98029"/>
                <a:gd name="connsiteX12" fmla="*/ 19576 w 147837"/>
                <a:gd name="connsiteY12" fmla="*/ 6261 h 98029"/>
                <a:gd name="connsiteX13" fmla="*/ 21153 w 147837"/>
                <a:gd name="connsiteY13" fmla="*/ 10191 h 98029"/>
                <a:gd name="connsiteX14" fmla="*/ 15237 w 147837"/>
                <a:gd name="connsiteY14" fmla="*/ 16043 h 98029"/>
                <a:gd name="connsiteX15" fmla="*/ 9385 w 147837"/>
                <a:gd name="connsiteY15" fmla="*/ 10127 h 98029"/>
                <a:gd name="connsiteX16" fmla="*/ 10820 w 147837"/>
                <a:gd name="connsiteY16" fmla="*/ 6308 h 98029"/>
                <a:gd name="connsiteX17" fmla="*/ 3759 w 147837"/>
                <a:gd name="connsiteY17" fmla="*/ 118 h 98029"/>
                <a:gd name="connsiteX18" fmla="*/ 5255 w 147837"/>
                <a:gd name="connsiteY18" fmla="*/ 21702 h 98029"/>
                <a:gd name="connsiteX19" fmla="*/ 10161 w 147837"/>
                <a:gd name="connsiteY19" fmla="*/ 24572 h 98029"/>
                <a:gd name="connsiteX20" fmla="*/ 10161 w 147837"/>
                <a:gd name="connsiteY20" fmla="*/ 44343 h 98029"/>
                <a:gd name="connsiteX21" fmla="*/ 20729 w 147837"/>
                <a:gd name="connsiteY21" fmla="*/ 54911 h 98029"/>
                <a:gd name="connsiteX22" fmla="*/ 38405 w 147837"/>
                <a:gd name="connsiteY22" fmla="*/ 54911 h 98029"/>
                <a:gd name="connsiteX23" fmla="*/ 38405 w 147837"/>
                <a:gd name="connsiteY23" fmla="*/ 97276 h 98029"/>
                <a:gd name="connsiteX24" fmla="*/ 113722 w 147837"/>
                <a:gd name="connsiteY24" fmla="*/ 97276 h 98029"/>
                <a:gd name="connsiteX25" fmla="*/ 113722 w 147837"/>
                <a:gd name="connsiteY25" fmla="*/ 52557 h 98029"/>
                <a:gd name="connsiteX26" fmla="*/ 126690 w 147837"/>
                <a:gd name="connsiteY26" fmla="*/ 52557 h 98029"/>
                <a:gd name="connsiteX27" fmla="*/ 127843 w 147837"/>
                <a:gd name="connsiteY27" fmla="*/ 53710 h 98029"/>
                <a:gd name="connsiteX28" fmla="*/ 127843 w 147837"/>
                <a:gd name="connsiteY28" fmla="*/ 73316 h 98029"/>
                <a:gd name="connsiteX29" fmla="*/ 117996 w 147837"/>
                <a:gd name="connsiteY29" fmla="*/ 92581 h 98029"/>
                <a:gd name="connsiteX30" fmla="*/ 121112 w 147837"/>
                <a:gd name="connsiteY30" fmla="*/ 98029 h 98029"/>
                <a:gd name="connsiteX31" fmla="*/ 128173 w 147837"/>
                <a:gd name="connsiteY31" fmla="*/ 91769 h 98029"/>
                <a:gd name="connsiteX32" fmla="*/ 126667 w 147837"/>
                <a:gd name="connsiteY32" fmla="*/ 87862 h 98029"/>
                <a:gd name="connsiteX33" fmla="*/ 132556 w 147837"/>
                <a:gd name="connsiteY33" fmla="*/ 81982 h 98029"/>
                <a:gd name="connsiteX34" fmla="*/ 138435 w 147837"/>
                <a:gd name="connsiteY34" fmla="*/ 87871 h 98029"/>
                <a:gd name="connsiteX35" fmla="*/ 136976 w 147837"/>
                <a:gd name="connsiteY35" fmla="*/ 91745 h 98029"/>
                <a:gd name="connsiteX36" fmla="*/ 144037 w 147837"/>
                <a:gd name="connsiteY36" fmla="*/ 97935 h 98029"/>
                <a:gd name="connsiteX37" fmla="*/ 142646 w 147837"/>
                <a:gd name="connsiteY37" fmla="*/ 76378 h 98029"/>
                <a:gd name="connsiteX38" fmla="*/ 137258 w 147837"/>
                <a:gd name="connsiteY38" fmla="*/ 73316 h 98029"/>
                <a:gd name="connsiteX39" fmla="*/ 104307 w 147837"/>
                <a:gd name="connsiteY39" fmla="*/ 64325 h 98029"/>
                <a:gd name="connsiteX40" fmla="*/ 97764 w 147837"/>
                <a:gd name="connsiteY40" fmla="*/ 64325 h 98029"/>
                <a:gd name="connsiteX41" fmla="*/ 97128 w 147837"/>
                <a:gd name="connsiteY41" fmla="*/ 64584 h 98029"/>
                <a:gd name="connsiteX42" fmla="*/ 89926 w 147837"/>
                <a:gd name="connsiteY42" fmla="*/ 71951 h 98029"/>
                <a:gd name="connsiteX43" fmla="*/ 84442 w 147837"/>
                <a:gd name="connsiteY43" fmla="*/ 58959 h 98029"/>
                <a:gd name="connsiteX44" fmla="*/ 74204 w 147837"/>
                <a:gd name="connsiteY44" fmla="*/ 80142 h 98029"/>
                <a:gd name="connsiteX45" fmla="*/ 67025 w 147837"/>
                <a:gd name="connsiteY45" fmla="*/ 52557 h 98029"/>
                <a:gd name="connsiteX46" fmla="*/ 61494 w 147837"/>
                <a:gd name="connsiteY46" fmla="*/ 64325 h 98029"/>
                <a:gd name="connsiteX47" fmla="*/ 50173 w 147837"/>
                <a:gd name="connsiteY47" fmla="*/ 64325 h 98029"/>
                <a:gd name="connsiteX48" fmla="*/ 50173 w 147837"/>
                <a:gd name="connsiteY48" fmla="*/ 59618 h 98029"/>
                <a:gd name="connsiteX49" fmla="*/ 58505 w 147837"/>
                <a:gd name="connsiteY49" fmla="*/ 59618 h 98029"/>
                <a:gd name="connsiteX50" fmla="*/ 68296 w 147837"/>
                <a:gd name="connsiteY50" fmla="*/ 38788 h 98029"/>
                <a:gd name="connsiteX51" fmla="*/ 75545 w 147837"/>
                <a:gd name="connsiteY51" fmla="*/ 66514 h 98029"/>
                <a:gd name="connsiteX52" fmla="*/ 84748 w 147837"/>
                <a:gd name="connsiteY52" fmla="*/ 47685 h 98029"/>
                <a:gd name="connsiteX53" fmla="*/ 91527 w 147837"/>
                <a:gd name="connsiteY53" fmla="*/ 63737 h 98029"/>
                <a:gd name="connsiteX54" fmla="*/ 93880 w 147837"/>
                <a:gd name="connsiteY54" fmla="*/ 61383 h 98029"/>
                <a:gd name="connsiteX55" fmla="*/ 97764 w 147837"/>
                <a:gd name="connsiteY55" fmla="*/ 59618 h 98029"/>
                <a:gd name="connsiteX56" fmla="*/ 104307 w 147837"/>
                <a:gd name="connsiteY56" fmla="*/ 59618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7837" h="98029" extrusionOk="0">
                  <a:moveTo>
                    <a:pt x="137258" y="73316"/>
                  </a:moveTo>
                  <a:lnTo>
                    <a:pt x="137258" y="53710"/>
                  </a:lnTo>
                  <a:cubicBezTo>
                    <a:pt x="137258" y="47874"/>
                    <a:pt x="132527" y="43142"/>
                    <a:pt x="126690" y="43142"/>
                  </a:cubicBezTo>
                  <a:lnTo>
                    <a:pt x="113722" y="43142"/>
                  </a:lnTo>
                  <a:lnTo>
                    <a:pt x="113722" y="31374"/>
                  </a:lnTo>
                  <a:lnTo>
                    <a:pt x="38405" y="31374"/>
                  </a:lnTo>
                  <a:lnTo>
                    <a:pt x="38405" y="45496"/>
                  </a:lnTo>
                  <a:lnTo>
                    <a:pt x="20729" y="45496"/>
                  </a:lnTo>
                  <a:cubicBezTo>
                    <a:pt x="20092" y="45496"/>
                    <a:pt x="19576" y="44980"/>
                    <a:pt x="19576" y="44343"/>
                  </a:cubicBezTo>
                  <a:lnTo>
                    <a:pt x="19576" y="24831"/>
                  </a:lnTo>
                  <a:cubicBezTo>
                    <a:pt x="27667" y="22442"/>
                    <a:pt x="32289" y="13946"/>
                    <a:pt x="29899" y="5855"/>
                  </a:cubicBezTo>
                  <a:cubicBezTo>
                    <a:pt x="29258" y="3686"/>
                    <a:pt x="28144" y="1686"/>
                    <a:pt x="26637" y="0"/>
                  </a:cubicBezTo>
                  <a:lnTo>
                    <a:pt x="19576" y="6261"/>
                  </a:lnTo>
                  <a:cubicBezTo>
                    <a:pt x="20563" y="7335"/>
                    <a:pt x="21124" y="8732"/>
                    <a:pt x="21153" y="10191"/>
                  </a:cubicBezTo>
                  <a:cubicBezTo>
                    <a:pt x="21135" y="13441"/>
                    <a:pt x="18486" y="16061"/>
                    <a:pt x="15237" y="16043"/>
                  </a:cubicBezTo>
                  <a:cubicBezTo>
                    <a:pt x="11987" y="16026"/>
                    <a:pt x="9367" y="13377"/>
                    <a:pt x="9385" y="10127"/>
                  </a:cubicBezTo>
                  <a:cubicBezTo>
                    <a:pt x="9392" y="8724"/>
                    <a:pt x="9901" y="7369"/>
                    <a:pt x="10820" y="6308"/>
                  </a:cubicBezTo>
                  <a:lnTo>
                    <a:pt x="3759" y="118"/>
                  </a:lnTo>
                  <a:cubicBezTo>
                    <a:pt x="-1788" y="6491"/>
                    <a:pt x="-1118" y="16154"/>
                    <a:pt x="5255" y="21702"/>
                  </a:cubicBezTo>
                  <a:cubicBezTo>
                    <a:pt x="6697" y="22957"/>
                    <a:pt x="8361" y="23930"/>
                    <a:pt x="10161" y="24572"/>
                  </a:cubicBezTo>
                  <a:lnTo>
                    <a:pt x="10161" y="44343"/>
                  </a:lnTo>
                  <a:cubicBezTo>
                    <a:pt x="10161" y="50179"/>
                    <a:pt x="14892" y="54911"/>
                    <a:pt x="20729" y="54911"/>
                  </a:cubicBezTo>
                  <a:lnTo>
                    <a:pt x="38405" y="54911"/>
                  </a:lnTo>
                  <a:lnTo>
                    <a:pt x="38405" y="97276"/>
                  </a:lnTo>
                  <a:lnTo>
                    <a:pt x="113722" y="97276"/>
                  </a:lnTo>
                  <a:lnTo>
                    <a:pt x="113722" y="52557"/>
                  </a:lnTo>
                  <a:lnTo>
                    <a:pt x="126690" y="52557"/>
                  </a:lnTo>
                  <a:cubicBezTo>
                    <a:pt x="127327" y="52557"/>
                    <a:pt x="127843" y="53073"/>
                    <a:pt x="127843" y="53710"/>
                  </a:cubicBezTo>
                  <a:lnTo>
                    <a:pt x="127843" y="73316"/>
                  </a:lnTo>
                  <a:cubicBezTo>
                    <a:pt x="119804" y="75917"/>
                    <a:pt x="115396" y="84542"/>
                    <a:pt x="117996" y="92581"/>
                  </a:cubicBezTo>
                  <a:cubicBezTo>
                    <a:pt x="118647" y="94593"/>
                    <a:pt x="119708" y="96448"/>
                    <a:pt x="121112" y="98029"/>
                  </a:cubicBezTo>
                  <a:lnTo>
                    <a:pt x="128173" y="91769"/>
                  </a:lnTo>
                  <a:cubicBezTo>
                    <a:pt x="127199" y="90701"/>
                    <a:pt x="126661" y="89307"/>
                    <a:pt x="126667" y="87862"/>
                  </a:cubicBezTo>
                  <a:cubicBezTo>
                    <a:pt x="126669" y="84612"/>
                    <a:pt x="129306" y="81980"/>
                    <a:pt x="132556" y="81982"/>
                  </a:cubicBezTo>
                  <a:cubicBezTo>
                    <a:pt x="135805" y="81985"/>
                    <a:pt x="138438" y="84622"/>
                    <a:pt x="138435" y="87871"/>
                  </a:cubicBezTo>
                  <a:cubicBezTo>
                    <a:pt x="138434" y="89297"/>
                    <a:pt x="137915" y="90673"/>
                    <a:pt x="136976" y="91745"/>
                  </a:cubicBezTo>
                  <a:lnTo>
                    <a:pt x="144037" y="97935"/>
                  </a:lnTo>
                  <a:cubicBezTo>
                    <a:pt x="149606" y="91598"/>
                    <a:pt x="148983" y="81947"/>
                    <a:pt x="142646" y="76378"/>
                  </a:cubicBezTo>
                  <a:cubicBezTo>
                    <a:pt x="141078" y="75000"/>
                    <a:pt x="139244" y="73958"/>
                    <a:pt x="137258" y="73316"/>
                  </a:cubicBezTo>
                  <a:close/>
                  <a:moveTo>
                    <a:pt x="104307" y="64325"/>
                  </a:moveTo>
                  <a:lnTo>
                    <a:pt x="97764" y="64325"/>
                  </a:lnTo>
                  <a:cubicBezTo>
                    <a:pt x="97536" y="64366"/>
                    <a:pt x="97320" y="64454"/>
                    <a:pt x="97128" y="64584"/>
                  </a:cubicBezTo>
                  <a:lnTo>
                    <a:pt x="89926" y="71951"/>
                  </a:lnTo>
                  <a:lnTo>
                    <a:pt x="84442" y="58959"/>
                  </a:lnTo>
                  <a:lnTo>
                    <a:pt x="74204" y="80142"/>
                  </a:lnTo>
                  <a:lnTo>
                    <a:pt x="67025" y="52557"/>
                  </a:lnTo>
                  <a:lnTo>
                    <a:pt x="61494" y="64325"/>
                  </a:lnTo>
                  <a:lnTo>
                    <a:pt x="50173" y="64325"/>
                  </a:lnTo>
                  <a:lnTo>
                    <a:pt x="50173" y="59618"/>
                  </a:lnTo>
                  <a:lnTo>
                    <a:pt x="58505" y="59618"/>
                  </a:lnTo>
                  <a:lnTo>
                    <a:pt x="68296" y="38788"/>
                  </a:lnTo>
                  <a:lnTo>
                    <a:pt x="75545" y="66514"/>
                  </a:lnTo>
                  <a:lnTo>
                    <a:pt x="84748" y="47685"/>
                  </a:lnTo>
                  <a:lnTo>
                    <a:pt x="91527" y="63737"/>
                  </a:lnTo>
                  <a:lnTo>
                    <a:pt x="93880" y="61383"/>
                  </a:lnTo>
                  <a:cubicBezTo>
                    <a:pt x="94914" y="60337"/>
                    <a:pt x="96296" y="59709"/>
                    <a:pt x="97764" y="59618"/>
                  </a:cubicBezTo>
                  <a:lnTo>
                    <a:pt x="104307" y="59618"/>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42" name="Freeform: Shape 141"/>
            <p:cNvSpPr/>
            <p:nvPr/>
          </p:nvSpPr>
          <p:spPr bwMode="auto">
            <a:xfrm flipH="1">
              <a:off x="3840352" y="2520148"/>
              <a:ext cx="92129" cy="59592"/>
            </a:xfrm>
            <a:custGeom>
              <a:avLst/>
              <a:gdLst>
                <a:gd name="connsiteX0" fmla="*/ 78514 w 92129"/>
                <a:gd name="connsiteY0" fmla="*/ 23165 h 59592"/>
                <a:gd name="connsiteX1" fmla="*/ 61007 w 92129"/>
                <a:gd name="connsiteY1" fmla="*/ 8488 h 59592"/>
                <a:gd name="connsiteX2" fmla="*/ 58178 w 92129"/>
                <a:gd name="connsiteY2" fmla="*/ 8665 h 59592"/>
                <a:gd name="connsiteX3" fmla="*/ 39964 w 92129"/>
                <a:gd name="connsiteY3" fmla="*/ 0 h 59592"/>
                <a:gd name="connsiteX4" fmla="*/ 17330 w 92129"/>
                <a:gd name="connsiteY4" fmla="*/ 17153 h 59592"/>
                <a:gd name="connsiteX5" fmla="*/ 0 w 92129"/>
                <a:gd name="connsiteY5" fmla="*/ 38196 h 59592"/>
                <a:gd name="connsiteX6" fmla="*/ 21220 w 92129"/>
                <a:gd name="connsiteY6" fmla="*/ 59592 h 59592"/>
                <a:gd name="connsiteX7" fmla="*/ 21220 w 92129"/>
                <a:gd name="connsiteY7" fmla="*/ 59592 h 59592"/>
                <a:gd name="connsiteX8" fmla="*/ 74270 w 92129"/>
                <a:gd name="connsiteY8" fmla="*/ 59592 h 59592"/>
                <a:gd name="connsiteX9" fmla="*/ 92130 w 92129"/>
                <a:gd name="connsiteY9" fmla="*/ 41025 h 59592"/>
                <a:gd name="connsiteX10" fmla="*/ 78514 w 92129"/>
                <a:gd name="connsiteY10" fmla="*/ 23165 h 59592"/>
                <a:gd name="connsiteX11" fmla="*/ 73209 w 92129"/>
                <a:gd name="connsiteY11" fmla="*/ 48983 h 59592"/>
                <a:gd name="connsiteX12" fmla="*/ 20866 w 92129"/>
                <a:gd name="connsiteY12" fmla="*/ 48983 h 59592"/>
                <a:gd name="connsiteX13" fmla="*/ 11494 w 92129"/>
                <a:gd name="connsiteY13" fmla="*/ 42793 h 59592"/>
                <a:gd name="connsiteX14" fmla="*/ 12732 w 92129"/>
                <a:gd name="connsiteY14" fmla="*/ 31476 h 59592"/>
                <a:gd name="connsiteX15" fmla="*/ 21397 w 92129"/>
                <a:gd name="connsiteY15" fmla="*/ 27055 h 59592"/>
                <a:gd name="connsiteX16" fmla="*/ 23165 w 92129"/>
                <a:gd name="connsiteY16" fmla="*/ 27232 h 59592"/>
                <a:gd name="connsiteX17" fmla="*/ 26348 w 92129"/>
                <a:gd name="connsiteY17" fmla="*/ 27763 h 59592"/>
                <a:gd name="connsiteX18" fmla="*/ 26348 w 92129"/>
                <a:gd name="connsiteY18" fmla="*/ 24226 h 59592"/>
                <a:gd name="connsiteX19" fmla="*/ 36781 w 92129"/>
                <a:gd name="connsiteY19" fmla="*/ 10964 h 59592"/>
                <a:gd name="connsiteX20" fmla="*/ 39964 w 92129"/>
                <a:gd name="connsiteY20" fmla="*/ 10610 h 59592"/>
                <a:gd name="connsiteX21" fmla="*/ 39964 w 92129"/>
                <a:gd name="connsiteY21" fmla="*/ 10610 h 59592"/>
                <a:gd name="connsiteX22" fmla="*/ 39964 w 92129"/>
                <a:gd name="connsiteY22" fmla="*/ 10610 h 59592"/>
                <a:gd name="connsiteX23" fmla="*/ 39964 w 92129"/>
                <a:gd name="connsiteY23" fmla="*/ 10610 h 59592"/>
                <a:gd name="connsiteX24" fmla="*/ 51989 w 92129"/>
                <a:gd name="connsiteY24" fmla="*/ 18037 h 59592"/>
                <a:gd name="connsiteX25" fmla="*/ 53050 w 92129"/>
                <a:gd name="connsiteY25" fmla="*/ 20159 h 59592"/>
                <a:gd name="connsiteX26" fmla="*/ 55349 w 92129"/>
                <a:gd name="connsiteY26" fmla="*/ 19275 h 59592"/>
                <a:gd name="connsiteX27" fmla="*/ 58885 w 92129"/>
                <a:gd name="connsiteY27" fmla="*/ 18744 h 59592"/>
                <a:gd name="connsiteX28" fmla="*/ 65251 w 92129"/>
                <a:gd name="connsiteY28" fmla="*/ 20689 h 59592"/>
                <a:gd name="connsiteX29" fmla="*/ 69849 w 92129"/>
                <a:gd name="connsiteY29" fmla="*/ 29708 h 59592"/>
                <a:gd name="connsiteX30" fmla="*/ 69849 w 92129"/>
                <a:gd name="connsiteY30" fmla="*/ 32537 h 59592"/>
                <a:gd name="connsiteX31" fmla="*/ 73385 w 92129"/>
                <a:gd name="connsiteY31" fmla="*/ 32537 h 59592"/>
                <a:gd name="connsiteX32" fmla="*/ 81697 w 92129"/>
                <a:gd name="connsiteY32" fmla="*/ 40848 h 59592"/>
                <a:gd name="connsiteX33" fmla="*/ 73209 w 92129"/>
                <a:gd name="connsiteY33" fmla="*/ 48983 h 5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2129" h="59592" extrusionOk="0">
                  <a:moveTo>
                    <a:pt x="78514" y="23165"/>
                  </a:moveTo>
                  <a:cubicBezTo>
                    <a:pt x="77099" y="14854"/>
                    <a:pt x="69672" y="8488"/>
                    <a:pt x="61007" y="8488"/>
                  </a:cubicBezTo>
                  <a:cubicBezTo>
                    <a:pt x="60123" y="8488"/>
                    <a:pt x="59062" y="8665"/>
                    <a:pt x="58178" y="8665"/>
                  </a:cubicBezTo>
                  <a:cubicBezTo>
                    <a:pt x="53934" y="3360"/>
                    <a:pt x="47391" y="0"/>
                    <a:pt x="39964" y="0"/>
                  </a:cubicBezTo>
                  <a:cubicBezTo>
                    <a:pt x="29177" y="0"/>
                    <a:pt x="20159" y="7250"/>
                    <a:pt x="17330" y="17153"/>
                  </a:cubicBezTo>
                  <a:cubicBezTo>
                    <a:pt x="7427" y="19098"/>
                    <a:pt x="0" y="27763"/>
                    <a:pt x="0" y="38196"/>
                  </a:cubicBezTo>
                  <a:cubicBezTo>
                    <a:pt x="0" y="50044"/>
                    <a:pt x="9549" y="59592"/>
                    <a:pt x="21220" y="59592"/>
                  </a:cubicBezTo>
                  <a:lnTo>
                    <a:pt x="21220" y="59592"/>
                  </a:lnTo>
                  <a:cubicBezTo>
                    <a:pt x="21220" y="59592"/>
                    <a:pt x="73562" y="59592"/>
                    <a:pt x="74270" y="59592"/>
                  </a:cubicBezTo>
                  <a:cubicBezTo>
                    <a:pt x="84526" y="59592"/>
                    <a:pt x="92130" y="51281"/>
                    <a:pt x="92130" y="41025"/>
                  </a:cubicBezTo>
                  <a:cubicBezTo>
                    <a:pt x="92130" y="32537"/>
                    <a:pt x="86294" y="25464"/>
                    <a:pt x="78514" y="23165"/>
                  </a:cubicBezTo>
                  <a:close/>
                  <a:moveTo>
                    <a:pt x="73209" y="48983"/>
                  </a:moveTo>
                  <a:lnTo>
                    <a:pt x="20866" y="48983"/>
                  </a:lnTo>
                  <a:cubicBezTo>
                    <a:pt x="16799" y="48629"/>
                    <a:pt x="13262" y="46330"/>
                    <a:pt x="11494" y="42793"/>
                  </a:cubicBezTo>
                  <a:cubicBezTo>
                    <a:pt x="9903" y="39080"/>
                    <a:pt x="10256" y="34836"/>
                    <a:pt x="12732" y="31476"/>
                  </a:cubicBezTo>
                  <a:cubicBezTo>
                    <a:pt x="14854" y="28647"/>
                    <a:pt x="18037" y="27055"/>
                    <a:pt x="21397" y="27055"/>
                  </a:cubicBezTo>
                  <a:cubicBezTo>
                    <a:pt x="21927" y="27055"/>
                    <a:pt x="22635" y="27055"/>
                    <a:pt x="23165" y="27232"/>
                  </a:cubicBezTo>
                  <a:lnTo>
                    <a:pt x="26348" y="27763"/>
                  </a:lnTo>
                  <a:lnTo>
                    <a:pt x="26348" y="24226"/>
                  </a:lnTo>
                  <a:cubicBezTo>
                    <a:pt x="26348" y="17860"/>
                    <a:pt x="30592" y="12378"/>
                    <a:pt x="36781" y="10964"/>
                  </a:cubicBezTo>
                  <a:cubicBezTo>
                    <a:pt x="37842" y="10787"/>
                    <a:pt x="38903" y="10610"/>
                    <a:pt x="39964" y="10610"/>
                  </a:cubicBezTo>
                  <a:cubicBezTo>
                    <a:pt x="39964" y="10610"/>
                    <a:pt x="39964" y="10610"/>
                    <a:pt x="39964" y="10610"/>
                  </a:cubicBezTo>
                  <a:lnTo>
                    <a:pt x="39964" y="10610"/>
                  </a:lnTo>
                  <a:cubicBezTo>
                    <a:pt x="39964" y="10610"/>
                    <a:pt x="39964" y="10610"/>
                    <a:pt x="39964" y="10610"/>
                  </a:cubicBezTo>
                  <a:cubicBezTo>
                    <a:pt x="45092" y="10610"/>
                    <a:pt x="49690" y="13439"/>
                    <a:pt x="51989" y="18037"/>
                  </a:cubicBezTo>
                  <a:lnTo>
                    <a:pt x="53050" y="20159"/>
                  </a:lnTo>
                  <a:lnTo>
                    <a:pt x="55349" y="19275"/>
                  </a:lnTo>
                  <a:cubicBezTo>
                    <a:pt x="56410" y="18921"/>
                    <a:pt x="57647" y="18744"/>
                    <a:pt x="58885" y="18744"/>
                  </a:cubicBezTo>
                  <a:cubicBezTo>
                    <a:pt x="61184" y="18744"/>
                    <a:pt x="63306" y="19452"/>
                    <a:pt x="65251" y="20689"/>
                  </a:cubicBezTo>
                  <a:cubicBezTo>
                    <a:pt x="68080" y="22811"/>
                    <a:pt x="69849" y="26171"/>
                    <a:pt x="69849" y="29708"/>
                  </a:cubicBezTo>
                  <a:lnTo>
                    <a:pt x="69849" y="32537"/>
                  </a:lnTo>
                  <a:lnTo>
                    <a:pt x="73385" y="32537"/>
                  </a:lnTo>
                  <a:cubicBezTo>
                    <a:pt x="77983" y="32537"/>
                    <a:pt x="81697" y="36251"/>
                    <a:pt x="81697" y="40848"/>
                  </a:cubicBezTo>
                  <a:cubicBezTo>
                    <a:pt x="81520" y="45269"/>
                    <a:pt x="77806" y="48983"/>
                    <a:pt x="73209" y="48983"/>
                  </a:cubicBez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3" name="Freeform: Shape 142"/>
            <p:cNvSpPr/>
            <p:nvPr/>
          </p:nvSpPr>
          <p:spPr bwMode="auto">
            <a:xfrm flipH="1">
              <a:off x="3900651" y="2586814"/>
              <a:ext cx="84878" cy="79574"/>
            </a:xfrm>
            <a:custGeom>
              <a:avLst/>
              <a:gdLst>
                <a:gd name="connsiteX0" fmla="*/ 79221 w 84879"/>
                <a:gd name="connsiteY0" fmla="*/ 0 h 79574"/>
                <a:gd name="connsiteX1" fmla="*/ 5659 w 84879"/>
                <a:gd name="connsiteY1" fmla="*/ 0 h 79574"/>
                <a:gd name="connsiteX2" fmla="*/ 0 w 84879"/>
                <a:gd name="connsiteY2" fmla="*/ 5659 h 79574"/>
                <a:gd name="connsiteX3" fmla="*/ 0 w 84879"/>
                <a:gd name="connsiteY3" fmla="*/ 56233 h 79574"/>
                <a:gd name="connsiteX4" fmla="*/ 5659 w 84879"/>
                <a:gd name="connsiteY4" fmla="*/ 61891 h 79574"/>
                <a:gd name="connsiteX5" fmla="*/ 5659 w 84879"/>
                <a:gd name="connsiteY5" fmla="*/ 61891 h 79574"/>
                <a:gd name="connsiteX6" fmla="*/ 33598 w 84879"/>
                <a:gd name="connsiteY6" fmla="*/ 61891 h 79574"/>
                <a:gd name="connsiteX7" fmla="*/ 33598 w 84879"/>
                <a:gd name="connsiteY7" fmla="*/ 68965 h 79574"/>
                <a:gd name="connsiteX8" fmla="*/ 21220 w 84879"/>
                <a:gd name="connsiteY8" fmla="*/ 68965 h 79574"/>
                <a:gd name="connsiteX9" fmla="*/ 21220 w 84879"/>
                <a:gd name="connsiteY9" fmla="*/ 79575 h 79574"/>
                <a:gd name="connsiteX10" fmla="*/ 63660 w 84879"/>
                <a:gd name="connsiteY10" fmla="*/ 79575 h 79574"/>
                <a:gd name="connsiteX11" fmla="*/ 63660 w 84879"/>
                <a:gd name="connsiteY11" fmla="*/ 68965 h 79574"/>
                <a:gd name="connsiteX12" fmla="*/ 51281 w 84879"/>
                <a:gd name="connsiteY12" fmla="*/ 68965 h 79574"/>
                <a:gd name="connsiteX13" fmla="*/ 51281 w 84879"/>
                <a:gd name="connsiteY13" fmla="*/ 61891 h 79574"/>
                <a:gd name="connsiteX14" fmla="*/ 79221 w 84879"/>
                <a:gd name="connsiteY14" fmla="*/ 61891 h 79574"/>
                <a:gd name="connsiteX15" fmla="*/ 84880 w 84879"/>
                <a:gd name="connsiteY15" fmla="*/ 56233 h 79574"/>
                <a:gd name="connsiteX16" fmla="*/ 84880 w 84879"/>
                <a:gd name="connsiteY16" fmla="*/ 56233 h 79574"/>
                <a:gd name="connsiteX17" fmla="*/ 84880 w 84879"/>
                <a:gd name="connsiteY17" fmla="*/ 5659 h 79574"/>
                <a:gd name="connsiteX18" fmla="*/ 79221 w 84879"/>
                <a:gd name="connsiteY18" fmla="*/ 0 h 79574"/>
                <a:gd name="connsiteX19" fmla="*/ 74270 w 84879"/>
                <a:gd name="connsiteY19" fmla="*/ 51281 h 79574"/>
                <a:gd name="connsiteX20" fmla="*/ 10610 w 84879"/>
                <a:gd name="connsiteY20" fmla="*/ 51281 h 79574"/>
                <a:gd name="connsiteX21" fmla="*/ 10610 w 84879"/>
                <a:gd name="connsiteY21" fmla="*/ 10610 h 79574"/>
                <a:gd name="connsiteX22" fmla="*/ 74270 w 84879"/>
                <a:gd name="connsiteY22" fmla="*/ 10610 h 79574"/>
                <a:gd name="connsiteX23" fmla="*/ 74270 w 84879"/>
                <a:gd name="connsiteY23" fmla="*/ 51281 h 7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879" h="79574" extrusionOk="0">
                  <a:moveTo>
                    <a:pt x="79221" y="0"/>
                  </a:moveTo>
                  <a:lnTo>
                    <a:pt x="5659" y="0"/>
                  </a:lnTo>
                  <a:cubicBezTo>
                    <a:pt x="2476" y="0"/>
                    <a:pt x="0" y="2476"/>
                    <a:pt x="0" y="5659"/>
                  </a:cubicBezTo>
                  <a:lnTo>
                    <a:pt x="0" y="56233"/>
                  </a:lnTo>
                  <a:cubicBezTo>
                    <a:pt x="0" y="59416"/>
                    <a:pt x="2476" y="61891"/>
                    <a:pt x="5659" y="61891"/>
                  </a:cubicBezTo>
                  <a:cubicBezTo>
                    <a:pt x="5659" y="61891"/>
                    <a:pt x="5659" y="61891"/>
                    <a:pt x="5659" y="61891"/>
                  </a:cubicBezTo>
                  <a:lnTo>
                    <a:pt x="33598" y="61891"/>
                  </a:lnTo>
                  <a:lnTo>
                    <a:pt x="33598" y="68965"/>
                  </a:lnTo>
                  <a:lnTo>
                    <a:pt x="21220" y="68965"/>
                  </a:lnTo>
                  <a:lnTo>
                    <a:pt x="21220" y="79575"/>
                  </a:lnTo>
                  <a:lnTo>
                    <a:pt x="63660" y="79575"/>
                  </a:lnTo>
                  <a:lnTo>
                    <a:pt x="63660" y="68965"/>
                  </a:lnTo>
                  <a:lnTo>
                    <a:pt x="51281" y="68965"/>
                  </a:lnTo>
                  <a:lnTo>
                    <a:pt x="51281" y="61891"/>
                  </a:lnTo>
                  <a:lnTo>
                    <a:pt x="79221" y="61891"/>
                  </a:lnTo>
                  <a:cubicBezTo>
                    <a:pt x="82404" y="61891"/>
                    <a:pt x="84880" y="59416"/>
                    <a:pt x="84880" y="56233"/>
                  </a:cubicBezTo>
                  <a:lnTo>
                    <a:pt x="84880" y="56233"/>
                  </a:lnTo>
                  <a:lnTo>
                    <a:pt x="84880" y="5659"/>
                  </a:lnTo>
                  <a:cubicBezTo>
                    <a:pt x="84880" y="2476"/>
                    <a:pt x="82404" y="0"/>
                    <a:pt x="79221" y="0"/>
                  </a:cubicBezTo>
                  <a:close/>
                  <a:moveTo>
                    <a:pt x="74270" y="51281"/>
                  </a:moveTo>
                  <a:lnTo>
                    <a:pt x="10610" y="51281"/>
                  </a:lnTo>
                  <a:lnTo>
                    <a:pt x="10610" y="10610"/>
                  </a:lnTo>
                  <a:lnTo>
                    <a:pt x="74270" y="10610"/>
                  </a:lnTo>
                  <a:lnTo>
                    <a:pt x="74270" y="51281"/>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4" name="Freeform: Shape 143"/>
            <p:cNvSpPr/>
            <p:nvPr/>
          </p:nvSpPr>
          <p:spPr bwMode="auto">
            <a:xfrm flipH="1">
              <a:off x="3861175" y="2586814"/>
              <a:ext cx="31165" cy="39256"/>
            </a:xfrm>
            <a:custGeom>
              <a:avLst/>
              <a:gdLst>
                <a:gd name="connsiteX0" fmla="*/ 17860 w 31165"/>
                <a:gd name="connsiteY0" fmla="*/ 0 h 39256"/>
                <a:gd name="connsiteX1" fmla="*/ 20513 w 31165"/>
                <a:gd name="connsiteY1" fmla="*/ 8134 h 39256"/>
                <a:gd name="connsiteX2" fmla="*/ 12909 w 31165"/>
                <a:gd name="connsiteY2" fmla="*/ 20689 h 39256"/>
                <a:gd name="connsiteX3" fmla="*/ 12909 w 31165"/>
                <a:gd name="connsiteY3" fmla="*/ 13439 h 39256"/>
                <a:gd name="connsiteX4" fmla="*/ 0 w 31165"/>
                <a:gd name="connsiteY4" fmla="*/ 26525 h 39256"/>
                <a:gd name="connsiteX5" fmla="*/ 12909 w 31165"/>
                <a:gd name="connsiteY5" fmla="*/ 39257 h 39256"/>
                <a:gd name="connsiteX6" fmla="*/ 12909 w 31165"/>
                <a:gd name="connsiteY6" fmla="*/ 32007 h 39256"/>
                <a:gd name="connsiteX7" fmla="*/ 30238 w 31165"/>
                <a:gd name="connsiteY7" fmla="*/ 1591 h 39256"/>
                <a:gd name="connsiteX8" fmla="*/ 29708 w 31165"/>
                <a:gd name="connsiteY8" fmla="*/ 0 h 39256"/>
                <a:gd name="connsiteX9" fmla="*/ 17860 w 31165"/>
                <a:gd name="connsiteY9" fmla="*/ 0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extrusionOk="0">
                  <a:moveTo>
                    <a:pt x="17860" y="0"/>
                  </a:moveTo>
                  <a:cubicBezTo>
                    <a:pt x="19628" y="2299"/>
                    <a:pt x="20513" y="5305"/>
                    <a:pt x="20513" y="8134"/>
                  </a:cubicBezTo>
                  <a:cubicBezTo>
                    <a:pt x="20513" y="13439"/>
                    <a:pt x="17506" y="18214"/>
                    <a:pt x="12909" y="20689"/>
                  </a:cubicBezTo>
                  <a:lnTo>
                    <a:pt x="12909" y="13439"/>
                  </a:lnTo>
                  <a:lnTo>
                    <a:pt x="0" y="26525"/>
                  </a:lnTo>
                  <a:lnTo>
                    <a:pt x="12909" y="39257"/>
                  </a:lnTo>
                  <a:lnTo>
                    <a:pt x="12909" y="32007"/>
                  </a:lnTo>
                  <a:cubicBezTo>
                    <a:pt x="26171" y="28470"/>
                    <a:pt x="33952" y="14854"/>
                    <a:pt x="30238" y="1591"/>
                  </a:cubicBezTo>
                  <a:cubicBezTo>
                    <a:pt x="30061" y="1061"/>
                    <a:pt x="29885" y="530"/>
                    <a:pt x="29708" y="0"/>
                  </a:cubicBezTo>
                  <a:lnTo>
                    <a:pt x="17860" y="0"/>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5" name="Freeform: Shape 144"/>
            <p:cNvSpPr/>
            <p:nvPr/>
          </p:nvSpPr>
          <p:spPr bwMode="auto">
            <a:xfrm flipH="1">
              <a:off x="3939554" y="2540484"/>
              <a:ext cx="31165" cy="39256"/>
            </a:xfrm>
            <a:custGeom>
              <a:avLst/>
              <a:gdLst>
                <a:gd name="connsiteX0" fmla="*/ 13305 w 31165"/>
                <a:gd name="connsiteY0" fmla="*/ 39257 h 39256"/>
                <a:gd name="connsiteX1" fmla="*/ 10653 w 31165"/>
                <a:gd name="connsiteY1" fmla="*/ 31122 h 39256"/>
                <a:gd name="connsiteX2" fmla="*/ 18256 w 31165"/>
                <a:gd name="connsiteY2" fmla="*/ 18567 h 39256"/>
                <a:gd name="connsiteX3" fmla="*/ 18256 w 31165"/>
                <a:gd name="connsiteY3" fmla="*/ 25818 h 39256"/>
                <a:gd name="connsiteX4" fmla="*/ 31165 w 31165"/>
                <a:gd name="connsiteY4" fmla="*/ 12732 h 39256"/>
                <a:gd name="connsiteX5" fmla="*/ 18256 w 31165"/>
                <a:gd name="connsiteY5" fmla="*/ 0 h 39256"/>
                <a:gd name="connsiteX6" fmla="*/ 18256 w 31165"/>
                <a:gd name="connsiteY6" fmla="*/ 7250 h 39256"/>
                <a:gd name="connsiteX7" fmla="*/ 927 w 31165"/>
                <a:gd name="connsiteY7" fmla="*/ 37665 h 39256"/>
                <a:gd name="connsiteX8" fmla="*/ 1457 w 31165"/>
                <a:gd name="connsiteY8" fmla="*/ 39257 h 39256"/>
                <a:gd name="connsiteX9" fmla="*/ 13305 w 31165"/>
                <a:gd name="connsiteY9" fmla="*/ 39257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extrusionOk="0">
                  <a:moveTo>
                    <a:pt x="13305" y="39257"/>
                  </a:moveTo>
                  <a:cubicBezTo>
                    <a:pt x="11891" y="37488"/>
                    <a:pt x="10653" y="33952"/>
                    <a:pt x="10653" y="31122"/>
                  </a:cubicBezTo>
                  <a:cubicBezTo>
                    <a:pt x="10653" y="25818"/>
                    <a:pt x="13659" y="21043"/>
                    <a:pt x="18256" y="18567"/>
                  </a:cubicBezTo>
                  <a:lnTo>
                    <a:pt x="18256" y="25818"/>
                  </a:lnTo>
                  <a:lnTo>
                    <a:pt x="31165" y="12732"/>
                  </a:lnTo>
                  <a:lnTo>
                    <a:pt x="18256" y="0"/>
                  </a:lnTo>
                  <a:lnTo>
                    <a:pt x="18256" y="7250"/>
                  </a:lnTo>
                  <a:cubicBezTo>
                    <a:pt x="4994" y="10787"/>
                    <a:pt x="-2787" y="24403"/>
                    <a:pt x="927" y="37665"/>
                  </a:cubicBezTo>
                  <a:cubicBezTo>
                    <a:pt x="1104" y="38196"/>
                    <a:pt x="1281" y="38726"/>
                    <a:pt x="1457" y="39257"/>
                  </a:cubicBezTo>
                  <a:lnTo>
                    <a:pt x="13305" y="39257"/>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7" name="Freeform: Shape 146"/>
            <p:cNvSpPr/>
            <p:nvPr/>
          </p:nvSpPr>
          <p:spPr bwMode="auto">
            <a:xfrm>
              <a:off x="4330105" y="1734044"/>
              <a:ext cx="6299" cy="6299"/>
            </a:xfrm>
            <a:custGeom>
              <a:avLst/>
              <a:gdLst>
                <a:gd name="connsiteX0" fmla="*/ 3150 w 6299"/>
                <a:gd name="connsiteY0" fmla="*/ 0 h 6299"/>
                <a:gd name="connsiteX1" fmla="*/ 0 w 6299"/>
                <a:gd name="connsiteY1" fmla="*/ 3150 h 6299"/>
                <a:gd name="connsiteX2" fmla="*/ 3150 w 6299"/>
                <a:gd name="connsiteY2" fmla="*/ 6300 h 6299"/>
                <a:gd name="connsiteX3" fmla="*/ 6300 w 6299"/>
                <a:gd name="connsiteY3" fmla="*/ 3150 h 6299"/>
                <a:gd name="connsiteX4" fmla="*/ 3150 w 6299"/>
                <a:gd name="connsiteY4" fmla="*/ 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extrusionOk="0">
                  <a:moveTo>
                    <a:pt x="3150" y="0"/>
                  </a:moveTo>
                  <a:cubicBezTo>
                    <a:pt x="1425" y="0"/>
                    <a:pt x="0" y="1425"/>
                    <a:pt x="0" y="3150"/>
                  </a:cubicBezTo>
                  <a:cubicBezTo>
                    <a:pt x="0" y="4875"/>
                    <a:pt x="1425" y="6300"/>
                    <a:pt x="3150" y="6300"/>
                  </a:cubicBezTo>
                  <a:cubicBezTo>
                    <a:pt x="4875" y="6300"/>
                    <a:pt x="6300" y="4875"/>
                    <a:pt x="6300" y="3150"/>
                  </a:cubicBezTo>
                  <a:cubicBezTo>
                    <a:pt x="6300" y="1425"/>
                    <a:pt x="4875" y="0"/>
                    <a:pt x="3150" y="0"/>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48" name="Freeform: Shape 147"/>
            <p:cNvSpPr/>
            <p:nvPr/>
          </p:nvSpPr>
          <p:spPr bwMode="auto">
            <a:xfrm>
              <a:off x="4320656" y="1749268"/>
              <a:ext cx="6299" cy="6299"/>
            </a:xfrm>
            <a:custGeom>
              <a:avLst/>
              <a:gdLst>
                <a:gd name="connsiteX0" fmla="*/ 6300 w 6299"/>
                <a:gd name="connsiteY0" fmla="*/ 3150 h 6299"/>
                <a:gd name="connsiteX1" fmla="*/ 3150 w 6299"/>
                <a:gd name="connsiteY1" fmla="*/ 6300 h 6299"/>
                <a:gd name="connsiteX2" fmla="*/ 0 w 6299"/>
                <a:gd name="connsiteY2" fmla="*/ 3150 h 6299"/>
                <a:gd name="connsiteX3" fmla="*/ 3150 w 6299"/>
                <a:gd name="connsiteY3" fmla="*/ 0 h 6299"/>
                <a:gd name="connsiteX4" fmla="*/ 6300 w 6299"/>
                <a:gd name="connsiteY4" fmla="*/ 315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extrusionOk="0">
                  <a:moveTo>
                    <a:pt x="6300" y="3150"/>
                  </a:moveTo>
                  <a:cubicBezTo>
                    <a:pt x="6300" y="4889"/>
                    <a:pt x="4889" y="6300"/>
                    <a:pt x="3150" y="6300"/>
                  </a:cubicBezTo>
                  <a:cubicBezTo>
                    <a:pt x="1410" y="6300"/>
                    <a:pt x="0" y="4889"/>
                    <a:pt x="0" y="3150"/>
                  </a:cubicBezTo>
                  <a:cubicBezTo>
                    <a:pt x="0" y="1410"/>
                    <a:pt x="1410" y="0"/>
                    <a:pt x="3150" y="0"/>
                  </a:cubicBezTo>
                  <a:cubicBezTo>
                    <a:pt x="4889" y="0"/>
                    <a:pt x="6300" y="1410"/>
                    <a:pt x="6300" y="3150"/>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49" name="Freeform: Shape 148"/>
            <p:cNvSpPr/>
            <p:nvPr/>
          </p:nvSpPr>
          <p:spPr bwMode="auto">
            <a:xfrm>
              <a:off x="4308417" y="1723470"/>
              <a:ext cx="51018" cy="60519"/>
            </a:xfrm>
            <a:custGeom>
              <a:avLst/>
              <a:gdLst>
                <a:gd name="connsiteX0" fmla="*/ 33763 w 51018"/>
                <a:gd name="connsiteY0" fmla="*/ 14774 h 60520"/>
                <a:gd name="connsiteX1" fmla="*/ 31888 w 51018"/>
                <a:gd name="connsiteY1" fmla="*/ 15674 h 60520"/>
                <a:gd name="connsiteX2" fmla="*/ 31138 w 51018"/>
                <a:gd name="connsiteY2" fmla="*/ 17324 h 60520"/>
                <a:gd name="connsiteX3" fmla="*/ 31813 w 51018"/>
                <a:gd name="connsiteY3" fmla="*/ 19274 h 60520"/>
                <a:gd name="connsiteX4" fmla="*/ 30313 w 51018"/>
                <a:gd name="connsiteY4" fmla="*/ 20774 h 60520"/>
                <a:gd name="connsiteX5" fmla="*/ 28363 w 51018"/>
                <a:gd name="connsiteY5" fmla="*/ 20099 h 60520"/>
                <a:gd name="connsiteX6" fmla="*/ 26713 w 51018"/>
                <a:gd name="connsiteY6" fmla="*/ 20774 h 60520"/>
                <a:gd name="connsiteX7" fmla="*/ 25813 w 51018"/>
                <a:gd name="connsiteY7" fmla="*/ 22573 h 60520"/>
                <a:gd name="connsiteX8" fmla="*/ 23713 w 51018"/>
                <a:gd name="connsiteY8" fmla="*/ 22573 h 60520"/>
                <a:gd name="connsiteX9" fmla="*/ 22813 w 51018"/>
                <a:gd name="connsiteY9" fmla="*/ 20699 h 60520"/>
                <a:gd name="connsiteX10" fmla="*/ 21164 w 51018"/>
                <a:gd name="connsiteY10" fmla="*/ 20024 h 60520"/>
                <a:gd name="connsiteX11" fmla="*/ 19214 w 51018"/>
                <a:gd name="connsiteY11" fmla="*/ 20699 h 60520"/>
                <a:gd name="connsiteX12" fmla="*/ 17714 w 51018"/>
                <a:gd name="connsiteY12" fmla="*/ 19199 h 60520"/>
                <a:gd name="connsiteX13" fmla="*/ 18389 w 51018"/>
                <a:gd name="connsiteY13" fmla="*/ 17249 h 60520"/>
                <a:gd name="connsiteX14" fmla="*/ 17714 w 51018"/>
                <a:gd name="connsiteY14" fmla="*/ 15599 h 60520"/>
                <a:gd name="connsiteX15" fmla="*/ 15839 w 51018"/>
                <a:gd name="connsiteY15" fmla="*/ 14699 h 60520"/>
                <a:gd name="connsiteX16" fmla="*/ 15839 w 51018"/>
                <a:gd name="connsiteY16" fmla="*/ 12599 h 60520"/>
                <a:gd name="connsiteX17" fmla="*/ 17714 w 51018"/>
                <a:gd name="connsiteY17" fmla="*/ 11699 h 60520"/>
                <a:gd name="connsiteX18" fmla="*/ 18389 w 51018"/>
                <a:gd name="connsiteY18" fmla="*/ 10049 h 60520"/>
                <a:gd name="connsiteX19" fmla="*/ 17789 w 51018"/>
                <a:gd name="connsiteY19" fmla="*/ 8099 h 60520"/>
                <a:gd name="connsiteX20" fmla="*/ 19289 w 51018"/>
                <a:gd name="connsiteY20" fmla="*/ 6600 h 60520"/>
                <a:gd name="connsiteX21" fmla="*/ 21239 w 51018"/>
                <a:gd name="connsiteY21" fmla="*/ 7274 h 60520"/>
                <a:gd name="connsiteX22" fmla="*/ 22888 w 51018"/>
                <a:gd name="connsiteY22" fmla="*/ 6600 h 60520"/>
                <a:gd name="connsiteX23" fmla="*/ 23788 w 51018"/>
                <a:gd name="connsiteY23" fmla="*/ 4725 h 60520"/>
                <a:gd name="connsiteX24" fmla="*/ 25888 w 51018"/>
                <a:gd name="connsiteY24" fmla="*/ 4725 h 60520"/>
                <a:gd name="connsiteX25" fmla="*/ 26788 w 51018"/>
                <a:gd name="connsiteY25" fmla="*/ 6525 h 60520"/>
                <a:gd name="connsiteX26" fmla="*/ 28438 w 51018"/>
                <a:gd name="connsiteY26" fmla="*/ 7200 h 60520"/>
                <a:gd name="connsiteX27" fmla="*/ 30388 w 51018"/>
                <a:gd name="connsiteY27" fmla="*/ 6525 h 60520"/>
                <a:gd name="connsiteX28" fmla="*/ 31888 w 51018"/>
                <a:gd name="connsiteY28" fmla="*/ 8024 h 60520"/>
                <a:gd name="connsiteX29" fmla="*/ 31213 w 51018"/>
                <a:gd name="connsiteY29" fmla="*/ 9974 h 60520"/>
                <a:gd name="connsiteX30" fmla="*/ 31888 w 51018"/>
                <a:gd name="connsiteY30" fmla="*/ 11624 h 60520"/>
                <a:gd name="connsiteX31" fmla="*/ 33763 w 51018"/>
                <a:gd name="connsiteY31" fmla="*/ 12524 h 60520"/>
                <a:gd name="connsiteX32" fmla="*/ 33763 w 51018"/>
                <a:gd name="connsiteY32" fmla="*/ 14774 h 60520"/>
                <a:gd name="connsiteX33" fmla="*/ 24313 w 51018"/>
                <a:gd name="connsiteY33" fmla="*/ 29998 h 60520"/>
                <a:gd name="connsiteX34" fmla="*/ 22439 w 51018"/>
                <a:gd name="connsiteY34" fmla="*/ 30898 h 60520"/>
                <a:gd name="connsiteX35" fmla="*/ 21764 w 51018"/>
                <a:gd name="connsiteY35" fmla="*/ 32548 h 60520"/>
                <a:gd name="connsiteX36" fmla="*/ 22364 w 51018"/>
                <a:gd name="connsiteY36" fmla="*/ 34498 h 60520"/>
                <a:gd name="connsiteX37" fmla="*/ 20864 w 51018"/>
                <a:gd name="connsiteY37" fmla="*/ 35998 h 60520"/>
                <a:gd name="connsiteX38" fmla="*/ 18914 w 51018"/>
                <a:gd name="connsiteY38" fmla="*/ 35323 h 60520"/>
                <a:gd name="connsiteX39" fmla="*/ 17264 w 51018"/>
                <a:gd name="connsiteY39" fmla="*/ 35998 h 60520"/>
                <a:gd name="connsiteX40" fmla="*/ 16439 w 51018"/>
                <a:gd name="connsiteY40" fmla="*/ 37797 h 60520"/>
                <a:gd name="connsiteX41" fmla="*/ 14339 w 51018"/>
                <a:gd name="connsiteY41" fmla="*/ 37797 h 60520"/>
                <a:gd name="connsiteX42" fmla="*/ 13439 w 51018"/>
                <a:gd name="connsiteY42" fmla="*/ 35923 h 60520"/>
                <a:gd name="connsiteX43" fmla="*/ 11789 w 51018"/>
                <a:gd name="connsiteY43" fmla="*/ 35248 h 60520"/>
                <a:gd name="connsiteX44" fmla="*/ 9839 w 51018"/>
                <a:gd name="connsiteY44" fmla="*/ 35848 h 60520"/>
                <a:gd name="connsiteX45" fmla="*/ 8339 w 51018"/>
                <a:gd name="connsiteY45" fmla="*/ 34348 h 60520"/>
                <a:gd name="connsiteX46" fmla="*/ 9014 w 51018"/>
                <a:gd name="connsiteY46" fmla="*/ 32398 h 60520"/>
                <a:gd name="connsiteX47" fmla="*/ 8339 w 51018"/>
                <a:gd name="connsiteY47" fmla="*/ 30748 h 60520"/>
                <a:gd name="connsiteX48" fmla="*/ 6465 w 51018"/>
                <a:gd name="connsiteY48" fmla="*/ 29848 h 60520"/>
                <a:gd name="connsiteX49" fmla="*/ 6465 w 51018"/>
                <a:gd name="connsiteY49" fmla="*/ 27748 h 60520"/>
                <a:gd name="connsiteX50" fmla="*/ 8339 w 51018"/>
                <a:gd name="connsiteY50" fmla="*/ 26848 h 60520"/>
                <a:gd name="connsiteX51" fmla="*/ 9014 w 51018"/>
                <a:gd name="connsiteY51" fmla="*/ 25198 h 60520"/>
                <a:gd name="connsiteX52" fmla="*/ 8339 w 51018"/>
                <a:gd name="connsiteY52" fmla="*/ 23248 h 60520"/>
                <a:gd name="connsiteX53" fmla="*/ 9839 w 51018"/>
                <a:gd name="connsiteY53" fmla="*/ 21748 h 60520"/>
                <a:gd name="connsiteX54" fmla="*/ 11789 w 51018"/>
                <a:gd name="connsiteY54" fmla="*/ 22423 h 60520"/>
                <a:gd name="connsiteX55" fmla="*/ 13439 w 51018"/>
                <a:gd name="connsiteY55" fmla="*/ 21748 h 60520"/>
                <a:gd name="connsiteX56" fmla="*/ 14339 w 51018"/>
                <a:gd name="connsiteY56" fmla="*/ 19874 h 60520"/>
                <a:gd name="connsiteX57" fmla="*/ 16514 w 51018"/>
                <a:gd name="connsiteY57" fmla="*/ 19874 h 60520"/>
                <a:gd name="connsiteX58" fmla="*/ 17414 w 51018"/>
                <a:gd name="connsiteY58" fmla="*/ 21748 h 60520"/>
                <a:gd name="connsiteX59" fmla="*/ 19064 w 51018"/>
                <a:gd name="connsiteY59" fmla="*/ 22423 h 60520"/>
                <a:gd name="connsiteX60" fmla="*/ 21014 w 51018"/>
                <a:gd name="connsiteY60" fmla="*/ 21748 h 60520"/>
                <a:gd name="connsiteX61" fmla="*/ 22513 w 51018"/>
                <a:gd name="connsiteY61" fmla="*/ 23248 h 60520"/>
                <a:gd name="connsiteX62" fmla="*/ 21839 w 51018"/>
                <a:gd name="connsiteY62" fmla="*/ 25198 h 60520"/>
                <a:gd name="connsiteX63" fmla="*/ 22513 w 51018"/>
                <a:gd name="connsiteY63" fmla="*/ 26848 h 60520"/>
                <a:gd name="connsiteX64" fmla="*/ 24388 w 51018"/>
                <a:gd name="connsiteY64" fmla="*/ 27748 h 60520"/>
                <a:gd name="connsiteX65" fmla="*/ 24313 w 51018"/>
                <a:gd name="connsiteY65" fmla="*/ 29998 h 60520"/>
                <a:gd name="connsiteX66" fmla="*/ 24313 w 51018"/>
                <a:gd name="connsiteY66" fmla="*/ 29998 h 60520"/>
                <a:gd name="connsiteX67" fmla="*/ 50262 w 51018"/>
                <a:gd name="connsiteY67" fmla="*/ 32773 h 60520"/>
                <a:gd name="connsiteX68" fmla="*/ 45087 w 51018"/>
                <a:gd name="connsiteY68" fmla="*/ 23773 h 60520"/>
                <a:gd name="connsiteX69" fmla="*/ 45087 w 51018"/>
                <a:gd name="connsiteY69" fmla="*/ 23398 h 60520"/>
                <a:gd name="connsiteX70" fmla="*/ 34063 w 51018"/>
                <a:gd name="connsiteY70" fmla="*/ 3150 h 60520"/>
                <a:gd name="connsiteX71" fmla="*/ 11039 w 51018"/>
                <a:gd name="connsiteY71" fmla="*/ 3150 h 60520"/>
                <a:gd name="connsiteX72" fmla="*/ 15 w 51018"/>
                <a:gd name="connsiteY72" fmla="*/ 23398 h 60520"/>
                <a:gd name="connsiteX73" fmla="*/ 8864 w 51018"/>
                <a:gd name="connsiteY73" fmla="*/ 41547 h 60520"/>
                <a:gd name="connsiteX74" fmla="*/ 8864 w 51018"/>
                <a:gd name="connsiteY74" fmla="*/ 60521 h 60520"/>
                <a:gd name="connsiteX75" fmla="*/ 32563 w 51018"/>
                <a:gd name="connsiteY75" fmla="*/ 60521 h 60520"/>
                <a:gd name="connsiteX76" fmla="*/ 32563 w 51018"/>
                <a:gd name="connsiteY76" fmla="*/ 51521 h 60520"/>
                <a:gd name="connsiteX77" fmla="*/ 36238 w 51018"/>
                <a:gd name="connsiteY77" fmla="*/ 51521 h 60520"/>
                <a:gd name="connsiteX78" fmla="*/ 42537 w 51018"/>
                <a:gd name="connsiteY78" fmla="*/ 48897 h 60520"/>
                <a:gd name="connsiteX79" fmla="*/ 45087 w 51018"/>
                <a:gd name="connsiteY79" fmla="*/ 42522 h 60520"/>
                <a:gd name="connsiteX80" fmla="*/ 45087 w 51018"/>
                <a:gd name="connsiteY80" fmla="*/ 38022 h 60520"/>
                <a:gd name="connsiteX81" fmla="*/ 48387 w 51018"/>
                <a:gd name="connsiteY81" fmla="*/ 38022 h 60520"/>
                <a:gd name="connsiteX82" fmla="*/ 50262 w 51018"/>
                <a:gd name="connsiteY82" fmla="*/ 32773 h 6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018" h="60520" extrusionOk="0">
                  <a:moveTo>
                    <a:pt x="33763" y="14774"/>
                  </a:moveTo>
                  <a:lnTo>
                    <a:pt x="31888" y="15674"/>
                  </a:lnTo>
                  <a:cubicBezTo>
                    <a:pt x="31738" y="16274"/>
                    <a:pt x="31438" y="16799"/>
                    <a:pt x="31138" y="17324"/>
                  </a:cubicBezTo>
                  <a:lnTo>
                    <a:pt x="31813" y="19274"/>
                  </a:lnTo>
                  <a:lnTo>
                    <a:pt x="30313" y="20774"/>
                  </a:lnTo>
                  <a:lnTo>
                    <a:pt x="28363" y="20099"/>
                  </a:lnTo>
                  <a:cubicBezTo>
                    <a:pt x="27838" y="20399"/>
                    <a:pt x="27313" y="20624"/>
                    <a:pt x="26713" y="20774"/>
                  </a:cubicBezTo>
                  <a:lnTo>
                    <a:pt x="25813" y="22573"/>
                  </a:lnTo>
                  <a:lnTo>
                    <a:pt x="23713" y="22573"/>
                  </a:lnTo>
                  <a:lnTo>
                    <a:pt x="22813" y="20699"/>
                  </a:lnTo>
                  <a:cubicBezTo>
                    <a:pt x="22214" y="20549"/>
                    <a:pt x="21689" y="20324"/>
                    <a:pt x="21164" y="20024"/>
                  </a:cubicBezTo>
                  <a:lnTo>
                    <a:pt x="19214" y="20699"/>
                  </a:lnTo>
                  <a:lnTo>
                    <a:pt x="17714" y="19199"/>
                  </a:lnTo>
                  <a:lnTo>
                    <a:pt x="18389" y="17249"/>
                  </a:lnTo>
                  <a:cubicBezTo>
                    <a:pt x="18089" y="16724"/>
                    <a:pt x="17864" y="16199"/>
                    <a:pt x="17714" y="15599"/>
                  </a:cubicBezTo>
                  <a:lnTo>
                    <a:pt x="15839" y="14699"/>
                  </a:lnTo>
                  <a:lnTo>
                    <a:pt x="15839" y="12599"/>
                  </a:lnTo>
                  <a:lnTo>
                    <a:pt x="17714" y="11699"/>
                  </a:lnTo>
                  <a:cubicBezTo>
                    <a:pt x="17864" y="11099"/>
                    <a:pt x="18089" y="10574"/>
                    <a:pt x="18389" y="10049"/>
                  </a:cubicBezTo>
                  <a:lnTo>
                    <a:pt x="17789" y="8099"/>
                  </a:lnTo>
                  <a:lnTo>
                    <a:pt x="19289" y="6600"/>
                  </a:lnTo>
                  <a:lnTo>
                    <a:pt x="21239" y="7274"/>
                  </a:lnTo>
                  <a:cubicBezTo>
                    <a:pt x="21764" y="6975"/>
                    <a:pt x="22289" y="6750"/>
                    <a:pt x="22888" y="6600"/>
                  </a:cubicBezTo>
                  <a:lnTo>
                    <a:pt x="23788" y="4725"/>
                  </a:lnTo>
                  <a:lnTo>
                    <a:pt x="25888" y="4725"/>
                  </a:lnTo>
                  <a:lnTo>
                    <a:pt x="26788" y="6525"/>
                  </a:lnTo>
                  <a:cubicBezTo>
                    <a:pt x="27388" y="6675"/>
                    <a:pt x="27913" y="6900"/>
                    <a:pt x="28438" y="7200"/>
                  </a:cubicBezTo>
                  <a:lnTo>
                    <a:pt x="30388" y="6525"/>
                  </a:lnTo>
                  <a:lnTo>
                    <a:pt x="31888" y="8024"/>
                  </a:lnTo>
                  <a:lnTo>
                    <a:pt x="31213" y="9974"/>
                  </a:lnTo>
                  <a:cubicBezTo>
                    <a:pt x="31513" y="10499"/>
                    <a:pt x="31738" y="11024"/>
                    <a:pt x="31888" y="11624"/>
                  </a:cubicBezTo>
                  <a:lnTo>
                    <a:pt x="33763" y="12524"/>
                  </a:lnTo>
                  <a:lnTo>
                    <a:pt x="33763" y="14774"/>
                  </a:lnTo>
                  <a:close/>
                  <a:moveTo>
                    <a:pt x="24313" y="29998"/>
                  </a:moveTo>
                  <a:lnTo>
                    <a:pt x="22439" y="30898"/>
                  </a:lnTo>
                  <a:cubicBezTo>
                    <a:pt x="22289" y="31498"/>
                    <a:pt x="22064" y="32023"/>
                    <a:pt x="21764" y="32548"/>
                  </a:cubicBezTo>
                  <a:lnTo>
                    <a:pt x="22364" y="34498"/>
                  </a:lnTo>
                  <a:lnTo>
                    <a:pt x="20864" y="35998"/>
                  </a:lnTo>
                  <a:lnTo>
                    <a:pt x="18914" y="35323"/>
                  </a:lnTo>
                  <a:cubicBezTo>
                    <a:pt x="18389" y="35623"/>
                    <a:pt x="17864" y="35848"/>
                    <a:pt x="17264" y="35998"/>
                  </a:cubicBezTo>
                  <a:lnTo>
                    <a:pt x="16439" y="37797"/>
                  </a:lnTo>
                  <a:lnTo>
                    <a:pt x="14339" y="37797"/>
                  </a:lnTo>
                  <a:lnTo>
                    <a:pt x="13439" y="35923"/>
                  </a:lnTo>
                  <a:cubicBezTo>
                    <a:pt x="12839" y="35773"/>
                    <a:pt x="12314" y="35548"/>
                    <a:pt x="11789" y="35248"/>
                  </a:cubicBezTo>
                  <a:lnTo>
                    <a:pt x="9839" y="35848"/>
                  </a:lnTo>
                  <a:lnTo>
                    <a:pt x="8339" y="34348"/>
                  </a:lnTo>
                  <a:lnTo>
                    <a:pt x="9014" y="32398"/>
                  </a:lnTo>
                  <a:cubicBezTo>
                    <a:pt x="8714" y="31873"/>
                    <a:pt x="8489" y="31348"/>
                    <a:pt x="8339" y="30748"/>
                  </a:cubicBezTo>
                  <a:lnTo>
                    <a:pt x="6465" y="29848"/>
                  </a:lnTo>
                  <a:lnTo>
                    <a:pt x="6465" y="27748"/>
                  </a:lnTo>
                  <a:lnTo>
                    <a:pt x="8339" y="26848"/>
                  </a:lnTo>
                  <a:cubicBezTo>
                    <a:pt x="8489" y="26248"/>
                    <a:pt x="8714" y="25723"/>
                    <a:pt x="9014" y="25198"/>
                  </a:cubicBezTo>
                  <a:lnTo>
                    <a:pt x="8339" y="23248"/>
                  </a:lnTo>
                  <a:lnTo>
                    <a:pt x="9839" y="21748"/>
                  </a:lnTo>
                  <a:lnTo>
                    <a:pt x="11789" y="22423"/>
                  </a:lnTo>
                  <a:cubicBezTo>
                    <a:pt x="12314" y="22123"/>
                    <a:pt x="12839" y="21898"/>
                    <a:pt x="13439" y="21748"/>
                  </a:cubicBezTo>
                  <a:lnTo>
                    <a:pt x="14339" y="19874"/>
                  </a:lnTo>
                  <a:lnTo>
                    <a:pt x="16514" y="19874"/>
                  </a:lnTo>
                  <a:lnTo>
                    <a:pt x="17414" y="21748"/>
                  </a:lnTo>
                  <a:cubicBezTo>
                    <a:pt x="18014" y="21898"/>
                    <a:pt x="18539" y="22123"/>
                    <a:pt x="19064" y="22423"/>
                  </a:cubicBezTo>
                  <a:lnTo>
                    <a:pt x="21014" y="21748"/>
                  </a:lnTo>
                  <a:lnTo>
                    <a:pt x="22513" y="23248"/>
                  </a:lnTo>
                  <a:lnTo>
                    <a:pt x="21839" y="25198"/>
                  </a:lnTo>
                  <a:cubicBezTo>
                    <a:pt x="22139" y="25723"/>
                    <a:pt x="22364" y="26248"/>
                    <a:pt x="22513" y="26848"/>
                  </a:cubicBezTo>
                  <a:lnTo>
                    <a:pt x="24388" y="27748"/>
                  </a:lnTo>
                  <a:lnTo>
                    <a:pt x="24313" y="29998"/>
                  </a:lnTo>
                  <a:lnTo>
                    <a:pt x="24313" y="29998"/>
                  </a:lnTo>
                  <a:close/>
                  <a:moveTo>
                    <a:pt x="50262" y="32773"/>
                  </a:moveTo>
                  <a:lnTo>
                    <a:pt x="45087" y="23773"/>
                  </a:lnTo>
                  <a:lnTo>
                    <a:pt x="45087" y="23398"/>
                  </a:lnTo>
                  <a:cubicBezTo>
                    <a:pt x="45387" y="15149"/>
                    <a:pt x="41187" y="7424"/>
                    <a:pt x="34063" y="3150"/>
                  </a:cubicBezTo>
                  <a:cubicBezTo>
                    <a:pt x="26938" y="-1050"/>
                    <a:pt x="18164" y="-1050"/>
                    <a:pt x="11039" y="3150"/>
                  </a:cubicBezTo>
                  <a:cubicBezTo>
                    <a:pt x="3915" y="7349"/>
                    <a:pt x="-285" y="15149"/>
                    <a:pt x="15" y="23398"/>
                  </a:cubicBezTo>
                  <a:cubicBezTo>
                    <a:pt x="15" y="30523"/>
                    <a:pt x="3240" y="37197"/>
                    <a:pt x="8864" y="41547"/>
                  </a:cubicBezTo>
                  <a:lnTo>
                    <a:pt x="8864" y="60521"/>
                  </a:lnTo>
                  <a:lnTo>
                    <a:pt x="32563" y="60521"/>
                  </a:lnTo>
                  <a:lnTo>
                    <a:pt x="32563" y="51521"/>
                  </a:lnTo>
                  <a:lnTo>
                    <a:pt x="36238" y="51521"/>
                  </a:lnTo>
                  <a:cubicBezTo>
                    <a:pt x="38637" y="51521"/>
                    <a:pt x="40887" y="50546"/>
                    <a:pt x="42537" y="48897"/>
                  </a:cubicBezTo>
                  <a:cubicBezTo>
                    <a:pt x="44187" y="47172"/>
                    <a:pt x="45087" y="44922"/>
                    <a:pt x="45087" y="42522"/>
                  </a:cubicBezTo>
                  <a:lnTo>
                    <a:pt x="45087" y="38022"/>
                  </a:lnTo>
                  <a:lnTo>
                    <a:pt x="48387" y="38022"/>
                  </a:lnTo>
                  <a:cubicBezTo>
                    <a:pt x="50337" y="37797"/>
                    <a:pt x="52061" y="35548"/>
                    <a:pt x="50262" y="32773"/>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51" name="Freeform: Shape 150"/>
            <p:cNvSpPr/>
            <p:nvPr/>
          </p:nvSpPr>
          <p:spPr bwMode="auto">
            <a:xfrm>
              <a:off x="6984224" y="2251414"/>
              <a:ext cx="26940" cy="15718"/>
            </a:xfrm>
            <a:custGeom>
              <a:avLst/>
              <a:gdLst>
                <a:gd name="connsiteX0" fmla="*/ 26941 w 26940"/>
                <a:gd name="connsiteY0" fmla="*/ 9250 h 15718"/>
                <a:gd name="connsiteX1" fmla="*/ 20472 w 26940"/>
                <a:gd name="connsiteY1" fmla="*/ 15719 h 15718"/>
                <a:gd name="connsiteX2" fmla="*/ 13994 w 26940"/>
                <a:gd name="connsiteY2" fmla="*/ 9250 h 15718"/>
                <a:gd name="connsiteX3" fmla="*/ 17608 w 26940"/>
                <a:gd name="connsiteY3" fmla="*/ 9250 h 15718"/>
                <a:gd name="connsiteX4" fmla="*/ 11259 w 26940"/>
                <a:gd name="connsiteY4" fmla="*/ 5368 h 15718"/>
                <a:gd name="connsiteX5" fmla="*/ 6578 w 26940"/>
                <a:gd name="connsiteY5" fmla="*/ 7154 h 15718"/>
                <a:gd name="connsiteX6" fmla="*/ 0 w 26940"/>
                <a:gd name="connsiteY6" fmla="*/ 7154 h 15718"/>
                <a:gd name="connsiteX7" fmla="*/ 16576 w 26940"/>
                <a:gd name="connsiteY7" fmla="*/ 1189 h 15718"/>
                <a:gd name="connsiteX8" fmla="*/ 23307 w 26940"/>
                <a:gd name="connsiteY8" fmla="*/ 9250 h 1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18" extrusionOk="0">
                  <a:moveTo>
                    <a:pt x="26941" y="9250"/>
                  </a:moveTo>
                  <a:lnTo>
                    <a:pt x="20472" y="15719"/>
                  </a:lnTo>
                  <a:lnTo>
                    <a:pt x="13994" y="9250"/>
                  </a:lnTo>
                  <a:lnTo>
                    <a:pt x="17608" y="9250"/>
                  </a:lnTo>
                  <a:cubicBezTo>
                    <a:pt x="16385" y="6870"/>
                    <a:pt x="13936" y="5371"/>
                    <a:pt x="11259" y="5368"/>
                  </a:cubicBezTo>
                  <a:cubicBezTo>
                    <a:pt x="9533" y="5369"/>
                    <a:pt x="7867" y="6005"/>
                    <a:pt x="6578" y="7154"/>
                  </a:cubicBezTo>
                  <a:lnTo>
                    <a:pt x="0" y="7154"/>
                  </a:lnTo>
                  <a:cubicBezTo>
                    <a:pt x="2930" y="930"/>
                    <a:pt x="10352" y="-1741"/>
                    <a:pt x="16576" y="1189"/>
                  </a:cubicBezTo>
                  <a:cubicBezTo>
                    <a:pt x="19898" y="2753"/>
                    <a:pt x="22361" y="5703"/>
                    <a:pt x="23307" y="9250"/>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2" name="Freeform: Shape 151"/>
            <p:cNvSpPr/>
            <p:nvPr/>
          </p:nvSpPr>
          <p:spPr bwMode="auto">
            <a:xfrm>
              <a:off x="6979842" y="2260664"/>
              <a:ext cx="26940" cy="15721"/>
            </a:xfrm>
            <a:custGeom>
              <a:avLst/>
              <a:gdLst>
                <a:gd name="connsiteX0" fmla="*/ 0 w 26940"/>
                <a:gd name="connsiteY0" fmla="*/ 6468 h 15721"/>
                <a:gd name="connsiteX1" fmla="*/ 6478 w 26940"/>
                <a:gd name="connsiteY1" fmla="*/ 0 h 15721"/>
                <a:gd name="connsiteX2" fmla="*/ 12946 w 26940"/>
                <a:gd name="connsiteY2" fmla="*/ 6468 h 15721"/>
                <a:gd name="connsiteX3" fmla="*/ 9303 w 26940"/>
                <a:gd name="connsiteY3" fmla="*/ 6468 h 15721"/>
                <a:gd name="connsiteX4" fmla="*/ 15641 w 26940"/>
                <a:gd name="connsiteY4" fmla="*/ 10351 h 15721"/>
                <a:gd name="connsiteX5" fmla="*/ 20333 w 26940"/>
                <a:gd name="connsiteY5" fmla="*/ 8564 h 15721"/>
                <a:gd name="connsiteX6" fmla="*/ 26941 w 26940"/>
                <a:gd name="connsiteY6" fmla="*/ 8564 h 15721"/>
                <a:gd name="connsiteX7" fmla="*/ 10333 w 26940"/>
                <a:gd name="connsiteY7" fmla="*/ 14526 h 15721"/>
                <a:gd name="connsiteX8" fmla="*/ 3603 w 26940"/>
                <a:gd name="connsiteY8" fmla="*/ 6468 h 15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21" extrusionOk="0">
                  <a:moveTo>
                    <a:pt x="0" y="6468"/>
                  </a:moveTo>
                  <a:lnTo>
                    <a:pt x="6478" y="0"/>
                  </a:lnTo>
                  <a:lnTo>
                    <a:pt x="12946" y="6468"/>
                  </a:lnTo>
                  <a:lnTo>
                    <a:pt x="9303" y="6468"/>
                  </a:lnTo>
                  <a:cubicBezTo>
                    <a:pt x="10522" y="8847"/>
                    <a:pt x="12968" y="10346"/>
                    <a:pt x="15641" y="10351"/>
                  </a:cubicBezTo>
                  <a:cubicBezTo>
                    <a:pt x="17371" y="10351"/>
                    <a:pt x="19041" y="9715"/>
                    <a:pt x="20333" y="8564"/>
                  </a:cubicBezTo>
                  <a:lnTo>
                    <a:pt x="26941" y="8564"/>
                  </a:lnTo>
                  <a:cubicBezTo>
                    <a:pt x="24001" y="14797"/>
                    <a:pt x="16565" y="17466"/>
                    <a:pt x="10333" y="14526"/>
                  </a:cubicBezTo>
                  <a:cubicBezTo>
                    <a:pt x="7014" y="12960"/>
                    <a:pt x="4552" y="10013"/>
                    <a:pt x="3603" y="646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3" name="Freeform: Shape 152"/>
            <p:cNvSpPr/>
            <p:nvPr/>
          </p:nvSpPr>
          <p:spPr bwMode="auto">
            <a:xfrm>
              <a:off x="6949761" y="2231471"/>
              <a:ext cx="91816" cy="55883"/>
            </a:xfrm>
            <a:custGeom>
              <a:avLst/>
              <a:gdLst>
                <a:gd name="connsiteX0" fmla="*/ 76575 w 91816"/>
                <a:gd name="connsiteY0" fmla="*/ 55884 h 55883"/>
                <a:gd name="connsiteX1" fmla="*/ 91812 w 91816"/>
                <a:gd name="connsiteY1" fmla="*/ 39907 h 55883"/>
                <a:gd name="connsiteX2" fmla="*/ 78471 w 91816"/>
                <a:gd name="connsiteY2" fmla="*/ 24831 h 55883"/>
                <a:gd name="connsiteX3" fmla="*/ 71005 w 91816"/>
                <a:gd name="connsiteY3" fmla="*/ 12653 h 55883"/>
                <a:gd name="connsiteX4" fmla="*/ 56761 w 91816"/>
                <a:gd name="connsiteY4" fmla="*/ 9659 h 55883"/>
                <a:gd name="connsiteX5" fmla="*/ 34063 w 91816"/>
                <a:gd name="connsiteY5" fmla="*/ 585 h 55883"/>
                <a:gd name="connsiteX6" fmla="*/ 17952 w 91816"/>
                <a:gd name="connsiteY6" fmla="*/ 18552 h 55883"/>
                <a:gd name="connsiteX7" fmla="*/ 3619 w 91816"/>
                <a:gd name="connsiteY7" fmla="*/ 25989 h 55883"/>
                <a:gd name="connsiteX8" fmla="*/ 1702 w 91816"/>
                <a:gd name="connsiteY8" fmla="*/ 45114 h 55883"/>
                <a:gd name="connsiteX9" fmla="*/ 17413 w 91816"/>
                <a:gd name="connsiteY9" fmla="*/ 55774 h 55883"/>
                <a:gd name="connsiteX10" fmla="*/ 17683 w 91816"/>
                <a:gd name="connsiteY10" fmla="*/ 49575 h 55883"/>
                <a:gd name="connsiteX11" fmla="*/ 7232 w 91816"/>
                <a:gd name="connsiteY11" fmla="*/ 42478 h 55883"/>
                <a:gd name="connsiteX12" fmla="*/ 8500 w 91816"/>
                <a:gd name="connsiteY12" fmla="*/ 29732 h 55883"/>
                <a:gd name="connsiteX13" fmla="*/ 20238 w 91816"/>
                <a:gd name="connsiteY13" fmla="*/ 24941 h 55883"/>
                <a:gd name="connsiteX14" fmla="*/ 23782 w 91816"/>
                <a:gd name="connsiteY14" fmla="*/ 25530 h 55883"/>
                <a:gd name="connsiteX15" fmla="*/ 23782 w 91816"/>
                <a:gd name="connsiteY15" fmla="*/ 21617 h 55883"/>
                <a:gd name="connsiteX16" fmla="*/ 35470 w 91816"/>
                <a:gd name="connsiteY16" fmla="*/ 6644 h 55883"/>
                <a:gd name="connsiteX17" fmla="*/ 52599 w 91816"/>
                <a:gd name="connsiteY17" fmla="*/ 14630 h 55883"/>
                <a:gd name="connsiteX18" fmla="*/ 53807 w 91816"/>
                <a:gd name="connsiteY18" fmla="*/ 17035 h 55883"/>
                <a:gd name="connsiteX19" fmla="*/ 56312 w 91816"/>
                <a:gd name="connsiteY19" fmla="*/ 16147 h 55883"/>
                <a:gd name="connsiteX20" fmla="*/ 67461 w 91816"/>
                <a:gd name="connsiteY20" fmla="*/ 17704 h 55883"/>
                <a:gd name="connsiteX21" fmla="*/ 72602 w 91816"/>
                <a:gd name="connsiteY21" fmla="*/ 27815 h 55883"/>
                <a:gd name="connsiteX22" fmla="*/ 72602 w 91816"/>
                <a:gd name="connsiteY22" fmla="*/ 30930 h 55883"/>
                <a:gd name="connsiteX23" fmla="*/ 76675 w 91816"/>
                <a:gd name="connsiteY23" fmla="*/ 30930 h 55883"/>
                <a:gd name="connsiteX24" fmla="*/ 85689 w 91816"/>
                <a:gd name="connsiteY24" fmla="*/ 40647 h 55883"/>
                <a:gd name="connsiteX25" fmla="*/ 76575 w 91816"/>
                <a:gd name="connsiteY25" fmla="*/ 49665 h 5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816" h="55883" extrusionOk="0">
                  <a:moveTo>
                    <a:pt x="76575" y="55884"/>
                  </a:moveTo>
                  <a:cubicBezTo>
                    <a:pt x="85194" y="55680"/>
                    <a:pt x="92016" y="48527"/>
                    <a:pt x="91812" y="39907"/>
                  </a:cubicBezTo>
                  <a:cubicBezTo>
                    <a:pt x="91632" y="32303"/>
                    <a:pt x="85998" y="25935"/>
                    <a:pt x="78471" y="24831"/>
                  </a:cubicBezTo>
                  <a:cubicBezTo>
                    <a:pt x="77676" y="19949"/>
                    <a:pt x="74995" y="15576"/>
                    <a:pt x="71005" y="12653"/>
                  </a:cubicBezTo>
                  <a:cubicBezTo>
                    <a:pt x="66876" y="9727"/>
                    <a:pt x="61719" y="8643"/>
                    <a:pt x="56761" y="9659"/>
                  </a:cubicBezTo>
                  <a:cubicBezTo>
                    <a:pt x="51884" y="2128"/>
                    <a:pt x="42787" y="-1508"/>
                    <a:pt x="34063" y="585"/>
                  </a:cubicBezTo>
                  <a:cubicBezTo>
                    <a:pt x="25559" y="2775"/>
                    <a:pt x="19206" y="9861"/>
                    <a:pt x="17952" y="18552"/>
                  </a:cubicBezTo>
                  <a:cubicBezTo>
                    <a:pt x="12288" y="18704"/>
                    <a:pt x="7005" y="21445"/>
                    <a:pt x="3619" y="25989"/>
                  </a:cubicBezTo>
                  <a:cubicBezTo>
                    <a:pt x="-394" y="31562"/>
                    <a:pt x="-1124" y="38854"/>
                    <a:pt x="1702" y="45114"/>
                  </a:cubicBezTo>
                  <a:cubicBezTo>
                    <a:pt x="4584" y="51283"/>
                    <a:pt x="10616" y="55376"/>
                    <a:pt x="17413" y="55774"/>
                  </a:cubicBezTo>
                  <a:close/>
                  <a:moveTo>
                    <a:pt x="17683" y="49575"/>
                  </a:moveTo>
                  <a:cubicBezTo>
                    <a:pt x="13166" y="49291"/>
                    <a:pt x="9162" y="46572"/>
                    <a:pt x="7232" y="42478"/>
                  </a:cubicBezTo>
                  <a:cubicBezTo>
                    <a:pt x="5359" y="38306"/>
                    <a:pt x="5842" y="33453"/>
                    <a:pt x="8500" y="29732"/>
                  </a:cubicBezTo>
                  <a:cubicBezTo>
                    <a:pt x="11217" y="26076"/>
                    <a:pt x="15739" y="24231"/>
                    <a:pt x="20238" y="24941"/>
                  </a:cubicBezTo>
                  <a:lnTo>
                    <a:pt x="23782" y="25530"/>
                  </a:lnTo>
                  <a:lnTo>
                    <a:pt x="23782" y="21617"/>
                  </a:lnTo>
                  <a:cubicBezTo>
                    <a:pt x="23816" y="14547"/>
                    <a:pt x="28621" y="8393"/>
                    <a:pt x="35470" y="6644"/>
                  </a:cubicBezTo>
                  <a:cubicBezTo>
                    <a:pt x="42343" y="4987"/>
                    <a:pt x="49449" y="8300"/>
                    <a:pt x="52599" y="14630"/>
                  </a:cubicBezTo>
                  <a:lnTo>
                    <a:pt x="53807" y="17035"/>
                  </a:lnTo>
                  <a:lnTo>
                    <a:pt x="56312" y="16147"/>
                  </a:lnTo>
                  <a:cubicBezTo>
                    <a:pt x="60061" y="14822"/>
                    <a:pt x="64219" y="15403"/>
                    <a:pt x="67461" y="17704"/>
                  </a:cubicBezTo>
                  <a:cubicBezTo>
                    <a:pt x="70685" y="20065"/>
                    <a:pt x="72594" y="23819"/>
                    <a:pt x="72602" y="27815"/>
                  </a:cubicBezTo>
                  <a:lnTo>
                    <a:pt x="72602" y="30930"/>
                  </a:lnTo>
                  <a:lnTo>
                    <a:pt x="76675" y="30930"/>
                  </a:lnTo>
                  <a:cubicBezTo>
                    <a:pt x="81847" y="31124"/>
                    <a:pt x="85883" y="35475"/>
                    <a:pt x="85689" y="40647"/>
                  </a:cubicBezTo>
                  <a:cubicBezTo>
                    <a:pt x="85504" y="45586"/>
                    <a:pt x="81515" y="49532"/>
                    <a:pt x="76575" y="49665"/>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5" name="Freeform: Shape 154"/>
            <p:cNvSpPr/>
            <p:nvPr/>
          </p:nvSpPr>
          <p:spPr bwMode="auto">
            <a:xfrm>
              <a:off x="4979734" y="1775169"/>
              <a:ext cx="73864" cy="67875"/>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extrusionOk="0">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6" name="Freeform: Shape 155"/>
            <p:cNvSpPr/>
            <p:nvPr/>
          </p:nvSpPr>
          <p:spPr bwMode="auto">
            <a:xfrm>
              <a:off x="4991712"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extrusionOk="0">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7" name="Freeform: Shape 156"/>
            <p:cNvSpPr/>
            <p:nvPr/>
          </p:nvSpPr>
          <p:spPr bwMode="auto">
            <a:xfrm>
              <a:off x="5035631"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extrusionOk="0">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9" name="Freeform: Shape 158"/>
            <p:cNvSpPr/>
            <p:nvPr/>
          </p:nvSpPr>
          <p:spPr bwMode="auto">
            <a:xfrm>
              <a:off x="47719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0" name="Freeform: Shape 159"/>
            <p:cNvSpPr/>
            <p:nvPr/>
          </p:nvSpPr>
          <p:spPr bwMode="auto">
            <a:xfrm>
              <a:off x="479206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1" name="Freeform: Shape 160"/>
            <p:cNvSpPr/>
            <p:nvPr/>
          </p:nvSpPr>
          <p:spPr bwMode="auto">
            <a:xfrm>
              <a:off x="478058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2" name="Freeform: Shape 161"/>
            <p:cNvSpPr/>
            <p:nvPr/>
          </p:nvSpPr>
          <p:spPr bwMode="auto">
            <a:xfrm>
              <a:off x="478632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3" name="Freeform: Shape 162"/>
            <p:cNvSpPr/>
            <p:nvPr/>
          </p:nvSpPr>
          <p:spPr bwMode="auto">
            <a:xfrm>
              <a:off x="48006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4" name="Freeform: Shape 163"/>
            <p:cNvSpPr/>
            <p:nvPr/>
          </p:nvSpPr>
          <p:spPr bwMode="auto">
            <a:xfrm>
              <a:off x="4820762"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5" name="Freeform: Shape 164"/>
            <p:cNvSpPr/>
            <p:nvPr/>
          </p:nvSpPr>
          <p:spPr bwMode="auto">
            <a:xfrm>
              <a:off x="480928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6" name="Freeform: Shape 165"/>
            <p:cNvSpPr/>
            <p:nvPr/>
          </p:nvSpPr>
          <p:spPr bwMode="auto">
            <a:xfrm>
              <a:off x="481502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7" name="Freeform: Shape 166"/>
            <p:cNvSpPr/>
            <p:nvPr/>
          </p:nvSpPr>
          <p:spPr bwMode="auto">
            <a:xfrm>
              <a:off x="482937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9" name="Freeform: Shape 168"/>
            <p:cNvSpPr/>
            <p:nvPr/>
          </p:nvSpPr>
          <p:spPr bwMode="auto">
            <a:xfrm>
              <a:off x="8995736" y="1737264"/>
              <a:ext cx="79853" cy="36297"/>
            </a:xfrm>
            <a:custGeom>
              <a:avLst/>
              <a:gdLst>
                <a:gd name="connsiteX0" fmla="*/ 74409 w 79853"/>
                <a:gd name="connsiteY0" fmla="*/ 28130 h 36297"/>
                <a:gd name="connsiteX1" fmla="*/ 71687 w 79853"/>
                <a:gd name="connsiteY1" fmla="*/ 30853 h 36297"/>
                <a:gd name="connsiteX2" fmla="*/ 9074 w 79853"/>
                <a:gd name="connsiteY2" fmla="*/ 30853 h 36297"/>
                <a:gd name="connsiteX3" fmla="*/ 5445 w 79853"/>
                <a:gd name="connsiteY3" fmla="*/ 27223 h 36297"/>
                <a:gd name="connsiteX4" fmla="*/ 5445 w 79853"/>
                <a:gd name="connsiteY4" fmla="*/ 9074 h 36297"/>
                <a:gd name="connsiteX5" fmla="*/ 9074 w 79853"/>
                <a:gd name="connsiteY5" fmla="*/ 5445 h 36297"/>
                <a:gd name="connsiteX6" fmla="*/ 71687 w 79853"/>
                <a:gd name="connsiteY6" fmla="*/ 5445 h 36297"/>
                <a:gd name="connsiteX7" fmla="*/ 74409 w 79853"/>
                <a:gd name="connsiteY7" fmla="*/ 8167 h 36297"/>
                <a:gd name="connsiteX8" fmla="*/ 74409 w 79853"/>
                <a:gd name="connsiteY8" fmla="*/ 28130 h 36297"/>
                <a:gd name="connsiteX9" fmla="*/ 0 w 79853"/>
                <a:gd name="connsiteY9" fmla="*/ 0 h 36297"/>
                <a:gd name="connsiteX10" fmla="*/ 0 w 79853"/>
                <a:gd name="connsiteY10" fmla="*/ 36297 h 36297"/>
                <a:gd name="connsiteX11" fmla="*/ 79854 w 79853"/>
                <a:gd name="connsiteY11" fmla="*/ 36297 h 36297"/>
                <a:gd name="connsiteX12" fmla="*/ 79854 w 79853"/>
                <a:gd name="connsiteY12" fmla="*/ 0 h 36297"/>
                <a:gd name="connsiteX13" fmla="*/ 0 w 79853"/>
                <a:gd name="connsiteY13" fmla="*/ 0 h 3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853" h="36297" extrusionOk="0">
                  <a:moveTo>
                    <a:pt x="74409" y="28130"/>
                  </a:moveTo>
                  <a:lnTo>
                    <a:pt x="71687" y="30853"/>
                  </a:lnTo>
                  <a:lnTo>
                    <a:pt x="9074" y="30853"/>
                  </a:lnTo>
                  <a:lnTo>
                    <a:pt x="5445" y="27223"/>
                  </a:lnTo>
                  <a:lnTo>
                    <a:pt x="5445" y="9074"/>
                  </a:lnTo>
                  <a:lnTo>
                    <a:pt x="9074" y="5445"/>
                  </a:lnTo>
                  <a:lnTo>
                    <a:pt x="71687" y="5445"/>
                  </a:lnTo>
                  <a:lnTo>
                    <a:pt x="74409" y="8167"/>
                  </a:lnTo>
                  <a:lnTo>
                    <a:pt x="74409" y="28130"/>
                  </a:lnTo>
                  <a:close/>
                  <a:moveTo>
                    <a:pt x="0" y="0"/>
                  </a:moveTo>
                  <a:lnTo>
                    <a:pt x="0" y="36297"/>
                  </a:lnTo>
                  <a:lnTo>
                    <a:pt x="79854" y="36297"/>
                  </a:lnTo>
                  <a:lnTo>
                    <a:pt x="79854" y="0"/>
                  </a:lnTo>
                  <a:lnTo>
                    <a:pt x="0" y="0"/>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0" name="Freeform: Shape 169"/>
            <p:cNvSpPr/>
            <p:nvPr/>
          </p:nvSpPr>
          <p:spPr bwMode="auto">
            <a:xfrm>
              <a:off x="9028404" y="1746337"/>
              <a:ext cx="14518" cy="18148"/>
            </a:xfrm>
            <a:custGeom>
              <a:avLst/>
              <a:gdLst>
                <a:gd name="connsiteX0" fmla="*/ 14519 w 14518"/>
                <a:gd name="connsiteY0" fmla="*/ 9074 h 18148"/>
                <a:gd name="connsiteX1" fmla="*/ 7259 w 14518"/>
                <a:gd name="connsiteY1" fmla="*/ 18149 h 18148"/>
                <a:gd name="connsiteX2" fmla="*/ 0 w 14518"/>
                <a:gd name="connsiteY2" fmla="*/ 9074 h 18148"/>
                <a:gd name="connsiteX3" fmla="*/ 7259 w 14518"/>
                <a:gd name="connsiteY3" fmla="*/ 0 h 18148"/>
                <a:gd name="connsiteX4" fmla="*/ 14519 w 14518"/>
                <a:gd name="connsiteY4" fmla="*/ 9074 h 18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8" h="18148" extrusionOk="0">
                  <a:moveTo>
                    <a:pt x="14519" y="9074"/>
                  </a:moveTo>
                  <a:cubicBezTo>
                    <a:pt x="14519" y="14086"/>
                    <a:pt x="11269" y="18149"/>
                    <a:pt x="7259" y="18149"/>
                  </a:cubicBezTo>
                  <a:cubicBezTo>
                    <a:pt x="3250" y="18149"/>
                    <a:pt x="0" y="14086"/>
                    <a:pt x="0" y="9074"/>
                  </a:cubicBezTo>
                  <a:cubicBezTo>
                    <a:pt x="0" y="4063"/>
                    <a:pt x="3250" y="0"/>
                    <a:pt x="7259" y="0"/>
                  </a:cubicBezTo>
                  <a:cubicBezTo>
                    <a:pt x="11269" y="0"/>
                    <a:pt x="14519" y="4063"/>
                    <a:pt x="14519" y="90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1" name="Freeform: Shape 170"/>
            <p:cNvSpPr/>
            <p:nvPr/>
          </p:nvSpPr>
          <p:spPr bwMode="auto">
            <a:xfrm>
              <a:off x="9010255"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extrusionOk="0">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2" name="Freeform: Shape 171"/>
            <p:cNvSpPr/>
            <p:nvPr/>
          </p:nvSpPr>
          <p:spPr bwMode="auto">
            <a:xfrm>
              <a:off x="9055626"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extrusionOk="0">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3" name="Freeform: Shape 172"/>
            <p:cNvSpPr/>
            <p:nvPr/>
          </p:nvSpPr>
          <p:spPr bwMode="auto">
            <a:xfrm>
              <a:off x="9006081" y="1712582"/>
              <a:ext cx="52630" cy="19963"/>
            </a:xfrm>
            <a:custGeom>
              <a:avLst/>
              <a:gdLst>
                <a:gd name="connsiteX0" fmla="*/ 45825 w 52630"/>
                <a:gd name="connsiteY0" fmla="*/ 7169 h 19963"/>
                <a:gd name="connsiteX1" fmla="*/ 47186 w 52630"/>
                <a:gd name="connsiteY1" fmla="*/ 10617 h 19963"/>
                <a:gd name="connsiteX2" fmla="*/ 52631 w 52630"/>
                <a:gd name="connsiteY2" fmla="*/ 9528 h 19963"/>
                <a:gd name="connsiteX3" fmla="*/ 48820 w 52630"/>
                <a:gd name="connsiteY3" fmla="*/ 0 h 19963"/>
                <a:gd name="connsiteX4" fmla="*/ 0 w 52630"/>
                <a:gd name="connsiteY4" fmla="*/ 19963 h 19963"/>
                <a:gd name="connsiteX5" fmla="*/ 27949 w 52630"/>
                <a:gd name="connsiteY5" fmla="*/ 14428 h 1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630" h="19963" extrusionOk="0">
                  <a:moveTo>
                    <a:pt x="45825" y="7169"/>
                  </a:moveTo>
                  <a:lnTo>
                    <a:pt x="47186" y="10617"/>
                  </a:lnTo>
                  <a:lnTo>
                    <a:pt x="52631" y="9528"/>
                  </a:lnTo>
                  <a:lnTo>
                    <a:pt x="48820" y="0"/>
                  </a:lnTo>
                  <a:lnTo>
                    <a:pt x="0" y="19963"/>
                  </a:lnTo>
                  <a:lnTo>
                    <a:pt x="27949" y="14428"/>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4" name="Freeform: Shape 173"/>
            <p:cNvSpPr/>
            <p:nvPr/>
          </p:nvSpPr>
          <p:spPr bwMode="auto">
            <a:xfrm>
              <a:off x="9019329" y="1724378"/>
              <a:ext cx="48365" cy="9255"/>
            </a:xfrm>
            <a:custGeom>
              <a:avLst/>
              <a:gdLst>
                <a:gd name="connsiteX0" fmla="*/ 27858 w 48365"/>
                <a:gd name="connsiteY0" fmla="*/ 9256 h 9255"/>
                <a:gd name="connsiteX1" fmla="*/ 42195 w 48365"/>
                <a:gd name="connsiteY1" fmla="*/ 6443 h 9255"/>
                <a:gd name="connsiteX2" fmla="*/ 42831 w 48365"/>
                <a:gd name="connsiteY2" fmla="*/ 9256 h 9255"/>
                <a:gd name="connsiteX3" fmla="*/ 48366 w 48365"/>
                <a:gd name="connsiteY3" fmla="*/ 9256 h 9255"/>
                <a:gd name="connsiteX4" fmla="*/ 46551 w 48365"/>
                <a:gd name="connsiteY4" fmla="*/ 0 h 9255"/>
                <a:gd name="connsiteX5" fmla="*/ 0 w 48365"/>
                <a:gd name="connsiteY5" fmla="*/ 9256 h 9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365" h="9255" extrusionOk="0">
                  <a:moveTo>
                    <a:pt x="27858" y="9256"/>
                  </a:moveTo>
                  <a:lnTo>
                    <a:pt x="42195" y="6443"/>
                  </a:lnTo>
                  <a:lnTo>
                    <a:pt x="42831" y="9256"/>
                  </a:lnTo>
                  <a:lnTo>
                    <a:pt x="48366" y="9256"/>
                  </a:lnTo>
                  <a:lnTo>
                    <a:pt x="46551" y="0"/>
                  </a:lnTo>
                  <a:lnTo>
                    <a:pt x="0" y="9256"/>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5" name="Graphic 57" descr="Heart with pulse"/>
            <p:cNvSpPr/>
            <p:nvPr/>
          </p:nvSpPr>
          <p:spPr bwMode="auto">
            <a:xfrm>
              <a:off x="4226266" y="2116662"/>
              <a:ext cx="82049" cy="77827"/>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extrusionOk="0">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pPr>
                <a:defRPr/>
              </a:pPr>
              <a:endParaRPr lang="en-IN"/>
            </a:p>
          </p:txBody>
        </p:sp>
        <p:sp>
          <p:nvSpPr>
            <p:cNvPr id="177" name="Freeform: Shape 176"/>
            <p:cNvSpPr/>
            <p:nvPr/>
          </p:nvSpPr>
          <p:spPr bwMode="auto">
            <a:xfrm>
              <a:off x="5226253" y="2246446"/>
              <a:ext cx="12395" cy="6197"/>
            </a:xfrm>
            <a:custGeom>
              <a:avLst/>
              <a:gdLst>
                <a:gd name="connsiteX0" fmla="*/ 12396 w 12395"/>
                <a:gd name="connsiteY0" fmla="*/ 3719 h 6197"/>
                <a:gd name="connsiteX1" fmla="*/ 12396 w 12395"/>
                <a:gd name="connsiteY1" fmla="*/ 2479 h 6197"/>
                <a:gd name="connsiteX2" fmla="*/ 9917 w 12395"/>
                <a:gd name="connsiteY2" fmla="*/ 0 h 6197"/>
                <a:gd name="connsiteX3" fmla="*/ 0 w 12395"/>
                <a:gd name="connsiteY3" fmla="*/ 0 h 6197"/>
                <a:gd name="connsiteX4" fmla="*/ 0 w 12395"/>
                <a:gd name="connsiteY4" fmla="*/ 3719 h 6197"/>
                <a:gd name="connsiteX5" fmla="*/ 2479 w 12395"/>
                <a:gd name="connsiteY5" fmla="*/ 6198 h 6197"/>
                <a:gd name="connsiteX6" fmla="*/ 9917 w 12395"/>
                <a:gd name="connsiteY6" fmla="*/ 6198 h 6197"/>
                <a:gd name="connsiteX7" fmla="*/ 12396 w 12395"/>
                <a:gd name="connsiteY7" fmla="*/ 3719 h 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5" h="6197" extrusionOk="0">
                  <a:moveTo>
                    <a:pt x="12396" y="3719"/>
                  </a:moveTo>
                  <a:lnTo>
                    <a:pt x="12396" y="2479"/>
                  </a:lnTo>
                  <a:cubicBezTo>
                    <a:pt x="12396" y="1116"/>
                    <a:pt x="11280" y="0"/>
                    <a:pt x="9917" y="0"/>
                  </a:cubicBezTo>
                  <a:lnTo>
                    <a:pt x="0" y="0"/>
                  </a:lnTo>
                  <a:lnTo>
                    <a:pt x="0" y="3719"/>
                  </a:lnTo>
                  <a:cubicBezTo>
                    <a:pt x="0" y="5082"/>
                    <a:pt x="1116" y="6198"/>
                    <a:pt x="2479" y="6198"/>
                  </a:cubicBezTo>
                  <a:lnTo>
                    <a:pt x="9917" y="6198"/>
                  </a:lnTo>
                  <a:cubicBezTo>
                    <a:pt x="11280" y="6198"/>
                    <a:pt x="12396" y="5082"/>
                    <a:pt x="12396" y="3719"/>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78" name="Freeform: Shape 177"/>
            <p:cNvSpPr/>
            <p:nvPr/>
          </p:nvSpPr>
          <p:spPr bwMode="auto">
            <a:xfrm>
              <a:off x="5231832" y="2254503"/>
              <a:ext cx="2479" cy="7437"/>
            </a:xfrm>
            <a:custGeom>
              <a:avLst/>
              <a:gdLst>
                <a:gd name="connsiteX0" fmla="*/ 1240 w 2479"/>
                <a:gd name="connsiteY0" fmla="*/ 0 h 7437"/>
                <a:gd name="connsiteX1" fmla="*/ 0 w 2479"/>
                <a:gd name="connsiteY1" fmla="*/ 1240 h 7437"/>
                <a:gd name="connsiteX2" fmla="*/ 0 w 2479"/>
                <a:gd name="connsiteY2" fmla="*/ 6198 h 7437"/>
                <a:gd name="connsiteX3" fmla="*/ 1240 w 2479"/>
                <a:gd name="connsiteY3" fmla="*/ 7438 h 7437"/>
                <a:gd name="connsiteX4" fmla="*/ 2479 w 2479"/>
                <a:gd name="connsiteY4" fmla="*/ 6198 h 7437"/>
                <a:gd name="connsiteX5" fmla="*/ 2479 w 2479"/>
                <a:gd name="connsiteY5" fmla="*/ 1240 h 7437"/>
                <a:gd name="connsiteX6" fmla="*/ 1240 w 2479"/>
                <a:gd name="connsiteY6" fmla="*/ 0 h 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 h="7437" extrusionOk="0">
                  <a:moveTo>
                    <a:pt x="1240" y="0"/>
                  </a:moveTo>
                  <a:cubicBezTo>
                    <a:pt x="558" y="0"/>
                    <a:pt x="0" y="558"/>
                    <a:pt x="0" y="1240"/>
                  </a:cubicBezTo>
                  <a:lnTo>
                    <a:pt x="0" y="6198"/>
                  </a:lnTo>
                  <a:cubicBezTo>
                    <a:pt x="0" y="6880"/>
                    <a:pt x="558" y="7438"/>
                    <a:pt x="1240" y="7438"/>
                  </a:cubicBezTo>
                  <a:cubicBezTo>
                    <a:pt x="1921" y="7438"/>
                    <a:pt x="2479" y="6880"/>
                    <a:pt x="2479" y="6198"/>
                  </a:cubicBezTo>
                  <a:lnTo>
                    <a:pt x="2479" y="1240"/>
                  </a:lnTo>
                  <a:cubicBezTo>
                    <a:pt x="2479" y="558"/>
                    <a:pt x="1921" y="0"/>
                    <a:pt x="1240" y="0"/>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79" name="Freeform: Shape 178"/>
            <p:cNvSpPr/>
            <p:nvPr/>
          </p:nvSpPr>
          <p:spPr bwMode="auto">
            <a:xfrm>
              <a:off x="5236356" y="2254441"/>
              <a:ext cx="6011" cy="6011"/>
            </a:xfrm>
            <a:custGeom>
              <a:avLst/>
              <a:gdLst>
                <a:gd name="connsiteX0" fmla="*/ 5640 w 6011"/>
                <a:gd name="connsiteY0" fmla="*/ 3905 h 6011"/>
                <a:gd name="connsiteX1" fmla="*/ 2107 w 6011"/>
                <a:gd name="connsiteY1" fmla="*/ 372 h 6011"/>
                <a:gd name="connsiteX2" fmla="*/ 372 w 6011"/>
                <a:gd name="connsiteY2" fmla="*/ 372 h 6011"/>
                <a:gd name="connsiteX3" fmla="*/ 372 w 6011"/>
                <a:gd name="connsiteY3" fmla="*/ 2107 h 6011"/>
                <a:gd name="connsiteX4" fmla="*/ 3905 w 6011"/>
                <a:gd name="connsiteY4" fmla="*/ 5640 h 6011"/>
                <a:gd name="connsiteX5" fmla="*/ 4772 w 6011"/>
                <a:gd name="connsiteY5" fmla="*/ 6012 h 6011"/>
                <a:gd name="connsiteX6" fmla="*/ 5640 w 6011"/>
                <a:gd name="connsiteY6" fmla="*/ 5640 h 6011"/>
                <a:gd name="connsiteX7" fmla="*/ 5640 w 6011"/>
                <a:gd name="connsiteY7" fmla="*/ 3905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extrusionOk="0">
                  <a:moveTo>
                    <a:pt x="5640" y="3905"/>
                  </a:moveTo>
                  <a:lnTo>
                    <a:pt x="2107" y="372"/>
                  </a:lnTo>
                  <a:cubicBezTo>
                    <a:pt x="1611" y="-124"/>
                    <a:pt x="868" y="-124"/>
                    <a:pt x="372" y="372"/>
                  </a:cubicBezTo>
                  <a:cubicBezTo>
                    <a:pt x="-124" y="868"/>
                    <a:pt x="-124" y="1611"/>
                    <a:pt x="372" y="2107"/>
                  </a:cubicBezTo>
                  <a:lnTo>
                    <a:pt x="3905" y="5640"/>
                  </a:lnTo>
                  <a:cubicBezTo>
                    <a:pt x="4153" y="5888"/>
                    <a:pt x="4463" y="6012"/>
                    <a:pt x="4772" y="6012"/>
                  </a:cubicBezTo>
                  <a:cubicBezTo>
                    <a:pt x="5082" y="6012"/>
                    <a:pt x="5392" y="5888"/>
                    <a:pt x="5640" y="5640"/>
                  </a:cubicBezTo>
                  <a:cubicBezTo>
                    <a:pt x="6136" y="5206"/>
                    <a:pt x="6136" y="4401"/>
                    <a:pt x="5640" y="3905"/>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80" name="Freeform: Shape 179"/>
            <p:cNvSpPr/>
            <p:nvPr/>
          </p:nvSpPr>
          <p:spPr bwMode="auto">
            <a:xfrm>
              <a:off x="5223960" y="2254503"/>
              <a:ext cx="6011" cy="6011"/>
            </a:xfrm>
            <a:custGeom>
              <a:avLst/>
              <a:gdLst>
                <a:gd name="connsiteX0" fmla="*/ 3905 w 6011"/>
                <a:gd name="connsiteY0" fmla="*/ 372 h 6011"/>
                <a:gd name="connsiteX1" fmla="*/ 372 w 6011"/>
                <a:gd name="connsiteY1" fmla="*/ 3905 h 6011"/>
                <a:gd name="connsiteX2" fmla="*/ 372 w 6011"/>
                <a:gd name="connsiteY2" fmla="*/ 5640 h 6011"/>
                <a:gd name="connsiteX3" fmla="*/ 1240 w 6011"/>
                <a:gd name="connsiteY3" fmla="*/ 6012 h 6011"/>
                <a:gd name="connsiteX4" fmla="*/ 2107 w 6011"/>
                <a:gd name="connsiteY4" fmla="*/ 5640 h 6011"/>
                <a:gd name="connsiteX5" fmla="*/ 5640 w 6011"/>
                <a:gd name="connsiteY5" fmla="*/ 2107 h 6011"/>
                <a:gd name="connsiteX6" fmla="*/ 5640 w 6011"/>
                <a:gd name="connsiteY6" fmla="*/ 372 h 6011"/>
                <a:gd name="connsiteX7" fmla="*/ 3905 w 6011"/>
                <a:gd name="connsiteY7" fmla="*/ 372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extrusionOk="0">
                  <a:moveTo>
                    <a:pt x="3905" y="372"/>
                  </a:moveTo>
                  <a:lnTo>
                    <a:pt x="372" y="3905"/>
                  </a:lnTo>
                  <a:cubicBezTo>
                    <a:pt x="-124" y="4401"/>
                    <a:pt x="-124" y="5144"/>
                    <a:pt x="372" y="5640"/>
                  </a:cubicBezTo>
                  <a:cubicBezTo>
                    <a:pt x="620" y="5888"/>
                    <a:pt x="930" y="6012"/>
                    <a:pt x="1240" y="6012"/>
                  </a:cubicBezTo>
                  <a:cubicBezTo>
                    <a:pt x="1549" y="6012"/>
                    <a:pt x="1859" y="5888"/>
                    <a:pt x="2107" y="5640"/>
                  </a:cubicBezTo>
                  <a:lnTo>
                    <a:pt x="5640" y="2107"/>
                  </a:lnTo>
                  <a:cubicBezTo>
                    <a:pt x="6136" y="1611"/>
                    <a:pt x="6136" y="868"/>
                    <a:pt x="5640" y="372"/>
                  </a:cubicBezTo>
                  <a:cubicBezTo>
                    <a:pt x="5144" y="-124"/>
                    <a:pt x="4401" y="-124"/>
                    <a:pt x="3905" y="372"/>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81" name="Freeform: Shape 180"/>
            <p:cNvSpPr/>
            <p:nvPr/>
          </p:nvSpPr>
          <p:spPr bwMode="auto">
            <a:xfrm>
              <a:off x="5203941" y="2246508"/>
              <a:ext cx="19833" cy="54479"/>
            </a:xfrm>
            <a:custGeom>
              <a:avLst/>
              <a:gdLst>
                <a:gd name="connsiteX0" fmla="*/ 2479 w 19833"/>
                <a:gd name="connsiteY0" fmla="*/ 18532 h 54479"/>
                <a:gd name="connsiteX1" fmla="*/ 2479 w 19833"/>
                <a:gd name="connsiteY1" fmla="*/ 43943 h 54479"/>
                <a:gd name="connsiteX2" fmla="*/ 620 w 19833"/>
                <a:gd name="connsiteY2" fmla="*/ 43943 h 54479"/>
                <a:gd name="connsiteX3" fmla="*/ 0 w 19833"/>
                <a:gd name="connsiteY3" fmla="*/ 54480 h 54479"/>
                <a:gd name="connsiteX4" fmla="*/ 8677 w 19833"/>
                <a:gd name="connsiteY4" fmla="*/ 54480 h 54479"/>
                <a:gd name="connsiteX5" fmla="*/ 8057 w 19833"/>
                <a:gd name="connsiteY5" fmla="*/ 43943 h 54479"/>
                <a:gd name="connsiteX6" fmla="*/ 6198 w 19833"/>
                <a:gd name="connsiteY6" fmla="*/ 43943 h 54479"/>
                <a:gd name="connsiteX7" fmla="*/ 6198 w 19833"/>
                <a:gd name="connsiteY7" fmla="*/ 18532 h 54479"/>
                <a:gd name="connsiteX8" fmla="*/ 19833 w 19833"/>
                <a:gd name="connsiteY8" fmla="*/ 3719 h 54479"/>
                <a:gd name="connsiteX9" fmla="*/ 19833 w 19833"/>
                <a:gd name="connsiteY9" fmla="*/ 0 h 54479"/>
                <a:gd name="connsiteX10" fmla="*/ 2479 w 19833"/>
                <a:gd name="connsiteY10" fmla="*/ 18532 h 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33" h="54479" extrusionOk="0">
                  <a:moveTo>
                    <a:pt x="2479" y="18532"/>
                  </a:moveTo>
                  <a:lnTo>
                    <a:pt x="2479" y="43943"/>
                  </a:lnTo>
                  <a:lnTo>
                    <a:pt x="620" y="43943"/>
                  </a:lnTo>
                  <a:lnTo>
                    <a:pt x="0" y="54480"/>
                  </a:lnTo>
                  <a:lnTo>
                    <a:pt x="8677" y="54480"/>
                  </a:lnTo>
                  <a:lnTo>
                    <a:pt x="8057" y="43943"/>
                  </a:lnTo>
                  <a:lnTo>
                    <a:pt x="6198" y="43943"/>
                  </a:lnTo>
                  <a:lnTo>
                    <a:pt x="6198" y="18532"/>
                  </a:lnTo>
                  <a:cubicBezTo>
                    <a:pt x="6198" y="10722"/>
                    <a:pt x="12210" y="4339"/>
                    <a:pt x="19833" y="3719"/>
                  </a:cubicBezTo>
                  <a:lnTo>
                    <a:pt x="19833" y="0"/>
                  </a:lnTo>
                  <a:cubicBezTo>
                    <a:pt x="10165" y="620"/>
                    <a:pt x="2479" y="8677"/>
                    <a:pt x="2479" y="18532"/>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83" name="Freeform: Shape 182"/>
            <p:cNvSpPr/>
            <p:nvPr/>
          </p:nvSpPr>
          <p:spPr bwMode="auto">
            <a:xfrm>
              <a:off x="4762220" y="2614832"/>
              <a:ext cx="97782" cy="90342"/>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extrusionOk="0">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pPr>
                <a:defRPr/>
              </a:pPr>
              <a:endParaRPr lang="en-IN"/>
            </a:p>
          </p:txBody>
        </p:sp>
        <p:sp>
          <p:nvSpPr>
            <p:cNvPr id="184" name="Freeform: Shape 183"/>
            <p:cNvSpPr/>
            <p:nvPr/>
          </p:nvSpPr>
          <p:spPr bwMode="auto">
            <a:xfrm>
              <a:off x="4845388" y="2660402"/>
              <a:ext cx="21522" cy="13285"/>
            </a:xfrm>
            <a:custGeom>
              <a:avLst/>
              <a:gdLst>
                <a:gd name="connsiteX0" fmla="*/ 11824 w 21522"/>
                <a:gd name="connsiteY0" fmla="*/ 0 h 13285"/>
                <a:gd name="connsiteX1" fmla="*/ 0 w 21522"/>
                <a:gd name="connsiteY1" fmla="*/ 9300 h 13285"/>
                <a:gd name="connsiteX2" fmla="*/ 9699 w 21522"/>
                <a:gd name="connsiteY2" fmla="*/ 13286 h 13285"/>
                <a:gd name="connsiteX3" fmla="*/ 21523 w 21522"/>
                <a:gd name="connsiteY3" fmla="*/ 3986 h 13285"/>
              </a:gdLst>
              <a:ahLst/>
              <a:cxnLst>
                <a:cxn ang="0">
                  <a:pos x="connsiteX0" y="connsiteY0"/>
                </a:cxn>
                <a:cxn ang="0">
                  <a:pos x="connsiteX1" y="connsiteY1"/>
                </a:cxn>
                <a:cxn ang="0">
                  <a:pos x="connsiteX2" y="connsiteY2"/>
                </a:cxn>
                <a:cxn ang="0">
                  <a:pos x="connsiteX3" y="connsiteY3"/>
                </a:cxn>
              </a:cxnLst>
              <a:rect l="l" t="t" r="r" b="b"/>
              <a:pathLst>
                <a:path w="21522" h="13285" extrusionOk="0">
                  <a:moveTo>
                    <a:pt x="11824" y="0"/>
                  </a:moveTo>
                  <a:lnTo>
                    <a:pt x="0" y="9300"/>
                  </a:lnTo>
                  <a:lnTo>
                    <a:pt x="9699" y="13286"/>
                  </a:lnTo>
                  <a:lnTo>
                    <a:pt x="21523" y="3986"/>
                  </a:lnTo>
                  <a:close/>
                </a:path>
              </a:pathLst>
            </a:custGeom>
            <a:solidFill>
              <a:srgbClr val="000000">
                <a:alpha val="50000"/>
              </a:srgbClr>
            </a:solidFill>
            <a:ln w="1290" cap="flat">
              <a:noFill/>
              <a:prstDash val="solid"/>
              <a:miter/>
            </a:ln>
          </p:spPr>
          <p:txBody>
            <a:bodyPr rtlCol="0" anchor="ctr"/>
            <a:lstStyle/>
            <a:p>
              <a:pPr>
                <a:defRPr/>
              </a:pPr>
              <a:endParaRPr lang="en-IN"/>
            </a:p>
          </p:txBody>
        </p:sp>
        <p:sp>
          <p:nvSpPr>
            <p:cNvPr id="185" name="Graphic 63" descr="Lock"/>
            <p:cNvSpPr/>
            <p:nvPr/>
          </p:nvSpPr>
          <p:spPr bwMode="auto">
            <a:xfrm>
              <a:off x="7176272" y="2133980"/>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87" name="Freeform: Shape 186"/>
            <p:cNvSpPr/>
            <p:nvPr/>
          </p:nvSpPr>
          <p:spPr bwMode="auto">
            <a:xfrm>
              <a:off x="10444724" y="1637410"/>
              <a:ext cx="47094" cy="31858"/>
            </a:xfrm>
            <a:custGeom>
              <a:avLst/>
              <a:gdLst>
                <a:gd name="connsiteX0" fmla="*/ 42940 w 47094"/>
                <a:gd name="connsiteY0" fmla="*/ 27703 h 31858"/>
                <a:gd name="connsiteX1" fmla="*/ 4155 w 47094"/>
                <a:gd name="connsiteY1" fmla="*/ 27703 h 31858"/>
                <a:gd name="connsiteX2" fmla="*/ 4155 w 47094"/>
                <a:gd name="connsiteY2" fmla="*/ 4155 h 31858"/>
                <a:gd name="connsiteX3" fmla="*/ 42940 w 47094"/>
                <a:gd name="connsiteY3" fmla="*/ 4155 h 31858"/>
                <a:gd name="connsiteX4" fmla="*/ 42940 w 47094"/>
                <a:gd name="connsiteY4" fmla="*/ 27703 h 31858"/>
                <a:gd name="connsiteX5" fmla="*/ 47095 w 47094"/>
                <a:gd name="connsiteY5" fmla="*/ 2770 h 31858"/>
                <a:gd name="connsiteX6" fmla="*/ 44325 w 47094"/>
                <a:gd name="connsiteY6" fmla="*/ 0 h 31858"/>
                <a:gd name="connsiteX7" fmla="*/ 2770 w 47094"/>
                <a:gd name="connsiteY7" fmla="*/ 0 h 31858"/>
                <a:gd name="connsiteX8" fmla="*/ 0 w 47094"/>
                <a:gd name="connsiteY8" fmla="*/ 2770 h 31858"/>
                <a:gd name="connsiteX9" fmla="*/ 0 w 47094"/>
                <a:gd name="connsiteY9" fmla="*/ 31858 h 31858"/>
                <a:gd name="connsiteX10" fmla="*/ 47095 w 47094"/>
                <a:gd name="connsiteY10" fmla="*/ 31858 h 31858"/>
                <a:gd name="connsiteX11" fmla="*/ 47095 w 47094"/>
                <a:gd name="connsiteY11" fmla="*/ 2770 h 3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94" h="31858" extrusionOk="0">
                  <a:moveTo>
                    <a:pt x="42940" y="27703"/>
                  </a:moveTo>
                  <a:lnTo>
                    <a:pt x="4155" y="27703"/>
                  </a:lnTo>
                  <a:lnTo>
                    <a:pt x="4155" y="4155"/>
                  </a:lnTo>
                  <a:lnTo>
                    <a:pt x="42940" y="4155"/>
                  </a:lnTo>
                  <a:lnTo>
                    <a:pt x="42940" y="27703"/>
                  </a:lnTo>
                  <a:close/>
                  <a:moveTo>
                    <a:pt x="47095" y="2770"/>
                  </a:moveTo>
                  <a:cubicBezTo>
                    <a:pt x="47095" y="1247"/>
                    <a:pt x="45848" y="0"/>
                    <a:pt x="44325" y="0"/>
                  </a:cubicBezTo>
                  <a:lnTo>
                    <a:pt x="2770" y="0"/>
                  </a:lnTo>
                  <a:cubicBezTo>
                    <a:pt x="1247" y="0"/>
                    <a:pt x="0" y="1247"/>
                    <a:pt x="0" y="2770"/>
                  </a:cubicBezTo>
                  <a:lnTo>
                    <a:pt x="0" y="31858"/>
                  </a:lnTo>
                  <a:lnTo>
                    <a:pt x="47095" y="31858"/>
                  </a:lnTo>
                  <a:lnTo>
                    <a:pt x="47095" y="2770"/>
                  </a:lnTo>
                  <a:close/>
                </a:path>
              </a:pathLst>
            </a:custGeom>
            <a:solidFill>
              <a:schemeClr val="tx1">
                <a:lumMod val="95000"/>
                <a:lumOff val="5000"/>
                <a:alpha val="50000"/>
              </a:schemeClr>
            </a:solidFill>
            <a:ln w="595" cap="flat">
              <a:noFill/>
              <a:prstDash val="solid"/>
              <a:miter/>
            </a:ln>
          </p:spPr>
          <p:txBody>
            <a:bodyPr rtlCol="0" anchor="ctr"/>
            <a:lstStyle/>
            <a:p>
              <a:pPr>
                <a:defRPr/>
              </a:pPr>
              <a:endParaRPr lang="en-IN"/>
            </a:p>
          </p:txBody>
        </p:sp>
        <p:sp>
          <p:nvSpPr>
            <p:cNvPr id="188" name="Freeform: Shape 187"/>
            <p:cNvSpPr/>
            <p:nvPr/>
          </p:nvSpPr>
          <p:spPr bwMode="auto">
            <a:xfrm>
              <a:off x="10436413" y="1672039"/>
              <a:ext cx="63716" cy="4155"/>
            </a:xfrm>
            <a:custGeom>
              <a:avLst/>
              <a:gdLst>
                <a:gd name="connsiteX0" fmla="*/ 36014 w 63716"/>
                <a:gd name="connsiteY0" fmla="*/ 0 h 4155"/>
                <a:gd name="connsiteX1" fmla="*/ 36014 w 63716"/>
                <a:gd name="connsiteY1" fmla="*/ 693 h 4155"/>
                <a:gd name="connsiteX2" fmla="*/ 35321 w 63716"/>
                <a:gd name="connsiteY2" fmla="*/ 1385 h 4155"/>
                <a:gd name="connsiteX3" fmla="*/ 28395 w 63716"/>
                <a:gd name="connsiteY3" fmla="*/ 1385 h 4155"/>
                <a:gd name="connsiteX4" fmla="*/ 27703 w 63716"/>
                <a:gd name="connsiteY4" fmla="*/ 693 h 4155"/>
                <a:gd name="connsiteX5" fmla="*/ 27703 w 63716"/>
                <a:gd name="connsiteY5" fmla="*/ 0 h 4155"/>
                <a:gd name="connsiteX6" fmla="*/ 0 w 63716"/>
                <a:gd name="connsiteY6" fmla="*/ 0 h 4155"/>
                <a:gd name="connsiteX7" fmla="*/ 0 w 63716"/>
                <a:gd name="connsiteY7" fmla="*/ 1385 h 4155"/>
                <a:gd name="connsiteX8" fmla="*/ 2770 w 63716"/>
                <a:gd name="connsiteY8" fmla="*/ 4155 h 4155"/>
                <a:gd name="connsiteX9" fmla="*/ 60946 w 63716"/>
                <a:gd name="connsiteY9" fmla="*/ 4155 h 4155"/>
                <a:gd name="connsiteX10" fmla="*/ 63717 w 63716"/>
                <a:gd name="connsiteY10" fmla="*/ 1385 h 4155"/>
                <a:gd name="connsiteX11" fmla="*/ 63717 w 63716"/>
                <a:gd name="connsiteY11" fmla="*/ 0 h 4155"/>
                <a:gd name="connsiteX12" fmla="*/ 36014 w 63716"/>
                <a:gd name="connsiteY12" fmla="*/ 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716" h="4155" extrusionOk="0">
                  <a:moveTo>
                    <a:pt x="36014" y="0"/>
                  </a:moveTo>
                  <a:lnTo>
                    <a:pt x="36014" y="693"/>
                  </a:lnTo>
                  <a:cubicBezTo>
                    <a:pt x="36014" y="1108"/>
                    <a:pt x="35737" y="1385"/>
                    <a:pt x="35321" y="1385"/>
                  </a:cubicBezTo>
                  <a:lnTo>
                    <a:pt x="28395" y="1385"/>
                  </a:lnTo>
                  <a:cubicBezTo>
                    <a:pt x="27980" y="1385"/>
                    <a:pt x="27703" y="1108"/>
                    <a:pt x="27703" y="693"/>
                  </a:cubicBezTo>
                  <a:lnTo>
                    <a:pt x="27703" y="0"/>
                  </a:lnTo>
                  <a:lnTo>
                    <a:pt x="0" y="0"/>
                  </a:lnTo>
                  <a:lnTo>
                    <a:pt x="0" y="1385"/>
                  </a:lnTo>
                  <a:cubicBezTo>
                    <a:pt x="0" y="2909"/>
                    <a:pt x="1247" y="4155"/>
                    <a:pt x="2770" y="4155"/>
                  </a:cubicBezTo>
                  <a:lnTo>
                    <a:pt x="60946" y="4155"/>
                  </a:lnTo>
                  <a:cubicBezTo>
                    <a:pt x="62470" y="4155"/>
                    <a:pt x="63717" y="2909"/>
                    <a:pt x="63717" y="1385"/>
                  </a:cubicBezTo>
                  <a:lnTo>
                    <a:pt x="63717" y="0"/>
                  </a:lnTo>
                  <a:lnTo>
                    <a:pt x="36014" y="0"/>
                  </a:lnTo>
                  <a:close/>
                </a:path>
              </a:pathLst>
            </a:custGeom>
            <a:solidFill>
              <a:schemeClr val="tx1">
                <a:lumMod val="95000"/>
                <a:lumOff val="5000"/>
                <a:alpha val="50000"/>
              </a:schemeClr>
            </a:solidFill>
            <a:ln w="595" cap="flat">
              <a:noFill/>
              <a:prstDash val="solid"/>
              <a:miter/>
            </a:ln>
          </p:spPr>
          <p:txBody>
            <a:bodyPr rtlCol="0" anchor="ctr"/>
            <a:lstStyle/>
            <a:p>
              <a:pPr>
                <a:defRPr/>
              </a:pPr>
              <a:endParaRPr lang="en-IN"/>
            </a:p>
          </p:txBody>
        </p:sp>
        <p:sp>
          <p:nvSpPr>
            <p:cNvPr id="190" name="Freeform: Shape 189"/>
            <p:cNvSpPr/>
            <p:nvPr/>
          </p:nvSpPr>
          <p:spPr bwMode="auto">
            <a:xfrm>
              <a:off x="5903897" y="1496289"/>
              <a:ext cx="56985" cy="38548"/>
            </a:xfrm>
            <a:custGeom>
              <a:avLst/>
              <a:gdLst>
                <a:gd name="connsiteX0" fmla="*/ 51957 w 56985"/>
                <a:gd name="connsiteY0" fmla="*/ 33521 h 38548"/>
                <a:gd name="connsiteX1" fmla="*/ 5028 w 56985"/>
                <a:gd name="connsiteY1" fmla="*/ 33521 h 38548"/>
                <a:gd name="connsiteX2" fmla="*/ 5028 w 56985"/>
                <a:gd name="connsiteY2" fmla="*/ 5028 h 38548"/>
                <a:gd name="connsiteX3" fmla="*/ 51957 w 56985"/>
                <a:gd name="connsiteY3" fmla="*/ 5028 h 38548"/>
                <a:gd name="connsiteX4" fmla="*/ 51957 w 56985"/>
                <a:gd name="connsiteY4" fmla="*/ 33521 h 38548"/>
                <a:gd name="connsiteX5" fmla="*/ 56985 w 56985"/>
                <a:gd name="connsiteY5" fmla="*/ 3352 h 38548"/>
                <a:gd name="connsiteX6" fmla="*/ 53633 w 56985"/>
                <a:gd name="connsiteY6" fmla="*/ 0 h 38548"/>
                <a:gd name="connsiteX7" fmla="*/ 3352 w 56985"/>
                <a:gd name="connsiteY7" fmla="*/ 0 h 38548"/>
                <a:gd name="connsiteX8" fmla="*/ 0 w 56985"/>
                <a:gd name="connsiteY8" fmla="*/ 3352 h 38548"/>
                <a:gd name="connsiteX9" fmla="*/ 0 w 56985"/>
                <a:gd name="connsiteY9" fmla="*/ 38549 h 38548"/>
                <a:gd name="connsiteX10" fmla="*/ 56985 w 56985"/>
                <a:gd name="connsiteY10" fmla="*/ 38549 h 38548"/>
                <a:gd name="connsiteX11" fmla="*/ 56985 w 56985"/>
                <a:gd name="connsiteY11" fmla="*/ 3352 h 3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85" h="38548" extrusionOk="0">
                  <a:moveTo>
                    <a:pt x="51957" y="33521"/>
                  </a:moveTo>
                  <a:lnTo>
                    <a:pt x="5028" y="33521"/>
                  </a:lnTo>
                  <a:lnTo>
                    <a:pt x="5028" y="5028"/>
                  </a:lnTo>
                  <a:lnTo>
                    <a:pt x="51957" y="5028"/>
                  </a:lnTo>
                  <a:lnTo>
                    <a:pt x="51957" y="33521"/>
                  </a:lnTo>
                  <a:close/>
                  <a:moveTo>
                    <a:pt x="56985" y="3352"/>
                  </a:moveTo>
                  <a:cubicBezTo>
                    <a:pt x="56985" y="1508"/>
                    <a:pt x="55477" y="0"/>
                    <a:pt x="53633" y="0"/>
                  </a:cubicBezTo>
                  <a:lnTo>
                    <a:pt x="3352" y="0"/>
                  </a:lnTo>
                  <a:cubicBezTo>
                    <a:pt x="1508" y="0"/>
                    <a:pt x="0" y="1508"/>
                    <a:pt x="0" y="3352"/>
                  </a:cubicBezTo>
                  <a:lnTo>
                    <a:pt x="0" y="38549"/>
                  </a:lnTo>
                  <a:lnTo>
                    <a:pt x="56985" y="38549"/>
                  </a:lnTo>
                  <a:lnTo>
                    <a:pt x="56985" y="3352"/>
                  </a:lnTo>
                  <a:close/>
                </a:path>
              </a:pathLst>
            </a:custGeom>
            <a:solidFill>
              <a:schemeClr val="tx1">
                <a:lumMod val="95000"/>
                <a:lumOff val="5000"/>
                <a:alpha val="50000"/>
              </a:schemeClr>
            </a:solidFill>
            <a:ln w="794" cap="flat">
              <a:noFill/>
              <a:prstDash val="solid"/>
              <a:miter/>
            </a:ln>
          </p:spPr>
          <p:txBody>
            <a:bodyPr rtlCol="0" anchor="ctr"/>
            <a:lstStyle/>
            <a:p>
              <a:pPr>
                <a:defRPr/>
              </a:pPr>
              <a:endParaRPr lang="en-IN"/>
            </a:p>
          </p:txBody>
        </p:sp>
        <p:sp>
          <p:nvSpPr>
            <p:cNvPr id="191" name="Freeform: Shape 190"/>
            <p:cNvSpPr/>
            <p:nvPr/>
          </p:nvSpPr>
          <p:spPr bwMode="auto">
            <a:xfrm>
              <a:off x="5893841" y="1538191"/>
              <a:ext cx="77097" cy="5028"/>
            </a:xfrm>
            <a:custGeom>
              <a:avLst/>
              <a:gdLst>
                <a:gd name="connsiteX0" fmla="*/ 43577 w 77097"/>
                <a:gd name="connsiteY0" fmla="*/ 0 h 5028"/>
                <a:gd name="connsiteX1" fmla="*/ 43577 w 77097"/>
                <a:gd name="connsiteY1" fmla="*/ 838 h 5028"/>
                <a:gd name="connsiteX2" fmla="*/ 42739 w 77097"/>
                <a:gd name="connsiteY2" fmla="*/ 1676 h 5028"/>
                <a:gd name="connsiteX3" fmla="*/ 34359 w 77097"/>
                <a:gd name="connsiteY3" fmla="*/ 1676 h 5028"/>
                <a:gd name="connsiteX4" fmla="*/ 33521 w 77097"/>
                <a:gd name="connsiteY4" fmla="*/ 838 h 5028"/>
                <a:gd name="connsiteX5" fmla="*/ 33521 w 77097"/>
                <a:gd name="connsiteY5" fmla="*/ 0 h 5028"/>
                <a:gd name="connsiteX6" fmla="*/ 0 w 77097"/>
                <a:gd name="connsiteY6" fmla="*/ 0 h 5028"/>
                <a:gd name="connsiteX7" fmla="*/ 0 w 77097"/>
                <a:gd name="connsiteY7" fmla="*/ 1676 h 5028"/>
                <a:gd name="connsiteX8" fmla="*/ 3352 w 77097"/>
                <a:gd name="connsiteY8" fmla="*/ 5028 h 5028"/>
                <a:gd name="connsiteX9" fmla="*/ 73746 w 77097"/>
                <a:gd name="connsiteY9" fmla="*/ 5028 h 5028"/>
                <a:gd name="connsiteX10" fmla="*/ 77098 w 77097"/>
                <a:gd name="connsiteY10" fmla="*/ 1676 h 5028"/>
                <a:gd name="connsiteX11" fmla="*/ 77098 w 77097"/>
                <a:gd name="connsiteY11" fmla="*/ 0 h 5028"/>
                <a:gd name="connsiteX12" fmla="*/ 43577 w 77097"/>
                <a:gd name="connsiteY12" fmla="*/ 0 h 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097" h="5028" extrusionOk="0">
                  <a:moveTo>
                    <a:pt x="43577" y="0"/>
                  </a:moveTo>
                  <a:lnTo>
                    <a:pt x="43577" y="838"/>
                  </a:lnTo>
                  <a:cubicBezTo>
                    <a:pt x="43577" y="1341"/>
                    <a:pt x="43242" y="1676"/>
                    <a:pt x="42739" y="1676"/>
                  </a:cubicBezTo>
                  <a:lnTo>
                    <a:pt x="34359" y="1676"/>
                  </a:lnTo>
                  <a:cubicBezTo>
                    <a:pt x="33856" y="1676"/>
                    <a:pt x="33521" y="1341"/>
                    <a:pt x="33521" y="838"/>
                  </a:cubicBezTo>
                  <a:lnTo>
                    <a:pt x="33521" y="0"/>
                  </a:lnTo>
                  <a:lnTo>
                    <a:pt x="0" y="0"/>
                  </a:lnTo>
                  <a:lnTo>
                    <a:pt x="0" y="1676"/>
                  </a:lnTo>
                  <a:cubicBezTo>
                    <a:pt x="0" y="3520"/>
                    <a:pt x="1508" y="5028"/>
                    <a:pt x="3352" y="5028"/>
                  </a:cubicBezTo>
                  <a:lnTo>
                    <a:pt x="73746" y="5028"/>
                  </a:lnTo>
                  <a:cubicBezTo>
                    <a:pt x="75589" y="5028"/>
                    <a:pt x="77098" y="3520"/>
                    <a:pt x="77098" y="1676"/>
                  </a:cubicBezTo>
                  <a:lnTo>
                    <a:pt x="77098" y="0"/>
                  </a:lnTo>
                  <a:lnTo>
                    <a:pt x="43577" y="0"/>
                  </a:lnTo>
                  <a:close/>
                </a:path>
              </a:pathLst>
            </a:custGeom>
            <a:solidFill>
              <a:schemeClr val="tx1">
                <a:lumMod val="95000"/>
                <a:lumOff val="5000"/>
                <a:alpha val="50000"/>
              </a:schemeClr>
            </a:solidFill>
            <a:ln w="794" cap="flat">
              <a:noFill/>
              <a:prstDash val="solid"/>
              <a:miter/>
            </a:ln>
          </p:spPr>
          <p:txBody>
            <a:bodyPr rtlCol="0" anchor="ctr"/>
            <a:lstStyle/>
            <a:p>
              <a:pPr>
                <a:defRPr/>
              </a:pPr>
              <a:endParaRPr lang="en-IN"/>
            </a:p>
          </p:txBody>
        </p:sp>
        <p:sp>
          <p:nvSpPr>
            <p:cNvPr id="192" name="Graphic 66" descr="Lock"/>
            <p:cNvSpPr/>
            <p:nvPr/>
          </p:nvSpPr>
          <p:spPr bwMode="auto">
            <a:xfrm>
              <a:off x="9843029" y="2804851"/>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94" name="Freeform: Shape 193"/>
            <p:cNvSpPr/>
            <p:nvPr/>
          </p:nvSpPr>
          <p:spPr bwMode="auto">
            <a:xfrm>
              <a:off x="4053043" y="569706"/>
              <a:ext cx="14998" cy="7499"/>
            </a:xfrm>
            <a:custGeom>
              <a:avLst/>
              <a:gdLst>
                <a:gd name="connsiteX0" fmla="*/ 14999 w 14998"/>
                <a:gd name="connsiteY0" fmla="*/ 4500 h 7499"/>
                <a:gd name="connsiteX1" fmla="*/ 14999 w 14998"/>
                <a:gd name="connsiteY1" fmla="*/ 3000 h 7499"/>
                <a:gd name="connsiteX2" fmla="*/ 11999 w 14998"/>
                <a:gd name="connsiteY2" fmla="*/ 0 h 7499"/>
                <a:gd name="connsiteX3" fmla="*/ 0 w 14998"/>
                <a:gd name="connsiteY3" fmla="*/ 0 h 7499"/>
                <a:gd name="connsiteX4" fmla="*/ 0 w 14998"/>
                <a:gd name="connsiteY4" fmla="*/ 4500 h 7499"/>
                <a:gd name="connsiteX5" fmla="*/ 3000 w 14998"/>
                <a:gd name="connsiteY5" fmla="*/ 7499 h 7499"/>
                <a:gd name="connsiteX6" fmla="*/ 11999 w 14998"/>
                <a:gd name="connsiteY6" fmla="*/ 7499 h 7499"/>
                <a:gd name="connsiteX7" fmla="*/ 14999 w 14998"/>
                <a:gd name="connsiteY7" fmla="*/ 4500 h 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8" h="7499" extrusionOk="0">
                  <a:moveTo>
                    <a:pt x="14999" y="4500"/>
                  </a:moveTo>
                  <a:lnTo>
                    <a:pt x="14999" y="3000"/>
                  </a:lnTo>
                  <a:cubicBezTo>
                    <a:pt x="14999" y="1350"/>
                    <a:pt x="13649" y="0"/>
                    <a:pt x="11999" y="0"/>
                  </a:cubicBezTo>
                  <a:lnTo>
                    <a:pt x="0" y="0"/>
                  </a:lnTo>
                  <a:lnTo>
                    <a:pt x="0" y="4500"/>
                  </a:lnTo>
                  <a:cubicBezTo>
                    <a:pt x="0" y="6150"/>
                    <a:pt x="1350" y="7499"/>
                    <a:pt x="3000" y="7499"/>
                  </a:cubicBezTo>
                  <a:lnTo>
                    <a:pt x="11999" y="7499"/>
                  </a:lnTo>
                  <a:cubicBezTo>
                    <a:pt x="13649" y="7499"/>
                    <a:pt x="14999" y="6150"/>
                    <a:pt x="14999" y="450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5" name="Freeform: Shape 194"/>
            <p:cNvSpPr/>
            <p:nvPr/>
          </p:nvSpPr>
          <p:spPr bwMode="auto">
            <a:xfrm>
              <a:off x="4059792" y="579456"/>
              <a:ext cx="2999" cy="8999"/>
            </a:xfrm>
            <a:custGeom>
              <a:avLst/>
              <a:gdLst>
                <a:gd name="connsiteX0" fmla="*/ 1500 w 2999"/>
                <a:gd name="connsiteY0" fmla="*/ 0 h 8999"/>
                <a:gd name="connsiteX1" fmla="*/ 0 w 2999"/>
                <a:gd name="connsiteY1" fmla="*/ 1500 h 8999"/>
                <a:gd name="connsiteX2" fmla="*/ 0 w 2999"/>
                <a:gd name="connsiteY2" fmla="*/ 7499 h 8999"/>
                <a:gd name="connsiteX3" fmla="*/ 1500 w 2999"/>
                <a:gd name="connsiteY3" fmla="*/ 8999 h 8999"/>
                <a:gd name="connsiteX4" fmla="*/ 3000 w 2999"/>
                <a:gd name="connsiteY4" fmla="*/ 7499 h 8999"/>
                <a:gd name="connsiteX5" fmla="*/ 3000 w 2999"/>
                <a:gd name="connsiteY5" fmla="*/ 1500 h 8999"/>
                <a:gd name="connsiteX6" fmla="*/ 1500 w 2999"/>
                <a:gd name="connsiteY6" fmla="*/ 0 h 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 h="8999" extrusionOk="0">
                  <a:moveTo>
                    <a:pt x="1500" y="0"/>
                  </a:moveTo>
                  <a:cubicBezTo>
                    <a:pt x="675" y="0"/>
                    <a:pt x="0" y="675"/>
                    <a:pt x="0" y="1500"/>
                  </a:cubicBezTo>
                  <a:lnTo>
                    <a:pt x="0" y="7499"/>
                  </a:lnTo>
                  <a:cubicBezTo>
                    <a:pt x="0" y="8324"/>
                    <a:pt x="675" y="8999"/>
                    <a:pt x="1500" y="8999"/>
                  </a:cubicBezTo>
                  <a:cubicBezTo>
                    <a:pt x="2325" y="8999"/>
                    <a:pt x="3000" y="8324"/>
                    <a:pt x="3000" y="7499"/>
                  </a:cubicBezTo>
                  <a:lnTo>
                    <a:pt x="3000" y="1500"/>
                  </a:lnTo>
                  <a:cubicBezTo>
                    <a:pt x="3000" y="675"/>
                    <a:pt x="2325" y="0"/>
                    <a:pt x="1500" y="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6" name="Freeform: Shape 195"/>
            <p:cNvSpPr/>
            <p:nvPr/>
          </p:nvSpPr>
          <p:spPr bwMode="auto">
            <a:xfrm>
              <a:off x="4065267" y="579381"/>
              <a:ext cx="7274" cy="7274"/>
            </a:xfrm>
            <a:custGeom>
              <a:avLst/>
              <a:gdLst>
                <a:gd name="connsiteX0" fmla="*/ 6825 w 7274"/>
                <a:gd name="connsiteY0" fmla="*/ 4725 h 7274"/>
                <a:gd name="connsiteX1" fmla="*/ 2550 w 7274"/>
                <a:gd name="connsiteY1" fmla="*/ 450 h 7274"/>
                <a:gd name="connsiteX2" fmla="*/ 450 w 7274"/>
                <a:gd name="connsiteY2" fmla="*/ 450 h 7274"/>
                <a:gd name="connsiteX3" fmla="*/ 450 w 7274"/>
                <a:gd name="connsiteY3" fmla="*/ 2550 h 7274"/>
                <a:gd name="connsiteX4" fmla="*/ 4725 w 7274"/>
                <a:gd name="connsiteY4" fmla="*/ 6825 h 7274"/>
                <a:gd name="connsiteX5" fmla="*/ 5775 w 7274"/>
                <a:gd name="connsiteY5" fmla="*/ 7274 h 7274"/>
                <a:gd name="connsiteX6" fmla="*/ 6825 w 7274"/>
                <a:gd name="connsiteY6" fmla="*/ 6825 h 7274"/>
                <a:gd name="connsiteX7" fmla="*/ 6825 w 7274"/>
                <a:gd name="connsiteY7" fmla="*/ 4725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extrusionOk="0">
                  <a:moveTo>
                    <a:pt x="6825" y="4725"/>
                  </a:moveTo>
                  <a:lnTo>
                    <a:pt x="2550" y="450"/>
                  </a:lnTo>
                  <a:cubicBezTo>
                    <a:pt x="1950" y="-150"/>
                    <a:pt x="1050" y="-150"/>
                    <a:pt x="450" y="450"/>
                  </a:cubicBezTo>
                  <a:cubicBezTo>
                    <a:pt x="-150" y="1050"/>
                    <a:pt x="-150" y="1950"/>
                    <a:pt x="450" y="2550"/>
                  </a:cubicBezTo>
                  <a:lnTo>
                    <a:pt x="4725" y="6825"/>
                  </a:lnTo>
                  <a:cubicBezTo>
                    <a:pt x="5025" y="7125"/>
                    <a:pt x="5400" y="7274"/>
                    <a:pt x="5775" y="7274"/>
                  </a:cubicBezTo>
                  <a:cubicBezTo>
                    <a:pt x="6150" y="7274"/>
                    <a:pt x="6525" y="7125"/>
                    <a:pt x="6825" y="6825"/>
                  </a:cubicBezTo>
                  <a:cubicBezTo>
                    <a:pt x="7424" y="6300"/>
                    <a:pt x="7424" y="5325"/>
                    <a:pt x="6825" y="4725"/>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7" name="Freeform: Shape 196"/>
            <p:cNvSpPr/>
            <p:nvPr/>
          </p:nvSpPr>
          <p:spPr bwMode="auto">
            <a:xfrm>
              <a:off x="4050268" y="579456"/>
              <a:ext cx="7274" cy="7274"/>
            </a:xfrm>
            <a:custGeom>
              <a:avLst/>
              <a:gdLst>
                <a:gd name="connsiteX0" fmla="*/ 4725 w 7274"/>
                <a:gd name="connsiteY0" fmla="*/ 450 h 7274"/>
                <a:gd name="connsiteX1" fmla="*/ 450 w 7274"/>
                <a:gd name="connsiteY1" fmla="*/ 4725 h 7274"/>
                <a:gd name="connsiteX2" fmla="*/ 450 w 7274"/>
                <a:gd name="connsiteY2" fmla="*/ 6825 h 7274"/>
                <a:gd name="connsiteX3" fmla="*/ 1500 w 7274"/>
                <a:gd name="connsiteY3" fmla="*/ 7274 h 7274"/>
                <a:gd name="connsiteX4" fmla="*/ 2550 w 7274"/>
                <a:gd name="connsiteY4" fmla="*/ 6825 h 7274"/>
                <a:gd name="connsiteX5" fmla="*/ 6825 w 7274"/>
                <a:gd name="connsiteY5" fmla="*/ 2550 h 7274"/>
                <a:gd name="connsiteX6" fmla="*/ 6825 w 7274"/>
                <a:gd name="connsiteY6" fmla="*/ 450 h 7274"/>
                <a:gd name="connsiteX7" fmla="*/ 4725 w 7274"/>
                <a:gd name="connsiteY7" fmla="*/ 450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extrusionOk="0">
                  <a:moveTo>
                    <a:pt x="4725" y="450"/>
                  </a:moveTo>
                  <a:lnTo>
                    <a:pt x="450" y="4725"/>
                  </a:lnTo>
                  <a:cubicBezTo>
                    <a:pt x="-150" y="5325"/>
                    <a:pt x="-150" y="6225"/>
                    <a:pt x="450" y="6825"/>
                  </a:cubicBezTo>
                  <a:cubicBezTo>
                    <a:pt x="750" y="7125"/>
                    <a:pt x="1125" y="7274"/>
                    <a:pt x="1500" y="7274"/>
                  </a:cubicBezTo>
                  <a:cubicBezTo>
                    <a:pt x="1875" y="7274"/>
                    <a:pt x="2250" y="7125"/>
                    <a:pt x="2550" y="6825"/>
                  </a:cubicBezTo>
                  <a:lnTo>
                    <a:pt x="6825" y="2550"/>
                  </a:lnTo>
                  <a:cubicBezTo>
                    <a:pt x="7424" y="1950"/>
                    <a:pt x="7424" y="1050"/>
                    <a:pt x="6825" y="450"/>
                  </a:cubicBezTo>
                  <a:cubicBezTo>
                    <a:pt x="6225" y="-150"/>
                    <a:pt x="5325" y="-150"/>
                    <a:pt x="4725" y="45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8" name="Freeform: Shape 197"/>
            <p:cNvSpPr/>
            <p:nvPr/>
          </p:nvSpPr>
          <p:spPr bwMode="auto">
            <a:xfrm>
              <a:off x="4026045" y="569781"/>
              <a:ext cx="23998" cy="65920"/>
            </a:xfrm>
            <a:custGeom>
              <a:avLst/>
              <a:gdLst>
                <a:gd name="connsiteX0" fmla="*/ 3000 w 23998"/>
                <a:gd name="connsiteY0" fmla="*/ 22423 h 65920"/>
                <a:gd name="connsiteX1" fmla="*/ 3000 w 23998"/>
                <a:gd name="connsiteY1" fmla="*/ 53171 h 65920"/>
                <a:gd name="connsiteX2" fmla="*/ 750 w 23998"/>
                <a:gd name="connsiteY2" fmla="*/ 53171 h 65920"/>
                <a:gd name="connsiteX3" fmla="*/ 0 w 23998"/>
                <a:gd name="connsiteY3" fmla="*/ 65920 h 65920"/>
                <a:gd name="connsiteX4" fmla="*/ 10499 w 23998"/>
                <a:gd name="connsiteY4" fmla="*/ 65920 h 65920"/>
                <a:gd name="connsiteX5" fmla="*/ 9749 w 23998"/>
                <a:gd name="connsiteY5" fmla="*/ 53171 h 65920"/>
                <a:gd name="connsiteX6" fmla="*/ 7499 w 23998"/>
                <a:gd name="connsiteY6" fmla="*/ 53171 h 65920"/>
                <a:gd name="connsiteX7" fmla="*/ 7499 w 23998"/>
                <a:gd name="connsiteY7" fmla="*/ 22423 h 65920"/>
                <a:gd name="connsiteX8" fmla="*/ 23998 w 23998"/>
                <a:gd name="connsiteY8" fmla="*/ 4500 h 65920"/>
                <a:gd name="connsiteX9" fmla="*/ 23998 w 23998"/>
                <a:gd name="connsiteY9" fmla="*/ 0 h 65920"/>
                <a:gd name="connsiteX10" fmla="*/ 3000 w 23998"/>
                <a:gd name="connsiteY10" fmla="*/ 22423 h 6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98" h="65920" extrusionOk="0">
                  <a:moveTo>
                    <a:pt x="3000" y="22423"/>
                  </a:moveTo>
                  <a:lnTo>
                    <a:pt x="3000" y="53171"/>
                  </a:lnTo>
                  <a:lnTo>
                    <a:pt x="750" y="53171"/>
                  </a:lnTo>
                  <a:lnTo>
                    <a:pt x="0" y="65920"/>
                  </a:lnTo>
                  <a:lnTo>
                    <a:pt x="10499" y="65920"/>
                  </a:lnTo>
                  <a:lnTo>
                    <a:pt x="9749" y="53171"/>
                  </a:lnTo>
                  <a:lnTo>
                    <a:pt x="7499" y="53171"/>
                  </a:lnTo>
                  <a:lnTo>
                    <a:pt x="7499" y="22423"/>
                  </a:lnTo>
                  <a:cubicBezTo>
                    <a:pt x="7499" y="12974"/>
                    <a:pt x="14774" y="5250"/>
                    <a:pt x="23998" y="4500"/>
                  </a:cubicBezTo>
                  <a:lnTo>
                    <a:pt x="23998" y="0"/>
                  </a:lnTo>
                  <a:cubicBezTo>
                    <a:pt x="12299" y="750"/>
                    <a:pt x="3000" y="10499"/>
                    <a:pt x="3000" y="22423"/>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200" name="Freeform: Shape 199"/>
            <p:cNvSpPr/>
            <p:nvPr/>
          </p:nvSpPr>
          <p:spPr bwMode="auto">
            <a:xfrm rot="723675">
              <a:off x="10256673" y="99621"/>
              <a:ext cx="732961" cy="731527"/>
            </a:xfrm>
            <a:custGeom>
              <a:avLst/>
              <a:gdLst>
                <a:gd name="connsiteX0" fmla="*/ 603869 w 732961"/>
                <a:gd name="connsiteY0" fmla="*/ 129093 h 731527"/>
                <a:gd name="connsiteX1" fmla="*/ 589525 w 732961"/>
                <a:gd name="connsiteY1" fmla="*/ 0 h 731527"/>
                <a:gd name="connsiteX2" fmla="*/ 431745 w 732961"/>
                <a:gd name="connsiteY2" fmla="*/ 157780 h 731527"/>
                <a:gd name="connsiteX3" fmla="*/ 440351 w 732961"/>
                <a:gd name="connsiteY3" fmla="*/ 232368 h 731527"/>
                <a:gd name="connsiteX4" fmla="*/ 210852 w 732961"/>
                <a:gd name="connsiteY4" fmla="*/ 461866 h 731527"/>
                <a:gd name="connsiteX5" fmla="*/ 143437 w 732961"/>
                <a:gd name="connsiteY5" fmla="*/ 444654 h 731527"/>
                <a:gd name="connsiteX6" fmla="*/ 0 w 732961"/>
                <a:gd name="connsiteY6" fmla="*/ 588091 h 731527"/>
                <a:gd name="connsiteX7" fmla="*/ 143437 w 732961"/>
                <a:gd name="connsiteY7" fmla="*/ 731528 h 731527"/>
                <a:gd name="connsiteX8" fmla="*/ 286874 w 732961"/>
                <a:gd name="connsiteY8" fmla="*/ 588091 h 731527"/>
                <a:gd name="connsiteX9" fmla="*/ 271095 w 732961"/>
                <a:gd name="connsiteY9" fmla="*/ 522110 h 731527"/>
                <a:gd name="connsiteX10" fmla="*/ 500594 w 732961"/>
                <a:gd name="connsiteY10" fmla="*/ 292611 h 731527"/>
                <a:gd name="connsiteX11" fmla="*/ 575181 w 732961"/>
                <a:gd name="connsiteY11" fmla="*/ 301217 h 731527"/>
                <a:gd name="connsiteX12" fmla="*/ 732962 w 732961"/>
                <a:gd name="connsiteY12" fmla="*/ 143437 h 731527"/>
                <a:gd name="connsiteX13" fmla="*/ 603869 w 732961"/>
                <a:gd name="connsiteY13" fmla="*/ 129093 h 73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961" h="731527" extrusionOk="0">
                  <a:moveTo>
                    <a:pt x="603869" y="129093"/>
                  </a:moveTo>
                  <a:lnTo>
                    <a:pt x="589525" y="0"/>
                  </a:lnTo>
                  <a:lnTo>
                    <a:pt x="431745" y="157780"/>
                  </a:lnTo>
                  <a:lnTo>
                    <a:pt x="440351" y="232368"/>
                  </a:lnTo>
                  <a:lnTo>
                    <a:pt x="210852" y="461866"/>
                  </a:lnTo>
                  <a:cubicBezTo>
                    <a:pt x="190771" y="451826"/>
                    <a:pt x="167821" y="444654"/>
                    <a:pt x="143437" y="444654"/>
                  </a:cubicBezTo>
                  <a:cubicBezTo>
                    <a:pt x="64547" y="444654"/>
                    <a:pt x="0" y="509201"/>
                    <a:pt x="0" y="588091"/>
                  </a:cubicBezTo>
                  <a:cubicBezTo>
                    <a:pt x="0" y="666981"/>
                    <a:pt x="64547" y="731528"/>
                    <a:pt x="143437" y="731528"/>
                  </a:cubicBezTo>
                  <a:cubicBezTo>
                    <a:pt x="222327" y="731528"/>
                    <a:pt x="286874" y="666981"/>
                    <a:pt x="286874" y="588091"/>
                  </a:cubicBezTo>
                  <a:cubicBezTo>
                    <a:pt x="286874" y="563707"/>
                    <a:pt x="281136" y="542191"/>
                    <a:pt x="271095" y="522110"/>
                  </a:cubicBezTo>
                  <a:lnTo>
                    <a:pt x="500594" y="292611"/>
                  </a:lnTo>
                  <a:lnTo>
                    <a:pt x="575181" y="301217"/>
                  </a:lnTo>
                  <a:lnTo>
                    <a:pt x="732962" y="143437"/>
                  </a:lnTo>
                  <a:lnTo>
                    <a:pt x="603869" y="129093"/>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201" name="Freeform: Shape 200"/>
            <p:cNvSpPr/>
            <p:nvPr/>
          </p:nvSpPr>
          <p:spPr bwMode="auto">
            <a:xfrm rot="723675">
              <a:off x="9814920" y="91437"/>
              <a:ext cx="1090119" cy="1090119"/>
            </a:xfrm>
            <a:custGeom>
              <a:avLst/>
              <a:gdLst>
                <a:gd name="connsiteX0" fmla="*/ 1015532 w 1090119"/>
                <a:gd name="connsiteY0" fmla="*/ 298348 h 1090119"/>
                <a:gd name="connsiteX1" fmla="*/ 996886 w 1090119"/>
                <a:gd name="connsiteY1" fmla="*/ 318430 h 1090119"/>
                <a:gd name="connsiteX2" fmla="*/ 969633 w 1090119"/>
                <a:gd name="connsiteY2" fmla="*/ 315561 h 1090119"/>
                <a:gd name="connsiteX3" fmla="*/ 939511 w 1090119"/>
                <a:gd name="connsiteY3" fmla="*/ 311258 h 1090119"/>
                <a:gd name="connsiteX4" fmla="*/ 1004057 w 1090119"/>
                <a:gd name="connsiteY4" fmla="*/ 545060 h 1090119"/>
                <a:gd name="connsiteX5" fmla="*/ 545060 w 1090119"/>
                <a:gd name="connsiteY5" fmla="*/ 1004057 h 1090119"/>
                <a:gd name="connsiteX6" fmla="*/ 86062 w 1090119"/>
                <a:gd name="connsiteY6" fmla="*/ 545060 h 1090119"/>
                <a:gd name="connsiteX7" fmla="*/ 545060 w 1090119"/>
                <a:gd name="connsiteY7" fmla="*/ 86062 h 1090119"/>
                <a:gd name="connsiteX8" fmla="*/ 778862 w 1090119"/>
                <a:gd name="connsiteY8" fmla="*/ 150609 h 1090119"/>
                <a:gd name="connsiteX9" fmla="*/ 775993 w 1090119"/>
                <a:gd name="connsiteY9" fmla="*/ 121921 h 1090119"/>
                <a:gd name="connsiteX10" fmla="*/ 771690 w 1090119"/>
                <a:gd name="connsiteY10" fmla="*/ 93234 h 1090119"/>
                <a:gd name="connsiteX11" fmla="*/ 791771 w 1090119"/>
                <a:gd name="connsiteY11" fmla="*/ 73153 h 1090119"/>
                <a:gd name="connsiteX12" fmla="*/ 801812 w 1090119"/>
                <a:gd name="connsiteY12" fmla="*/ 63112 h 1090119"/>
                <a:gd name="connsiteX13" fmla="*/ 545060 w 1090119"/>
                <a:gd name="connsiteY13" fmla="*/ 0 h 1090119"/>
                <a:gd name="connsiteX14" fmla="*/ 0 w 1090119"/>
                <a:gd name="connsiteY14" fmla="*/ 545060 h 1090119"/>
                <a:gd name="connsiteX15" fmla="*/ 545060 w 1090119"/>
                <a:gd name="connsiteY15" fmla="*/ 1090120 h 1090119"/>
                <a:gd name="connsiteX16" fmla="*/ 1090120 w 1090119"/>
                <a:gd name="connsiteY16" fmla="*/ 545060 h 1090119"/>
                <a:gd name="connsiteX17" fmla="*/ 1025573 w 1090119"/>
                <a:gd name="connsiteY17" fmla="*/ 289742 h 1090119"/>
                <a:gd name="connsiteX18" fmla="*/ 1015532 w 1090119"/>
                <a:gd name="connsiteY18" fmla="*/ 298348 h 109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0119" h="1090119" extrusionOk="0">
                  <a:moveTo>
                    <a:pt x="1015532" y="298348"/>
                  </a:moveTo>
                  <a:lnTo>
                    <a:pt x="996886" y="318430"/>
                  </a:lnTo>
                  <a:lnTo>
                    <a:pt x="969633" y="315561"/>
                  </a:lnTo>
                  <a:lnTo>
                    <a:pt x="939511" y="311258"/>
                  </a:lnTo>
                  <a:cubicBezTo>
                    <a:pt x="979673" y="380107"/>
                    <a:pt x="1004057" y="458998"/>
                    <a:pt x="1004057" y="545060"/>
                  </a:cubicBezTo>
                  <a:cubicBezTo>
                    <a:pt x="1004057" y="797508"/>
                    <a:pt x="797508" y="1004057"/>
                    <a:pt x="545060" y="1004057"/>
                  </a:cubicBezTo>
                  <a:cubicBezTo>
                    <a:pt x="292611" y="1004057"/>
                    <a:pt x="86062" y="797508"/>
                    <a:pt x="86062" y="545060"/>
                  </a:cubicBezTo>
                  <a:cubicBezTo>
                    <a:pt x="86062" y="292611"/>
                    <a:pt x="292611" y="86062"/>
                    <a:pt x="545060" y="86062"/>
                  </a:cubicBezTo>
                  <a:cubicBezTo>
                    <a:pt x="629687" y="86062"/>
                    <a:pt x="710012" y="109012"/>
                    <a:pt x="778862" y="150609"/>
                  </a:cubicBezTo>
                  <a:lnTo>
                    <a:pt x="775993" y="121921"/>
                  </a:lnTo>
                  <a:lnTo>
                    <a:pt x="771690" y="93234"/>
                  </a:lnTo>
                  <a:lnTo>
                    <a:pt x="791771" y="73153"/>
                  </a:lnTo>
                  <a:lnTo>
                    <a:pt x="801812" y="63112"/>
                  </a:lnTo>
                  <a:cubicBezTo>
                    <a:pt x="724356" y="22950"/>
                    <a:pt x="638294" y="0"/>
                    <a:pt x="545060" y="0"/>
                  </a:cubicBezTo>
                  <a:cubicBezTo>
                    <a:pt x="243843" y="0"/>
                    <a:pt x="0" y="243843"/>
                    <a:pt x="0" y="545060"/>
                  </a:cubicBezTo>
                  <a:cubicBezTo>
                    <a:pt x="0" y="846277"/>
                    <a:pt x="243843" y="1090120"/>
                    <a:pt x="545060" y="1090120"/>
                  </a:cubicBezTo>
                  <a:cubicBezTo>
                    <a:pt x="846277" y="1090120"/>
                    <a:pt x="1090120" y="846277"/>
                    <a:pt x="1090120" y="545060"/>
                  </a:cubicBezTo>
                  <a:cubicBezTo>
                    <a:pt x="1090120" y="451826"/>
                    <a:pt x="1067170" y="365764"/>
                    <a:pt x="1025573" y="289742"/>
                  </a:cubicBezTo>
                  <a:lnTo>
                    <a:pt x="1015532" y="298348"/>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202" name="Freeform: Shape 201"/>
            <p:cNvSpPr/>
            <p:nvPr/>
          </p:nvSpPr>
          <p:spPr bwMode="auto">
            <a:xfrm rot="723675">
              <a:off x="10015731" y="292248"/>
              <a:ext cx="688496" cy="688496"/>
            </a:xfrm>
            <a:custGeom>
              <a:avLst/>
              <a:gdLst>
                <a:gd name="connsiteX0" fmla="*/ 583788 w 688496"/>
                <a:gd name="connsiteY0" fmla="*/ 246711 h 688496"/>
                <a:gd name="connsiteX1" fmla="*/ 602434 w 688496"/>
                <a:gd name="connsiteY1" fmla="*/ 344248 h 688496"/>
                <a:gd name="connsiteX2" fmla="*/ 344248 w 688496"/>
                <a:gd name="connsiteY2" fmla="*/ 602434 h 688496"/>
                <a:gd name="connsiteX3" fmla="*/ 86062 w 688496"/>
                <a:gd name="connsiteY3" fmla="*/ 344248 h 688496"/>
                <a:gd name="connsiteX4" fmla="*/ 344248 w 688496"/>
                <a:gd name="connsiteY4" fmla="*/ 86062 h 688496"/>
                <a:gd name="connsiteX5" fmla="*/ 441785 w 688496"/>
                <a:gd name="connsiteY5" fmla="*/ 104709 h 688496"/>
                <a:gd name="connsiteX6" fmla="*/ 506332 w 688496"/>
                <a:gd name="connsiteY6" fmla="*/ 40162 h 688496"/>
                <a:gd name="connsiteX7" fmla="*/ 344248 w 688496"/>
                <a:gd name="connsiteY7" fmla="*/ 0 h 688496"/>
                <a:gd name="connsiteX8" fmla="*/ 0 w 688496"/>
                <a:gd name="connsiteY8" fmla="*/ 344248 h 688496"/>
                <a:gd name="connsiteX9" fmla="*/ 344248 w 688496"/>
                <a:gd name="connsiteY9" fmla="*/ 688497 h 688496"/>
                <a:gd name="connsiteX10" fmla="*/ 688497 w 688496"/>
                <a:gd name="connsiteY10" fmla="*/ 344248 h 688496"/>
                <a:gd name="connsiteX11" fmla="*/ 648334 w 688496"/>
                <a:gd name="connsiteY11" fmla="*/ 182165 h 688496"/>
                <a:gd name="connsiteX12" fmla="*/ 583788 w 688496"/>
                <a:gd name="connsiteY12" fmla="*/ 246711 h 68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496" h="688496" extrusionOk="0">
                  <a:moveTo>
                    <a:pt x="583788" y="246711"/>
                  </a:moveTo>
                  <a:cubicBezTo>
                    <a:pt x="596697" y="276833"/>
                    <a:pt x="602434" y="309823"/>
                    <a:pt x="602434" y="344248"/>
                  </a:cubicBezTo>
                  <a:cubicBezTo>
                    <a:pt x="602434" y="486251"/>
                    <a:pt x="486251" y="602434"/>
                    <a:pt x="344248" y="602434"/>
                  </a:cubicBezTo>
                  <a:cubicBezTo>
                    <a:pt x="202246" y="602434"/>
                    <a:pt x="86062" y="486251"/>
                    <a:pt x="86062" y="344248"/>
                  </a:cubicBezTo>
                  <a:cubicBezTo>
                    <a:pt x="86062" y="202246"/>
                    <a:pt x="202246" y="86062"/>
                    <a:pt x="344248" y="86062"/>
                  </a:cubicBezTo>
                  <a:cubicBezTo>
                    <a:pt x="378673" y="86062"/>
                    <a:pt x="411664" y="93234"/>
                    <a:pt x="441785" y="104709"/>
                  </a:cubicBezTo>
                  <a:lnTo>
                    <a:pt x="506332" y="40162"/>
                  </a:lnTo>
                  <a:cubicBezTo>
                    <a:pt x="457563" y="14344"/>
                    <a:pt x="403057" y="0"/>
                    <a:pt x="344248" y="0"/>
                  </a:cubicBezTo>
                  <a:cubicBezTo>
                    <a:pt x="154912" y="0"/>
                    <a:pt x="0" y="154912"/>
                    <a:pt x="0" y="344248"/>
                  </a:cubicBezTo>
                  <a:cubicBezTo>
                    <a:pt x="0" y="533585"/>
                    <a:pt x="154912" y="688497"/>
                    <a:pt x="344248" y="688497"/>
                  </a:cubicBezTo>
                  <a:cubicBezTo>
                    <a:pt x="533585" y="688497"/>
                    <a:pt x="688497" y="533585"/>
                    <a:pt x="688497" y="344248"/>
                  </a:cubicBezTo>
                  <a:cubicBezTo>
                    <a:pt x="688497" y="285439"/>
                    <a:pt x="674153" y="230933"/>
                    <a:pt x="648334" y="182165"/>
                  </a:cubicBezTo>
                  <a:lnTo>
                    <a:pt x="583788" y="246711"/>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204" name="Freeform: Shape 203"/>
            <p:cNvSpPr/>
            <p:nvPr/>
          </p:nvSpPr>
          <p:spPr bwMode="auto">
            <a:xfrm>
              <a:off x="961804" y="30376"/>
              <a:ext cx="12505" cy="3175"/>
            </a:xfrm>
            <a:custGeom>
              <a:avLst/>
              <a:gdLst>
                <a:gd name="connsiteX0" fmla="*/ 10918 w 12505"/>
                <a:gd name="connsiteY0" fmla="*/ 0 h 3176"/>
                <a:gd name="connsiteX1" fmla="*/ 1588 w 12505"/>
                <a:gd name="connsiteY1" fmla="*/ 0 h 3176"/>
                <a:gd name="connsiteX2" fmla="*/ 0 w 12505"/>
                <a:gd name="connsiteY2" fmla="*/ 1588 h 3176"/>
                <a:gd name="connsiteX3" fmla="*/ 1588 w 12505"/>
                <a:gd name="connsiteY3" fmla="*/ 3177 h 3176"/>
                <a:gd name="connsiteX4" fmla="*/ 10918 w 12505"/>
                <a:gd name="connsiteY4" fmla="*/ 3177 h 3176"/>
                <a:gd name="connsiteX5" fmla="*/ 12506 w 12505"/>
                <a:gd name="connsiteY5" fmla="*/ 1588 h 3176"/>
                <a:gd name="connsiteX6" fmla="*/ 10918 w 12505"/>
                <a:gd name="connsiteY6" fmla="*/ 0 h 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05" h="3176" extrusionOk="0">
                  <a:moveTo>
                    <a:pt x="10918" y="0"/>
                  </a:moveTo>
                  <a:lnTo>
                    <a:pt x="1588" y="0"/>
                  </a:lnTo>
                  <a:cubicBezTo>
                    <a:pt x="711" y="0"/>
                    <a:pt x="0" y="711"/>
                    <a:pt x="0" y="1588"/>
                  </a:cubicBezTo>
                  <a:cubicBezTo>
                    <a:pt x="0" y="2466"/>
                    <a:pt x="711" y="3177"/>
                    <a:pt x="1588" y="3177"/>
                  </a:cubicBezTo>
                  <a:lnTo>
                    <a:pt x="10918" y="3177"/>
                  </a:lnTo>
                  <a:cubicBezTo>
                    <a:pt x="11795" y="3177"/>
                    <a:pt x="12506" y="2466"/>
                    <a:pt x="12506" y="1588"/>
                  </a:cubicBezTo>
                  <a:cubicBezTo>
                    <a:pt x="12506" y="711"/>
                    <a:pt x="11795" y="0"/>
                    <a:pt x="10918" y="0"/>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5" name="Freeform: Shape 204"/>
            <p:cNvSpPr/>
            <p:nvPr/>
          </p:nvSpPr>
          <p:spPr bwMode="auto">
            <a:xfrm>
              <a:off x="964674" y="35617"/>
              <a:ext cx="6766" cy="3175"/>
            </a:xfrm>
            <a:custGeom>
              <a:avLst/>
              <a:gdLst>
                <a:gd name="connsiteX0" fmla="*/ 3378 w 6766"/>
                <a:gd name="connsiteY0" fmla="*/ 3177 h 3176"/>
                <a:gd name="connsiteX1" fmla="*/ 6767 w 6766"/>
                <a:gd name="connsiteY1" fmla="*/ 0 h 3176"/>
                <a:gd name="connsiteX2" fmla="*/ 0 w 6766"/>
                <a:gd name="connsiteY2" fmla="*/ 0 h 3176"/>
                <a:gd name="connsiteX3" fmla="*/ 3378 w 6766"/>
                <a:gd name="connsiteY3" fmla="*/ 3177 h 3176"/>
              </a:gdLst>
              <a:ahLst/>
              <a:cxnLst>
                <a:cxn ang="0">
                  <a:pos x="connsiteX0" y="connsiteY0"/>
                </a:cxn>
                <a:cxn ang="0">
                  <a:pos x="connsiteX1" y="connsiteY1"/>
                </a:cxn>
                <a:cxn ang="0">
                  <a:pos x="connsiteX2" y="connsiteY2"/>
                </a:cxn>
                <a:cxn ang="0">
                  <a:pos x="connsiteX3" y="connsiteY3"/>
                </a:cxn>
              </a:cxnLst>
              <a:rect l="l" t="t" r="r" b="b"/>
              <a:pathLst>
                <a:path w="6766" h="3176" extrusionOk="0">
                  <a:moveTo>
                    <a:pt x="3378" y="3177"/>
                  </a:moveTo>
                  <a:cubicBezTo>
                    <a:pt x="5168" y="3175"/>
                    <a:pt x="6649" y="1786"/>
                    <a:pt x="6767" y="0"/>
                  </a:cubicBezTo>
                  <a:lnTo>
                    <a:pt x="0" y="0"/>
                  </a:lnTo>
                  <a:cubicBezTo>
                    <a:pt x="112" y="1784"/>
                    <a:pt x="1590" y="3175"/>
                    <a:pt x="3378" y="3177"/>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6" name="Freeform: Shape 205"/>
            <p:cNvSpPr/>
            <p:nvPr/>
          </p:nvSpPr>
          <p:spPr bwMode="auto">
            <a:xfrm>
              <a:off x="954519" y="80"/>
              <a:ext cx="27076" cy="28178"/>
            </a:xfrm>
            <a:custGeom>
              <a:avLst/>
              <a:gdLst>
                <a:gd name="connsiteX0" fmla="*/ 13533 w 27076"/>
                <a:gd name="connsiteY0" fmla="*/ 0 h 28178"/>
                <a:gd name="connsiteX1" fmla="*/ 13533 w 27076"/>
                <a:gd name="connsiteY1" fmla="*/ 0 h 28178"/>
                <a:gd name="connsiteX2" fmla="*/ 0 w 27076"/>
                <a:gd name="connsiteY2" fmla="*/ 13385 h 28178"/>
                <a:gd name="connsiteX3" fmla="*/ 0 w 27076"/>
                <a:gd name="connsiteY3" fmla="*/ 13851 h 28178"/>
                <a:gd name="connsiteX4" fmla="*/ 942 w 27076"/>
                <a:gd name="connsiteY4" fmla="*/ 18595 h 28178"/>
                <a:gd name="connsiteX5" fmla="*/ 3293 w 27076"/>
                <a:gd name="connsiteY5" fmla="*/ 22449 h 28178"/>
                <a:gd name="connsiteX6" fmla="*/ 6470 w 27076"/>
                <a:gd name="connsiteY6" fmla="*/ 27596 h 28178"/>
                <a:gd name="connsiteX7" fmla="*/ 7402 w 27076"/>
                <a:gd name="connsiteY7" fmla="*/ 28178 h 28178"/>
                <a:gd name="connsiteX8" fmla="*/ 19685 w 27076"/>
                <a:gd name="connsiteY8" fmla="*/ 28178 h 28178"/>
                <a:gd name="connsiteX9" fmla="*/ 20617 w 27076"/>
                <a:gd name="connsiteY9" fmla="*/ 27596 h 28178"/>
                <a:gd name="connsiteX10" fmla="*/ 23794 w 27076"/>
                <a:gd name="connsiteY10" fmla="*/ 22449 h 28178"/>
                <a:gd name="connsiteX11" fmla="*/ 26134 w 27076"/>
                <a:gd name="connsiteY11" fmla="*/ 18595 h 28178"/>
                <a:gd name="connsiteX12" fmla="*/ 27077 w 27076"/>
                <a:gd name="connsiteY12" fmla="*/ 13904 h 28178"/>
                <a:gd name="connsiteX13" fmla="*/ 27077 w 27076"/>
                <a:gd name="connsiteY13" fmla="*/ 13438 h 28178"/>
                <a:gd name="connsiteX14" fmla="*/ 13533 w 27076"/>
                <a:gd name="connsiteY14" fmla="*/ 0 h 28178"/>
                <a:gd name="connsiteX15" fmla="*/ 23953 w 27076"/>
                <a:gd name="connsiteY15" fmla="*/ 13766 h 28178"/>
                <a:gd name="connsiteX16" fmla="*/ 23212 w 27076"/>
                <a:gd name="connsiteY16" fmla="*/ 17419 h 28178"/>
                <a:gd name="connsiteX17" fmla="*/ 21443 w 27076"/>
                <a:gd name="connsiteY17" fmla="*/ 20278 h 28178"/>
                <a:gd name="connsiteX18" fmla="*/ 18404 w 27076"/>
                <a:gd name="connsiteY18" fmla="*/ 24970 h 28178"/>
                <a:gd name="connsiteX19" fmla="*/ 8673 w 27076"/>
                <a:gd name="connsiteY19" fmla="*/ 24970 h 28178"/>
                <a:gd name="connsiteX20" fmla="*/ 5623 w 27076"/>
                <a:gd name="connsiteY20" fmla="*/ 20278 h 28178"/>
                <a:gd name="connsiteX21" fmla="*/ 3865 w 27076"/>
                <a:gd name="connsiteY21" fmla="*/ 17419 h 28178"/>
                <a:gd name="connsiteX22" fmla="*/ 3124 w 27076"/>
                <a:gd name="connsiteY22" fmla="*/ 13766 h 28178"/>
                <a:gd name="connsiteX23" fmla="*/ 3124 w 27076"/>
                <a:gd name="connsiteY23" fmla="*/ 13385 h 28178"/>
                <a:gd name="connsiteX24" fmla="*/ 13533 w 27076"/>
                <a:gd name="connsiteY24" fmla="*/ 3092 h 28178"/>
                <a:gd name="connsiteX25" fmla="*/ 13533 w 27076"/>
                <a:gd name="connsiteY25" fmla="*/ 3092 h 28178"/>
                <a:gd name="connsiteX26" fmla="*/ 23953 w 27076"/>
                <a:gd name="connsiteY26" fmla="*/ 13385 h 2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076" h="28178" extrusionOk="0">
                  <a:moveTo>
                    <a:pt x="13533" y="0"/>
                  </a:moveTo>
                  <a:lnTo>
                    <a:pt x="13533" y="0"/>
                  </a:lnTo>
                  <a:cubicBezTo>
                    <a:pt x="6138" y="51"/>
                    <a:pt x="132" y="5990"/>
                    <a:pt x="0" y="13385"/>
                  </a:cubicBezTo>
                  <a:lnTo>
                    <a:pt x="0" y="13851"/>
                  </a:lnTo>
                  <a:cubicBezTo>
                    <a:pt x="36" y="15475"/>
                    <a:pt x="355" y="17080"/>
                    <a:pt x="942" y="18595"/>
                  </a:cubicBezTo>
                  <a:cubicBezTo>
                    <a:pt x="1490" y="20010"/>
                    <a:pt x="2286" y="21315"/>
                    <a:pt x="3293" y="22449"/>
                  </a:cubicBezTo>
                  <a:cubicBezTo>
                    <a:pt x="4549" y="24035"/>
                    <a:pt x="5615" y="25762"/>
                    <a:pt x="6470" y="27596"/>
                  </a:cubicBezTo>
                  <a:cubicBezTo>
                    <a:pt x="6648" y="27948"/>
                    <a:pt x="7007" y="28173"/>
                    <a:pt x="7402" y="28178"/>
                  </a:cubicBezTo>
                  <a:lnTo>
                    <a:pt x="19685" y="28178"/>
                  </a:lnTo>
                  <a:cubicBezTo>
                    <a:pt x="20080" y="28173"/>
                    <a:pt x="20440" y="27948"/>
                    <a:pt x="20617" y="27596"/>
                  </a:cubicBezTo>
                  <a:cubicBezTo>
                    <a:pt x="21473" y="25763"/>
                    <a:pt x="22539" y="24036"/>
                    <a:pt x="23794" y="22449"/>
                  </a:cubicBezTo>
                  <a:cubicBezTo>
                    <a:pt x="24795" y="21312"/>
                    <a:pt x="25587" y="20007"/>
                    <a:pt x="26134" y="18595"/>
                  </a:cubicBezTo>
                  <a:cubicBezTo>
                    <a:pt x="26706" y="17094"/>
                    <a:pt x="27024" y="15509"/>
                    <a:pt x="27077" y="13904"/>
                  </a:cubicBezTo>
                  <a:lnTo>
                    <a:pt x="27077" y="13438"/>
                  </a:lnTo>
                  <a:cubicBezTo>
                    <a:pt x="26967" y="6021"/>
                    <a:pt x="20951" y="51"/>
                    <a:pt x="13533" y="0"/>
                  </a:cubicBezTo>
                  <a:close/>
                  <a:moveTo>
                    <a:pt x="23953" y="13766"/>
                  </a:moveTo>
                  <a:cubicBezTo>
                    <a:pt x="23909" y="15016"/>
                    <a:pt x="23659" y="16251"/>
                    <a:pt x="23212" y="17419"/>
                  </a:cubicBezTo>
                  <a:cubicBezTo>
                    <a:pt x="22794" y="18469"/>
                    <a:pt x="22196" y="19436"/>
                    <a:pt x="21443" y="20278"/>
                  </a:cubicBezTo>
                  <a:cubicBezTo>
                    <a:pt x="20254" y="21720"/>
                    <a:pt x="19234" y="23294"/>
                    <a:pt x="18404" y="24970"/>
                  </a:cubicBezTo>
                  <a:lnTo>
                    <a:pt x="8673" y="24970"/>
                  </a:lnTo>
                  <a:cubicBezTo>
                    <a:pt x="7839" y="23294"/>
                    <a:pt x="6816" y="21720"/>
                    <a:pt x="5623" y="20278"/>
                  </a:cubicBezTo>
                  <a:cubicBezTo>
                    <a:pt x="4874" y="19436"/>
                    <a:pt x="4279" y="18468"/>
                    <a:pt x="3865" y="17419"/>
                  </a:cubicBezTo>
                  <a:cubicBezTo>
                    <a:pt x="3418" y="16251"/>
                    <a:pt x="3168" y="15016"/>
                    <a:pt x="3124" y="13766"/>
                  </a:cubicBezTo>
                  <a:lnTo>
                    <a:pt x="3124" y="13385"/>
                  </a:lnTo>
                  <a:cubicBezTo>
                    <a:pt x="3222" y="7696"/>
                    <a:pt x="7843" y="3126"/>
                    <a:pt x="13533" y="3092"/>
                  </a:cubicBezTo>
                  <a:lnTo>
                    <a:pt x="13533" y="3092"/>
                  </a:lnTo>
                  <a:cubicBezTo>
                    <a:pt x="19225" y="3126"/>
                    <a:pt x="23850" y="7694"/>
                    <a:pt x="23953" y="13385"/>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7" name="Freeform: Shape 206"/>
            <p:cNvSpPr/>
            <p:nvPr/>
          </p:nvSpPr>
          <p:spPr bwMode="auto">
            <a:xfrm>
              <a:off x="962948" y="5967"/>
              <a:ext cx="11415" cy="15883"/>
            </a:xfrm>
            <a:custGeom>
              <a:avLst/>
              <a:gdLst>
                <a:gd name="connsiteX0" fmla="*/ 0 w 11415"/>
                <a:gd name="connsiteY0" fmla="*/ 10939 h 15883"/>
                <a:gd name="connsiteX1" fmla="*/ 5602 w 11415"/>
                <a:gd name="connsiteY1" fmla="*/ 0 h 15883"/>
                <a:gd name="connsiteX2" fmla="*/ 5602 w 11415"/>
                <a:gd name="connsiteY2" fmla="*/ 6332 h 15883"/>
                <a:gd name="connsiteX3" fmla="*/ 11415 w 11415"/>
                <a:gd name="connsiteY3" fmla="*/ 5178 h 15883"/>
                <a:gd name="connsiteX4" fmla="*/ 5602 w 11415"/>
                <a:gd name="connsiteY4" fmla="*/ 15884 h 15883"/>
                <a:gd name="connsiteX5" fmla="*/ 5602 w 11415"/>
                <a:gd name="connsiteY5" fmla="*/ 9668 h 15883"/>
                <a:gd name="connsiteX6" fmla="*/ 0 w 11415"/>
                <a:gd name="connsiteY6" fmla="*/ 10939 h 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5" h="15883" extrusionOk="0">
                  <a:moveTo>
                    <a:pt x="0" y="10939"/>
                  </a:moveTo>
                  <a:lnTo>
                    <a:pt x="5602" y="0"/>
                  </a:lnTo>
                  <a:lnTo>
                    <a:pt x="5602" y="6332"/>
                  </a:lnTo>
                  <a:lnTo>
                    <a:pt x="11415" y="5178"/>
                  </a:lnTo>
                  <a:lnTo>
                    <a:pt x="5602" y="15884"/>
                  </a:lnTo>
                  <a:lnTo>
                    <a:pt x="5602" y="9668"/>
                  </a:lnTo>
                  <a:lnTo>
                    <a:pt x="0" y="10939"/>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8" name="Freeform: Shape 207"/>
            <p:cNvSpPr/>
            <p:nvPr/>
          </p:nvSpPr>
          <p:spPr bwMode="auto">
            <a:xfrm>
              <a:off x="981755"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9" name="Freeform: Shape 208"/>
            <p:cNvSpPr/>
            <p:nvPr/>
          </p:nvSpPr>
          <p:spPr bwMode="auto">
            <a:xfrm>
              <a:off x="937808"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0" name="Freeform: Shape 209"/>
            <p:cNvSpPr/>
            <p:nvPr/>
          </p:nvSpPr>
          <p:spPr bwMode="auto">
            <a:xfrm>
              <a:off x="976608" y="56182"/>
              <a:ext cx="29862" cy="16498"/>
            </a:xfrm>
            <a:custGeom>
              <a:avLst/>
              <a:gdLst>
                <a:gd name="connsiteX0" fmla="*/ 28210 w 29862"/>
                <a:gd name="connsiteY0" fmla="*/ 4903 h 16498"/>
                <a:gd name="connsiteX1" fmla="*/ 20162 w 29862"/>
                <a:gd name="connsiteY1" fmla="*/ 1059 h 16498"/>
                <a:gd name="connsiteX2" fmla="*/ 13385 w 29862"/>
                <a:gd name="connsiteY2" fmla="*/ 0 h 16498"/>
                <a:gd name="connsiteX3" fmla="*/ 6608 w 29862"/>
                <a:gd name="connsiteY3" fmla="*/ 1059 h 16498"/>
                <a:gd name="connsiteX4" fmla="*/ 381 w 29862"/>
                <a:gd name="connsiteY4" fmla="*/ 3727 h 16498"/>
                <a:gd name="connsiteX5" fmla="*/ 0 w 29862"/>
                <a:gd name="connsiteY5" fmla="*/ 4162 h 16498"/>
                <a:gd name="connsiteX6" fmla="*/ 8471 w 29862"/>
                <a:gd name="connsiteY6" fmla="*/ 8397 h 16498"/>
                <a:gd name="connsiteX7" fmla="*/ 11574 w 29862"/>
                <a:gd name="connsiteY7" fmla="*/ 14613 h 16498"/>
                <a:gd name="connsiteX8" fmla="*/ 11574 w 29862"/>
                <a:gd name="connsiteY8" fmla="*/ 16498 h 16498"/>
                <a:gd name="connsiteX9" fmla="*/ 29862 w 29862"/>
                <a:gd name="connsiteY9" fmla="*/ 16498 h 16498"/>
                <a:gd name="connsiteX10" fmla="*/ 29862 w 29862"/>
                <a:gd name="connsiteY10" fmla="*/ 8207 h 16498"/>
                <a:gd name="connsiteX11" fmla="*/ 28210 w 29862"/>
                <a:gd name="connsiteY11" fmla="*/ 4903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62" h="16498" extrusionOk="0">
                  <a:moveTo>
                    <a:pt x="28210" y="4903"/>
                  </a:moveTo>
                  <a:cubicBezTo>
                    <a:pt x="25837" y="3055"/>
                    <a:pt x="23091" y="1743"/>
                    <a:pt x="20162" y="1059"/>
                  </a:cubicBezTo>
                  <a:cubicBezTo>
                    <a:pt x="17958" y="416"/>
                    <a:pt x="15680" y="60"/>
                    <a:pt x="13385" y="0"/>
                  </a:cubicBezTo>
                  <a:cubicBezTo>
                    <a:pt x="11084" y="-5"/>
                    <a:pt x="8797" y="352"/>
                    <a:pt x="6608" y="1059"/>
                  </a:cubicBezTo>
                  <a:cubicBezTo>
                    <a:pt x="4414" y="1644"/>
                    <a:pt x="2317" y="2542"/>
                    <a:pt x="381" y="3727"/>
                  </a:cubicBezTo>
                  <a:cubicBezTo>
                    <a:pt x="254" y="3876"/>
                    <a:pt x="138" y="4024"/>
                    <a:pt x="0" y="4162"/>
                  </a:cubicBezTo>
                  <a:cubicBezTo>
                    <a:pt x="3080" y="4990"/>
                    <a:pt x="5961" y="6431"/>
                    <a:pt x="8471" y="8397"/>
                  </a:cubicBezTo>
                  <a:cubicBezTo>
                    <a:pt x="10453" y="9843"/>
                    <a:pt x="11609" y="12161"/>
                    <a:pt x="11574" y="14613"/>
                  </a:cubicBezTo>
                  <a:lnTo>
                    <a:pt x="11574" y="16498"/>
                  </a:lnTo>
                  <a:lnTo>
                    <a:pt x="29862" y="16498"/>
                  </a:lnTo>
                  <a:lnTo>
                    <a:pt x="29862" y="8207"/>
                  </a:lnTo>
                  <a:cubicBezTo>
                    <a:pt x="29894" y="6899"/>
                    <a:pt x="29275" y="5662"/>
                    <a:pt x="28210" y="4903"/>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1" name="Freeform: Shape 210"/>
            <p:cNvSpPr/>
            <p:nvPr/>
          </p:nvSpPr>
          <p:spPr bwMode="auto">
            <a:xfrm>
              <a:off x="929571" y="56182"/>
              <a:ext cx="29861" cy="16498"/>
            </a:xfrm>
            <a:custGeom>
              <a:avLst/>
              <a:gdLst>
                <a:gd name="connsiteX0" fmla="*/ 18309 w 29861"/>
                <a:gd name="connsiteY0" fmla="*/ 14613 h 16498"/>
                <a:gd name="connsiteX1" fmla="*/ 21274 w 29861"/>
                <a:gd name="connsiteY1" fmla="*/ 8503 h 16498"/>
                <a:gd name="connsiteX2" fmla="*/ 21401 w 29861"/>
                <a:gd name="connsiteY2" fmla="*/ 8397 h 16498"/>
                <a:gd name="connsiteX3" fmla="*/ 21539 w 29861"/>
                <a:gd name="connsiteY3" fmla="*/ 8302 h 16498"/>
                <a:gd name="connsiteX4" fmla="*/ 29862 w 29861"/>
                <a:gd name="connsiteY4" fmla="*/ 4172 h 16498"/>
                <a:gd name="connsiteX5" fmla="*/ 29258 w 29861"/>
                <a:gd name="connsiteY5" fmla="*/ 3484 h 16498"/>
                <a:gd name="connsiteX6" fmla="*/ 23296 w 29861"/>
                <a:gd name="connsiteY6" fmla="*/ 1059 h 16498"/>
                <a:gd name="connsiteX7" fmla="*/ 16519 w 29861"/>
                <a:gd name="connsiteY7" fmla="*/ 0 h 16498"/>
                <a:gd name="connsiteX8" fmla="*/ 9742 w 29861"/>
                <a:gd name="connsiteY8" fmla="*/ 1059 h 16498"/>
                <a:gd name="connsiteX9" fmla="*/ 1694 w 29861"/>
                <a:gd name="connsiteY9" fmla="*/ 4903 h 16498"/>
                <a:gd name="connsiteX10" fmla="*/ 0 w 29861"/>
                <a:gd name="connsiteY10" fmla="*/ 8207 h 16498"/>
                <a:gd name="connsiteX11" fmla="*/ 0 w 29861"/>
                <a:gd name="connsiteY11" fmla="*/ 16498 h 16498"/>
                <a:gd name="connsiteX12" fmla="*/ 18309 w 29861"/>
                <a:gd name="connsiteY12" fmla="*/ 16498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61" h="16498" extrusionOk="0">
                  <a:moveTo>
                    <a:pt x="18309" y="14613"/>
                  </a:moveTo>
                  <a:cubicBezTo>
                    <a:pt x="18311" y="12230"/>
                    <a:pt x="19403" y="9980"/>
                    <a:pt x="21274" y="8503"/>
                  </a:cubicBezTo>
                  <a:lnTo>
                    <a:pt x="21401" y="8397"/>
                  </a:lnTo>
                  <a:lnTo>
                    <a:pt x="21539" y="8302"/>
                  </a:lnTo>
                  <a:cubicBezTo>
                    <a:pt x="24078" y="6496"/>
                    <a:pt x="26887" y="5102"/>
                    <a:pt x="29862" y="4172"/>
                  </a:cubicBezTo>
                  <a:cubicBezTo>
                    <a:pt x="29650" y="3950"/>
                    <a:pt x="29459" y="3717"/>
                    <a:pt x="29258" y="3484"/>
                  </a:cubicBezTo>
                  <a:cubicBezTo>
                    <a:pt x="27397" y="2394"/>
                    <a:pt x="25389" y="1578"/>
                    <a:pt x="23296" y="1059"/>
                  </a:cubicBezTo>
                  <a:cubicBezTo>
                    <a:pt x="21092" y="415"/>
                    <a:pt x="18814" y="59"/>
                    <a:pt x="16519" y="0"/>
                  </a:cubicBezTo>
                  <a:cubicBezTo>
                    <a:pt x="14219" y="-4"/>
                    <a:pt x="11932" y="353"/>
                    <a:pt x="9742" y="1059"/>
                  </a:cubicBezTo>
                  <a:cubicBezTo>
                    <a:pt x="6854" y="1856"/>
                    <a:pt x="4129" y="3157"/>
                    <a:pt x="1694" y="4903"/>
                  </a:cubicBezTo>
                  <a:cubicBezTo>
                    <a:pt x="651" y="5685"/>
                    <a:pt x="26" y="6903"/>
                    <a:pt x="0" y="8207"/>
                  </a:cubicBezTo>
                  <a:lnTo>
                    <a:pt x="0" y="16498"/>
                  </a:lnTo>
                  <a:lnTo>
                    <a:pt x="18309" y="16498"/>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2" name="Freeform: Shape 211"/>
            <p:cNvSpPr/>
            <p:nvPr/>
          </p:nvSpPr>
          <p:spPr bwMode="auto">
            <a:xfrm>
              <a:off x="951543" y="62599"/>
              <a:ext cx="32955" cy="16434"/>
            </a:xfrm>
            <a:custGeom>
              <a:avLst/>
              <a:gdLst>
                <a:gd name="connsiteX0" fmla="*/ 0 w 32955"/>
                <a:gd name="connsiteY0" fmla="*/ 16435 h 16434"/>
                <a:gd name="connsiteX1" fmla="*/ 0 w 32955"/>
                <a:gd name="connsiteY1" fmla="*/ 8196 h 16434"/>
                <a:gd name="connsiteX2" fmla="*/ 1652 w 32955"/>
                <a:gd name="connsiteY2" fmla="*/ 4903 h 16434"/>
                <a:gd name="connsiteX3" fmla="*/ 9700 w 32955"/>
                <a:gd name="connsiteY3" fmla="*/ 1059 h 16434"/>
                <a:gd name="connsiteX4" fmla="*/ 16477 w 32955"/>
                <a:gd name="connsiteY4" fmla="*/ 0 h 16434"/>
                <a:gd name="connsiteX5" fmla="*/ 23254 w 32955"/>
                <a:gd name="connsiteY5" fmla="*/ 1059 h 16434"/>
                <a:gd name="connsiteX6" fmla="*/ 31312 w 32955"/>
                <a:gd name="connsiteY6" fmla="*/ 4903 h 16434"/>
                <a:gd name="connsiteX7" fmla="*/ 32954 w 32955"/>
                <a:gd name="connsiteY7" fmla="*/ 8196 h 16434"/>
                <a:gd name="connsiteX8" fmla="*/ 32954 w 32955"/>
                <a:gd name="connsiteY8" fmla="*/ 16435 h 1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55" h="16434" extrusionOk="0">
                  <a:moveTo>
                    <a:pt x="0" y="16435"/>
                  </a:moveTo>
                  <a:lnTo>
                    <a:pt x="0" y="8196"/>
                  </a:lnTo>
                  <a:cubicBezTo>
                    <a:pt x="5" y="6900"/>
                    <a:pt x="616" y="5682"/>
                    <a:pt x="1652" y="4903"/>
                  </a:cubicBezTo>
                  <a:cubicBezTo>
                    <a:pt x="4083" y="3150"/>
                    <a:pt x="6809" y="1848"/>
                    <a:pt x="9700" y="1059"/>
                  </a:cubicBezTo>
                  <a:cubicBezTo>
                    <a:pt x="11888" y="348"/>
                    <a:pt x="14176" y="-9"/>
                    <a:pt x="16477" y="0"/>
                  </a:cubicBezTo>
                  <a:cubicBezTo>
                    <a:pt x="18773" y="54"/>
                    <a:pt x="21051" y="410"/>
                    <a:pt x="23254" y="1059"/>
                  </a:cubicBezTo>
                  <a:cubicBezTo>
                    <a:pt x="26189" y="1736"/>
                    <a:pt x="28939" y="3049"/>
                    <a:pt x="31312" y="4903"/>
                  </a:cubicBezTo>
                  <a:cubicBezTo>
                    <a:pt x="32373" y="5660"/>
                    <a:pt x="32988" y="6894"/>
                    <a:pt x="32954" y="8196"/>
                  </a:cubicBezTo>
                  <a:lnTo>
                    <a:pt x="32954" y="16435"/>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3" name="Freeform: Shape 212"/>
            <p:cNvSpPr/>
            <p:nvPr/>
          </p:nvSpPr>
          <p:spPr bwMode="auto">
            <a:xfrm>
              <a:off x="959782" y="43877"/>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grpSp>
          <p:nvGrpSpPr>
            <p:cNvPr id="214" name="Graphic 73" descr="Box"/>
            <p:cNvGrpSpPr/>
            <p:nvPr/>
          </p:nvGrpSpPr>
          <p:grpSpPr bwMode="auto">
            <a:xfrm>
              <a:off x="6281286" y="416153"/>
              <a:ext cx="57759" cy="68961"/>
              <a:chOff x="6281286" y="416153"/>
              <a:chExt cx="57759" cy="68961"/>
            </a:xfrm>
            <a:solidFill>
              <a:srgbClr val="000000">
                <a:alpha val="50000"/>
              </a:srgbClr>
            </a:solidFill>
          </p:grpSpPr>
          <p:sp>
            <p:nvSpPr>
              <p:cNvPr id="215" name="Freeform: Shape 214"/>
              <p:cNvSpPr/>
              <p:nvPr/>
            </p:nvSpPr>
            <p:spPr bwMode="auto">
              <a:xfrm>
                <a:off x="6281286" y="425692"/>
                <a:ext cx="42007" cy="25466"/>
              </a:xfrm>
              <a:custGeom>
                <a:avLst/>
                <a:gdLst>
                  <a:gd name="connsiteX0" fmla="*/ 13127 w 42007"/>
                  <a:gd name="connsiteY0" fmla="*/ 0 h 25466"/>
                  <a:gd name="connsiteX1" fmla="*/ 0 w 42007"/>
                  <a:gd name="connsiteY1" fmla="*/ 7964 h 25466"/>
                  <a:gd name="connsiteX2" fmla="*/ 28880 w 42007"/>
                  <a:gd name="connsiteY2" fmla="*/ 25467 h 25466"/>
                  <a:gd name="connsiteX3" fmla="*/ 42007 w 42007"/>
                  <a:gd name="connsiteY3" fmla="*/ 17503 h 25466"/>
                </a:gdLst>
                <a:ahLst/>
                <a:cxnLst>
                  <a:cxn ang="0">
                    <a:pos x="connsiteX0" y="connsiteY0"/>
                  </a:cxn>
                  <a:cxn ang="0">
                    <a:pos x="connsiteX1" y="connsiteY1"/>
                  </a:cxn>
                  <a:cxn ang="0">
                    <a:pos x="connsiteX2" y="connsiteY2"/>
                  </a:cxn>
                  <a:cxn ang="0">
                    <a:pos x="connsiteX3" y="connsiteY3"/>
                  </a:cxn>
                </a:cxnLst>
                <a:rect l="l" t="t" r="r" b="b"/>
                <a:pathLst>
                  <a:path w="42007" h="25466" extrusionOk="0">
                    <a:moveTo>
                      <a:pt x="13127" y="0"/>
                    </a:moveTo>
                    <a:lnTo>
                      <a:pt x="0" y="7964"/>
                    </a:lnTo>
                    <a:lnTo>
                      <a:pt x="28880" y="25467"/>
                    </a:lnTo>
                    <a:lnTo>
                      <a:pt x="42007" y="17503"/>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216" name="Freeform: Shape 215"/>
              <p:cNvSpPr/>
              <p:nvPr/>
            </p:nvSpPr>
            <p:spPr bwMode="auto">
              <a:xfrm>
                <a:off x="6297738" y="416153"/>
                <a:ext cx="41306" cy="25029"/>
              </a:xfrm>
              <a:custGeom>
                <a:avLst/>
                <a:gdLst>
                  <a:gd name="connsiteX0" fmla="*/ 41307 w 41306"/>
                  <a:gd name="connsiteY0" fmla="*/ 17503 h 25029"/>
                  <a:gd name="connsiteX1" fmla="*/ 12427 w 41306"/>
                  <a:gd name="connsiteY1" fmla="*/ 0 h 25029"/>
                  <a:gd name="connsiteX2" fmla="*/ 0 w 41306"/>
                  <a:gd name="connsiteY2" fmla="*/ 7526 h 25029"/>
                  <a:gd name="connsiteX3" fmla="*/ 28880 w 41306"/>
                  <a:gd name="connsiteY3" fmla="*/ 25029 h 25029"/>
                </a:gdLst>
                <a:ahLst/>
                <a:cxnLst>
                  <a:cxn ang="0">
                    <a:pos x="connsiteX0" y="connsiteY0"/>
                  </a:cxn>
                  <a:cxn ang="0">
                    <a:pos x="connsiteX1" y="connsiteY1"/>
                  </a:cxn>
                  <a:cxn ang="0">
                    <a:pos x="connsiteX2" y="connsiteY2"/>
                  </a:cxn>
                  <a:cxn ang="0">
                    <a:pos x="connsiteX3" y="connsiteY3"/>
                  </a:cxn>
                </a:cxnLst>
                <a:rect l="l" t="t" r="r" b="b"/>
                <a:pathLst>
                  <a:path w="41306" h="25029" extrusionOk="0">
                    <a:moveTo>
                      <a:pt x="41307" y="17503"/>
                    </a:moveTo>
                    <a:lnTo>
                      <a:pt x="12427" y="0"/>
                    </a:lnTo>
                    <a:lnTo>
                      <a:pt x="0" y="7526"/>
                    </a:lnTo>
                    <a:lnTo>
                      <a:pt x="28880" y="25029"/>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217" name="Freeform: Shape 216"/>
              <p:cNvSpPr/>
              <p:nvPr/>
            </p:nvSpPr>
            <p:spPr bwMode="auto">
              <a:xfrm>
                <a:off x="6281286" y="437769"/>
                <a:ext cx="27129" cy="47345"/>
              </a:xfrm>
              <a:custGeom>
                <a:avLst/>
                <a:gdLst>
                  <a:gd name="connsiteX0" fmla="*/ 0 w 27129"/>
                  <a:gd name="connsiteY0" fmla="*/ 2888 h 47345"/>
                  <a:gd name="connsiteX1" fmla="*/ 0 w 27129"/>
                  <a:gd name="connsiteY1" fmla="*/ 30893 h 47345"/>
                  <a:gd name="connsiteX2" fmla="*/ 27130 w 27129"/>
                  <a:gd name="connsiteY2" fmla="*/ 47345 h 47345"/>
                  <a:gd name="connsiteX3" fmla="*/ 27130 w 27129"/>
                  <a:gd name="connsiteY3" fmla="*/ 16453 h 47345"/>
                  <a:gd name="connsiteX4" fmla="*/ 0 w 27129"/>
                  <a:gd name="connsiteY4" fmla="*/ 0 h 4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29" h="47345" extrusionOk="0">
                    <a:moveTo>
                      <a:pt x="0" y="2888"/>
                    </a:moveTo>
                    <a:lnTo>
                      <a:pt x="0" y="30893"/>
                    </a:lnTo>
                    <a:lnTo>
                      <a:pt x="27130" y="47345"/>
                    </a:lnTo>
                    <a:lnTo>
                      <a:pt x="27130" y="16453"/>
                    </a:lnTo>
                    <a:lnTo>
                      <a:pt x="0" y="0"/>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218" name="Freeform: Shape 217"/>
              <p:cNvSpPr/>
              <p:nvPr/>
            </p:nvSpPr>
            <p:spPr bwMode="auto">
              <a:xfrm>
                <a:off x="6311916" y="437769"/>
                <a:ext cx="27129" cy="47345"/>
              </a:xfrm>
              <a:custGeom>
                <a:avLst/>
                <a:gdLst>
                  <a:gd name="connsiteX0" fmla="*/ 9627 w 27129"/>
                  <a:gd name="connsiteY0" fmla="*/ 21266 h 47345"/>
                  <a:gd name="connsiteX1" fmla="*/ 3501 w 27129"/>
                  <a:gd name="connsiteY1" fmla="*/ 24767 h 47345"/>
                  <a:gd name="connsiteX2" fmla="*/ 3501 w 27129"/>
                  <a:gd name="connsiteY2" fmla="*/ 18641 h 47345"/>
                  <a:gd name="connsiteX3" fmla="*/ 9627 w 27129"/>
                  <a:gd name="connsiteY3" fmla="*/ 15140 h 47345"/>
                  <a:gd name="connsiteX4" fmla="*/ 9627 w 27129"/>
                  <a:gd name="connsiteY4" fmla="*/ 21266 h 47345"/>
                  <a:gd name="connsiteX5" fmla="*/ 0 w 27129"/>
                  <a:gd name="connsiteY5" fmla="*/ 16453 h 47345"/>
                  <a:gd name="connsiteX6" fmla="*/ 0 w 27129"/>
                  <a:gd name="connsiteY6" fmla="*/ 47345 h 47345"/>
                  <a:gd name="connsiteX7" fmla="*/ 27130 w 27129"/>
                  <a:gd name="connsiteY7" fmla="*/ 30893 h 47345"/>
                  <a:gd name="connsiteX8" fmla="*/ 27130 w 27129"/>
                  <a:gd name="connsiteY8" fmla="*/ 0 h 47345"/>
                  <a:gd name="connsiteX9" fmla="*/ 0 w 27129"/>
                  <a:gd name="connsiteY9" fmla="*/ 16453 h 4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29" h="47345" extrusionOk="0">
                    <a:moveTo>
                      <a:pt x="9627" y="21266"/>
                    </a:moveTo>
                    <a:lnTo>
                      <a:pt x="3501" y="24767"/>
                    </a:lnTo>
                    <a:lnTo>
                      <a:pt x="3501" y="18641"/>
                    </a:lnTo>
                    <a:lnTo>
                      <a:pt x="9627" y="15140"/>
                    </a:lnTo>
                    <a:lnTo>
                      <a:pt x="9627" y="21266"/>
                    </a:lnTo>
                    <a:close/>
                    <a:moveTo>
                      <a:pt x="0" y="16453"/>
                    </a:moveTo>
                    <a:lnTo>
                      <a:pt x="0" y="47345"/>
                    </a:lnTo>
                    <a:lnTo>
                      <a:pt x="27130" y="30893"/>
                    </a:lnTo>
                    <a:lnTo>
                      <a:pt x="27130" y="0"/>
                    </a:lnTo>
                    <a:lnTo>
                      <a:pt x="0" y="16453"/>
                    </a:lnTo>
                    <a:close/>
                  </a:path>
                </a:pathLst>
              </a:custGeom>
              <a:solidFill>
                <a:srgbClr val="000000">
                  <a:alpha val="50000"/>
                </a:srgbClr>
              </a:solidFill>
              <a:ln w="794" cap="flat">
                <a:noFill/>
                <a:prstDash val="solid"/>
                <a:miter/>
              </a:ln>
            </p:spPr>
            <p:txBody>
              <a:bodyPr rtlCol="0" anchor="ctr"/>
              <a:lstStyle/>
              <a:p>
                <a:pPr>
                  <a:defRPr/>
                </a:pPr>
                <a:endParaRPr lang="en-IN"/>
              </a:p>
            </p:txBody>
          </p:sp>
        </p:grpSp>
        <p:sp>
          <p:nvSpPr>
            <p:cNvPr id="220" name="Freeform: Shape 219"/>
            <p:cNvSpPr/>
            <p:nvPr/>
          </p:nvSpPr>
          <p:spPr bwMode="auto">
            <a:xfrm>
              <a:off x="9403756" y="104128"/>
              <a:ext cx="77012" cy="13477"/>
            </a:xfrm>
            <a:custGeom>
              <a:avLst/>
              <a:gdLst>
                <a:gd name="connsiteX0" fmla="*/ 38506 w 77012"/>
                <a:gd name="connsiteY0" fmla="*/ 3851 h 13477"/>
                <a:gd name="connsiteX1" fmla="*/ 41394 w 77012"/>
                <a:gd name="connsiteY1" fmla="*/ 6739 h 13477"/>
                <a:gd name="connsiteX2" fmla="*/ 38506 w 77012"/>
                <a:gd name="connsiteY2" fmla="*/ 9627 h 13477"/>
                <a:gd name="connsiteX3" fmla="*/ 35618 w 77012"/>
                <a:gd name="connsiteY3" fmla="*/ 6739 h 13477"/>
                <a:gd name="connsiteX4" fmla="*/ 38506 w 77012"/>
                <a:gd name="connsiteY4" fmla="*/ 3851 h 13477"/>
                <a:gd name="connsiteX5" fmla="*/ 0 w 77012"/>
                <a:gd name="connsiteY5" fmla="*/ 13477 h 13477"/>
                <a:gd name="connsiteX6" fmla="*/ 77013 w 77012"/>
                <a:gd name="connsiteY6" fmla="*/ 13477 h 13477"/>
                <a:gd name="connsiteX7" fmla="*/ 77013 w 77012"/>
                <a:gd name="connsiteY7" fmla="*/ 0 h 13477"/>
                <a:gd name="connsiteX8" fmla="*/ 0 w 77012"/>
                <a:gd name="connsiteY8" fmla="*/ 0 h 13477"/>
                <a:gd name="connsiteX9" fmla="*/ 0 w 77012"/>
                <a:gd name="connsiteY9" fmla="*/ 13477 h 1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012" h="13477" extrusionOk="0">
                  <a:moveTo>
                    <a:pt x="38506" y="3851"/>
                  </a:moveTo>
                  <a:cubicBezTo>
                    <a:pt x="40143" y="3851"/>
                    <a:pt x="41394" y="5102"/>
                    <a:pt x="41394" y="6739"/>
                  </a:cubicBezTo>
                  <a:cubicBezTo>
                    <a:pt x="41394" y="8375"/>
                    <a:pt x="40143" y="9627"/>
                    <a:pt x="38506" y="9627"/>
                  </a:cubicBezTo>
                  <a:cubicBezTo>
                    <a:pt x="36870" y="9627"/>
                    <a:pt x="35618" y="8375"/>
                    <a:pt x="35618" y="6739"/>
                  </a:cubicBezTo>
                  <a:cubicBezTo>
                    <a:pt x="35618" y="5102"/>
                    <a:pt x="36870" y="3851"/>
                    <a:pt x="38506" y="3851"/>
                  </a:cubicBezTo>
                  <a:close/>
                  <a:moveTo>
                    <a:pt x="0" y="13477"/>
                  </a:moveTo>
                  <a:lnTo>
                    <a:pt x="77013" y="13477"/>
                  </a:lnTo>
                  <a:lnTo>
                    <a:pt x="77013" y="0"/>
                  </a:lnTo>
                  <a:lnTo>
                    <a:pt x="0" y="0"/>
                  </a:lnTo>
                  <a:lnTo>
                    <a:pt x="0" y="13477"/>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1" name="Freeform: Shape 220"/>
            <p:cNvSpPr/>
            <p:nvPr/>
          </p:nvSpPr>
          <p:spPr bwMode="auto">
            <a:xfrm>
              <a:off x="9423009" y="71398"/>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2" name="Freeform: Shape 221"/>
            <p:cNvSpPr/>
            <p:nvPr/>
          </p:nvSpPr>
          <p:spPr bwMode="auto">
            <a:xfrm>
              <a:off x="9423009" y="63697"/>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3" name="Freeform: Shape 222"/>
            <p:cNvSpPr/>
            <p:nvPr/>
          </p:nvSpPr>
          <p:spPr bwMode="auto">
            <a:xfrm>
              <a:off x="9423009" y="55995"/>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4" name="Freeform: Shape 223"/>
            <p:cNvSpPr/>
            <p:nvPr/>
          </p:nvSpPr>
          <p:spPr bwMode="auto">
            <a:xfrm>
              <a:off x="9403756" y="48294"/>
              <a:ext cx="77012" cy="51983"/>
            </a:xfrm>
            <a:custGeom>
              <a:avLst/>
              <a:gdLst>
                <a:gd name="connsiteX0" fmla="*/ 65461 w 77012"/>
                <a:gd name="connsiteY0" fmla="*/ 30805 h 51983"/>
                <a:gd name="connsiteX1" fmla="*/ 42357 w 77012"/>
                <a:gd name="connsiteY1" fmla="*/ 30805 h 51983"/>
                <a:gd name="connsiteX2" fmla="*/ 42357 w 77012"/>
                <a:gd name="connsiteY2" fmla="*/ 21178 h 51983"/>
                <a:gd name="connsiteX3" fmla="*/ 65461 w 77012"/>
                <a:gd name="connsiteY3" fmla="*/ 21178 h 51983"/>
                <a:gd name="connsiteX4" fmla="*/ 65461 w 77012"/>
                <a:gd name="connsiteY4" fmla="*/ 30805 h 51983"/>
                <a:gd name="connsiteX5" fmla="*/ 32730 w 77012"/>
                <a:gd name="connsiteY5" fmla="*/ 30805 h 51983"/>
                <a:gd name="connsiteX6" fmla="*/ 15403 w 77012"/>
                <a:gd name="connsiteY6" fmla="*/ 30805 h 51983"/>
                <a:gd name="connsiteX7" fmla="*/ 15403 w 77012"/>
                <a:gd name="connsiteY7" fmla="*/ 3851 h 51983"/>
                <a:gd name="connsiteX8" fmla="*/ 32730 w 77012"/>
                <a:gd name="connsiteY8" fmla="*/ 3851 h 51983"/>
                <a:gd name="connsiteX9" fmla="*/ 32730 w 77012"/>
                <a:gd name="connsiteY9" fmla="*/ 30805 h 51983"/>
                <a:gd name="connsiteX10" fmla="*/ 71237 w 77012"/>
                <a:gd name="connsiteY10" fmla="*/ 30805 h 51983"/>
                <a:gd name="connsiteX11" fmla="*/ 71237 w 77012"/>
                <a:gd name="connsiteY11" fmla="*/ 19253 h 51983"/>
                <a:gd name="connsiteX12" fmla="*/ 67386 w 77012"/>
                <a:gd name="connsiteY12" fmla="*/ 15403 h 51983"/>
                <a:gd name="connsiteX13" fmla="*/ 36581 w 77012"/>
                <a:gd name="connsiteY13" fmla="*/ 15403 h 51983"/>
                <a:gd name="connsiteX14" fmla="*/ 36581 w 77012"/>
                <a:gd name="connsiteY14" fmla="*/ 1925 h 51983"/>
                <a:gd name="connsiteX15" fmla="*/ 34656 w 77012"/>
                <a:gd name="connsiteY15" fmla="*/ 0 h 51983"/>
                <a:gd name="connsiteX16" fmla="*/ 13477 w 77012"/>
                <a:gd name="connsiteY16" fmla="*/ 0 h 51983"/>
                <a:gd name="connsiteX17" fmla="*/ 11552 w 77012"/>
                <a:gd name="connsiteY17" fmla="*/ 1925 h 51983"/>
                <a:gd name="connsiteX18" fmla="*/ 11552 w 77012"/>
                <a:gd name="connsiteY18" fmla="*/ 15403 h 51983"/>
                <a:gd name="connsiteX19" fmla="*/ 9627 w 77012"/>
                <a:gd name="connsiteY19" fmla="*/ 15403 h 51983"/>
                <a:gd name="connsiteX20" fmla="*/ 5776 w 77012"/>
                <a:gd name="connsiteY20" fmla="*/ 19253 h 51983"/>
                <a:gd name="connsiteX21" fmla="*/ 5776 w 77012"/>
                <a:gd name="connsiteY21" fmla="*/ 30805 h 51983"/>
                <a:gd name="connsiteX22" fmla="*/ 0 w 77012"/>
                <a:gd name="connsiteY22" fmla="*/ 44282 h 51983"/>
                <a:gd name="connsiteX23" fmla="*/ 0 w 77012"/>
                <a:gd name="connsiteY23" fmla="*/ 51983 h 51983"/>
                <a:gd name="connsiteX24" fmla="*/ 77013 w 77012"/>
                <a:gd name="connsiteY24" fmla="*/ 51983 h 51983"/>
                <a:gd name="connsiteX25" fmla="*/ 77013 w 77012"/>
                <a:gd name="connsiteY25" fmla="*/ 44282 h 51983"/>
                <a:gd name="connsiteX26" fmla="*/ 71237 w 77012"/>
                <a:gd name="connsiteY26" fmla="*/ 30805 h 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012" h="51983" extrusionOk="0">
                  <a:moveTo>
                    <a:pt x="65461" y="30805"/>
                  </a:moveTo>
                  <a:lnTo>
                    <a:pt x="42357" y="30805"/>
                  </a:lnTo>
                  <a:lnTo>
                    <a:pt x="42357" y="21178"/>
                  </a:lnTo>
                  <a:lnTo>
                    <a:pt x="65461" y="21178"/>
                  </a:lnTo>
                  <a:lnTo>
                    <a:pt x="65461" y="30805"/>
                  </a:lnTo>
                  <a:close/>
                  <a:moveTo>
                    <a:pt x="32730" y="30805"/>
                  </a:moveTo>
                  <a:lnTo>
                    <a:pt x="15403" y="30805"/>
                  </a:lnTo>
                  <a:lnTo>
                    <a:pt x="15403" y="3851"/>
                  </a:lnTo>
                  <a:lnTo>
                    <a:pt x="32730" y="3851"/>
                  </a:lnTo>
                  <a:lnTo>
                    <a:pt x="32730" y="30805"/>
                  </a:lnTo>
                  <a:close/>
                  <a:moveTo>
                    <a:pt x="71237" y="30805"/>
                  </a:moveTo>
                  <a:lnTo>
                    <a:pt x="71237" y="19253"/>
                  </a:lnTo>
                  <a:cubicBezTo>
                    <a:pt x="71237" y="17135"/>
                    <a:pt x="69504" y="15403"/>
                    <a:pt x="67386" y="15403"/>
                  </a:cubicBezTo>
                  <a:lnTo>
                    <a:pt x="36581" y="15403"/>
                  </a:lnTo>
                  <a:lnTo>
                    <a:pt x="36581" y="1925"/>
                  </a:lnTo>
                  <a:cubicBezTo>
                    <a:pt x="36581" y="866"/>
                    <a:pt x="35715" y="0"/>
                    <a:pt x="34656" y="0"/>
                  </a:cubicBezTo>
                  <a:lnTo>
                    <a:pt x="13477" y="0"/>
                  </a:lnTo>
                  <a:cubicBezTo>
                    <a:pt x="12418" y="0"/>
                    <a:pt x="11552" y="866"/>
                    <a:pt x="11552" y="1925"/>
                  </a:cubicBezTo>
                  <a:lnTo>
                    <a:pt x="11552" y="15403"/>
                  </a:lnTo>
                  <a:lnTo>
                    <a:pt x="9627" y="15403"/>
                  </a:lnTo>
                  <a:cubicBezTo>
                    <a:pt x="7509" y="15403"/>
                    <a:pt x="5776" y="17135"/>
                    <a:pt x="5776" y="19253"/>
                  </a:cubicBezTo>
                  <a:lnTo>
                    <a:pt x="5776" y="30805"/>
                  </a:lnTo>
                  <a:lnTo>
                    <a:pt x="0" y="44282"/>
                  </a:lnTo>
                  <a:lnTo>
                    <a:pt x="0" y="51983"/>
                  </a:lnTo>
                  <a:lnTo>
                    <a:pt x="77013" y="51983"/>
                  </a:lnTo>
                  <a:lnTo>
                    <a:pt x="77013" y="44282"/>
                  </a:lnTo>
                  <a:lnTo>
                    <a:pt x="71237" y="30805"/>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5" name="Graphic 77" descr="Dollar"/>
            <p:cNvSpPr/>
            <p:nvPr/>
          </p:nvSpPr>
          <p:spPr bwMode="auto">
            <a:xfrm>
              <a:off x="6458419" y="619903"/>
              <a:ext cx="38389" cy="82788"/>
            </a:xfrm>
            <a:custGeom>
              <a:avLst/>
              <a:gdLst>
                <a:gd name="connsiteX0" fmla="*/ 33154 w 38389"/>
                <a:gd name="connsiteY0" fmla="*/ 43320 h 82788"/>
                <a:gd name="connsiteX1" fmla="*/ 21669 w 38389"/>
                <a:gd name="connsiteY1" fmla="*/ 37996 h 82788"/>
                <a:gd name="connsiteX2" fmla="*/ 21669 w 38389"/>
                <a:gd name="connsiteY2" fmla="*/ 14719 h 82788"/>
                <a:gd name="connsiteX3" fmla="*/ 31931 w 38389"/>
                <a:gd name="connsiteY3" fmla="*/ 19600 h 82788"/>
                <a:gd name="connsiteX4" fmla="*/ 36552 w 38389"/>
                <a:gd name="connsiteY4" fmla="*/ 15171 h 82788"/>
                <a:gd name="connsiteX5" fmla="*/ 21669 w 38389"/>
                <a:gd name="connsiteY5" fmla="*/ 8365 h 82788"/>
                <a:gd name="connsiteX6" fmla="*/ 21669 w 38389"/>
                <a:gd name="connsiteY6" fmla="*/ 0 h 82788"/>
                <a:gd name="connsiteX7" fmla="*/ 15893 w 38389"/>
                <a:gd name="connsiteY7" fmla="*/ 0 h 82788"/>
                <a:gd name="connsiteX8" fmla="*/ 15893 w 38389"/>
                <a:gd name="connsiteY8" fmla="*/ 8731 h 82788"/>
                <a:gd name="connsiteX9" fmla="*/ 10233 w 38389"/>
                <a:gd name="connsiteY9" fmla="*/ 10753 h 82788"/>
                <a:gd name="connsiteX10" fmla="*/ 2204 w 38389"/>
                <a:gd name="connsiteY10" fmla="*/ 31931 h 82788"/>
                <a:gd name="connsiteX11" fmla="*/ 15893 w 38389"/>
                <a:gd name="connsiteY11" fmla="*/ 42732 h 82788"/>
                <a:gd name="connsiteX12" fmla="*/ 15893 w 38389"/>
                <a:gd name="connsiteY12" fmla="*/ 67935 h 82788"/>
                <a:gd name="connsiteX13" fmla="*/ 4621 w 38389"/>
                <a:gd name="connsiteY13" fmla="*/ 61610 h 82788"/>
                <a:gd name="connsiteX14" fmla="*/ 0 w 38389"/>
                <a:gd name="connsiteY14" fmla="*/ 66029 h 82788"/>
                <a:gd name="connsiteX15" fmla="*/ 7749 w 38389"/>
                <a:gd name="connsiteY15" fmla="*/ 72199 h 82788"/>
                <a:gd name="connsiteX16" fmla="*/ 15893 w 38389"/>
                <a:gd name="connsiteY16" fmla="*/ 74346 h 82788"/>
                <a:gd name="connsiteX17" fmla="*/ 15893 w 38389"/>
                <a:gd name="connsiteY17" fmla="*/ 82788 h 82788"/>
                <a:gd name="connsiteX18" fmla="*/ 21669 w 38389"/>
                <a:gd name="connsiteY18" fmla="*/ 82788 h 82788"/>
                <a:gd name="connsiteX19" fmla="*/ 21669 w 38389"/>
                <a:gd name="connsiteY19" fmla="*/ 74125 h 82788"/>
                <a:gd name="connsiteX20" fmla="*/ 36995 w 38389"/>
                <a:gd name="connsiteY20" fmla="*/ 62573 h 82788"/>
                <a:gd name="connsiteX21" fmla="*/ 33154 w 38389"/>
                <a:gd name="connsiteY21" fmla="*/ 43320 h 82788"/>
                <a:gd name="connsiteX22" fmla="*/ 11080 w 38389"/>
                <a:gd name="connsiteY22" fmla="*/ 33433 h 82788"/>
                <a:gd name="connsiteX23" fmla="*/ 12688 w 38389"/>
                <a:gd name="connsiteY23" fmla="*/ 16741 h 82788"/>
                <a:gd name="connsiteX24" fmla="*/ 15893 w 38389"/>
                <a:gd name="connsiteY24" fmla="*/ 15268 h 82788"/>
                <a:gd name="connsiteX25" fmla="*/ 15893 w 38389"/>
                <a:gd name="connsiteY25" fmla="*/ 36148 h 82788"/>
                <a:gd name="connsiteX26" fmla="*/ 11080 w 38389"/>
                <a:gd name="connsiteY26" fmla="*/ 33433 h 82788"/>
                <a:gd name="connsiteX27" fmla="*/ 28495 w 38389"/>
                <a:gd name="connsiteY27" fmla="*/ 64065 h 82788"/>
                <a:gd name="connsiteX28" fmla="*/ 21669 w 38389"/>
                <a:gd name="connsiteY28" fmla="*/ 67675 h 82788"/>
                <a:gd name="connsiteX29" fmla="*/ 21669 w 38389"/>
                <a:gd name="connsiteY29" fmla="*/ 44677 h 82788"/>
                <a:gd name="connsiteX30" fmla="*/ 31508 w 38389"/>
                <a:gd name="connsiteY30" fmla="*/ 51772 h 82788"/>
                <a:gd name="connsiteX31" fmla="*/ 28495 w 38389"/>
                <a:gd name="connsiteY31" fmla="*/ 64065 h 8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389" h="82788" extrusionOk="0">
                  <a:moveTo>
                    <a:pt x="33154" y="43320"/>
                  </a:moveTo>
                  <a:cubicBezTo>
                    <a:pt x="29900" y="40547"/>
                    <a:pt x="25674" y="39247"/>
                    <a:pt x="21669" y="37996"/>
                  </a:cubicBezTo>
                  <a:lnTo>
                    <a:pt x="21669" y="14719"/>
                  </a:lnTo>
                  <a:cubicBezTo>
                    <a:pt x="25558" y="15088"/>
                    <a:pt x="29191" y="16817"/>
                    <a:pt x="31931" y="19600"/>
                  </a:cubicBezTo>
                  <a:lnTo>
                    <a:pt x="36552" y="15171"/>
                  </a:lnTo>
                  <a:cubicBezTo>
                    <a:pt x="32598" y="11149"/>
                    <a:pt x="27299" y="8726"/>
                    <a:pt x="21669" y="8365"/>
                  </a:cubicBezTo>
                  <a:lnTo>
                    <a:pt x="21669" y="0"/>
                  </a:lnTo>
                  <a:lnTo>
                    <a:pt x="15893" y="0"/>
                  </a:lnTo>
                  <a:lnTo>
                    <a:pt x="15893" y="8731"/>
                  </a:lnTo>
                  <a:cubicBezTo>
                    <a:pt x="13916" y="9116"/>
                    <a:pt x="12007" y="9798"/>
                    <a:pt x="10233" y="10753"/>
                  </a:cubicBezTo>
                  <a:cubicBezTo>
                    <a:pt x="2936" y="14729"/>
                    <a:pt x="-789" y="24066"/>
                    <a:pt x="2204" y="31931"/>
                  </a:cubicBezTo>
                  <a:cubicBezTo>
                    <a:pt x="4524" y="37996"/>
                    <a:pt x="10118" y="40701"/>
                    <a:pt x="15893" y="42732"/>
                  </a:cubicBezTo>
                  <a:lnTo>
                    <a:pt x="15893" y="67935"/>
                  </a:lnTo>
                  <a:cubicBezTo>
                    <a:pt x="11417" y="67386"/>
                    <a:pt x="7701" y="64816"/>
                    <a:pt x="4621" y="61610"/>
                  </a:cubicBezTo>
                  <a:lnTo>
                    <a:pt x="0" y="66029"/>
                  </a:lnTo>
                  <a:cubicBezTo>
                    <a:pt x="2200" y="68525"/>
                    <a:pt x="4823" y="70614"/>
                    <a:pt x="7749" y="72199"/>
                  </a:cubicBezTo>
                  <a:cubicBezTo>
                    <a:pt x="10307" y="73416"/>
                    <a:pt x="13069" y="74144"/>
                    <a:pt x="15893" y="74346"/>
                  </a:cubicBezTo>
                  <a:lnTo>
                    <a:pt x="15893" y="82788"/>
                  </a:lnTo>
                  <a:lnTo>
                    <a:pt x="21669" y="82788"/>
                  </a:lnTo>
                  <a:lnTo>
                    <a:pt x="21669" y="74125"/>
                  </a:lnTo>
                  <a:cubicBezTo>
                    <a:pt x="28292" y="73017"/>
                    <a:pt x="34376" y="68945"/>
                    <a:pt x="36995" y="62573"/>
                  </a:cubicBezTo>
                  <a:cubicBezTo>
                    <a:pt x="39613" y="56200"/>
                    <a:pt x="38660" y="48027"/>
                    <a:pt x="33154" y="43320"/>
                  </a:cubicBezTo>
                  <a:close/>
                  <a:moveTo>
                    <a:pt x="11080" y="33433"/>
                  </a:moveTo>
                  <a:cubicBezTo>
                    <a:pt x="5786" y="28966"/>
                    <a:pt x="7076" y="20322"/>
                    <a:pt x="12688" y="16741"/>
                  </a:cubicBezTo>
                  <a:cubicBezTo>
                    <a:pt x="13683" y="16103"/>
                    <a:pt x="14761" y="15607"/>
                    <a:pt x="15893" y="15268"/>
                  </a:cubicBezTo>
                  <a:lnTo>
                    <a:pt x="15893" y="36148"/>
                  </a:lnTo>
                  <a:cubicBezTo>
                    <a:pt x="14151" y="35514"/>
                    <a:pt x="12524" y="34597"/>
                    <a:pt x="11080" y="33433"/>
                  </a:cubicBezTo>
                  <a:close/>
                  <a:moveTo>
                    <a:pt x="28495" y="64065"/>
                  </a:moveTo>
                  <a:cubicBezTo>
                    <a:pt x="26616" y="65902"/>
                    <a:pt x="24245" y="67155"/>
                    <a:pt x="21669" y="67675"/>
                  </a:cubicBezTo>
                  <a:lnTo>
                    <a:pt x="21669" y="44677"/>
                  </a:lnTo>
                  <a:cubicBezTo>
                    <a:pt x="25520" y="45996"/>
                    <a:pt x="29939" y="47671"/>
                    <a:pt x="31508" y="51772"/>
                  </a:cubicBezTo>
                  <a:cubicBezTo>
                    <a:pt x="33077" y="55873"/>
                    <a:pt x="31498" y="61004"/>
                    <a:pt x="28495" y="64065"/>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6" name="Graphic 79" descr="Send"/>
            <p:cNvSpPr/>
            <p:nvPr/>
          </p:nvSpPr>
          <p:spPr bwMode="auto">
            <a:xfrm>
              <a:off x="1620626" y="1299258"/>
              <a:ext cx="77123" cy="71299"/>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extrusionOk="0">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 name="Graphic 17" descr="Building"/>
            <p:cNvSpPr/>
            <p:nvPr/>
          </p:nvSpPr>
          <p:spPr bwMode="auto">
            <a:xfrm>
              <a:off x="8403595" y="2696234"/>
              <a:ext cx="212272" cy="318408"/>
            </a:xfrm>
            <a:custGeom>
              <a:avLst/>
              <a:gdLst>
                <a:gd name="connsiteX0" fmla="*/ 170576 w 212272"/>
                <a:gd name="connsiteY0" fmla="*/ 87183 h 318408"/>
                <a:gd name="connsiteX1" fmla="*/ 147832 w 212272"/>
                <a:gd name="connsiteY1" fmla="*/ 87183 h 318408"/>
                <a:gd name="connsiteX2" fmla="*/ 147832 w 212272"/>
                <a:gd name="connsiteY2" fmla="*/ 64440 h 318408"/>
                <a:gd name="connsiteX3" fmla="*/ 170576 w 212272"/>
                <a:gd name="connsiteY3" fmla="*/ 64440 h 318408"/>
                <a:gd name="connsiteX4" fmla="*/ 170576 w 212272"/>
                <a:gd name="connsiteY4" fmla="*/ 87183 h 318408"/>
                <a:gd name="connsiteX5" fmla="*/ 170576 w 212272"/>
                <a:gd name="connsiteY5" fmla="*/ 147832 h 318408"/>
                <a:gd name="connsiteX6" fmla="*/ 147832 w 212272"/>
                <a:gd name="connsiteY6" fmla="*/ 147832 h 318408"/>
                <a:gd name="connsiteX7" fmla="*/ 147832 w 212272"/>
                <a:gd name="connsiteY7" fmla="*/ 125089 h 318408"/>
                <a:gd name="connsiteX8" fmla="*/ 170576 w 212272"/>
                <a:gd name="connsiteY8" fmla="*/ 125089 h 318408"/>
                <a:gd name="connsiteX9" fmla="*/ 170576 w 212272"/>
                <a:gd name="connsiteY9" fmla="*/ 147832 h 318408"/>
                <a:gd name="connsiteX10" fmla="*/ 170576 w 212272"/>
                <a:gd name="connsiteY10" fmla="*/ 208482 h 318408"/>
                <a:gd name="connsiteX11" fmla="*/ 147832 w 212272"/>
                <a:gd name="connsiteY11" fmla="*/ 208482 h 318408"/>
                <a:gd name="connsiteX12" fmla="*/ 147832 w 212272"/>
                <a:gd name="connsiteY12" fmla="*/ 185738 h 318408"/>
                <a:gd name="connsiteX13" fmla="*/ 170576 w 212272"/>
                <a:gd name="connsiteY13" fmla="*/ 185738 h 318408"/>
                <a:gd name="connsiteX14" fmla="*/ 170576 w 212272"/>
                <a:gd name="connsiteY14" fmla="*/ 208482 h 318408"/>
                <a:gd name="connsiteX15" fmla="*/ 170576 w 212272"/>
                <a:gd name="connsiteY15" fmla="*/ 269131 h 318408"/>
                <a:gd name="connsiteX16" fmla="*/ 147832 w 212272"/>
                <a:gd name="connsiteY16" fmla="*/ 269131 h 318408"/>
                <a:gd name="connsiteX17" fmla="*/ 147832 w 212272"/>
                <a:gd name="connsiteY17" fmla="*/ 246387 h 318408"/>
                <a:gd name="connsiteX18" fmla="*/ 170576 w 212272"/>
                <a:gd name="connsiteY18" fmla="*/ 246387 h 318408"/>
                <a:gd name="connsiteX19" fmla="*/ 170576 w 212272"/>
                <a:gd name="connsiteY19" fmla="*/ 269131 h 318408"/>
                <a:gd name="connsiteX20" fmla="*/ 117508 w 212272"/>
                <a:gd name="connsiteY20" fmla="*/ 87183 h 318408"/>
                <a:gd name="connsiteX21" fmla="*/ 94764 w 212272"/>
                <a:gd name="connsiteY21" fmla="*/ 87183 h 318408"/>
                <a:gd name="connsiteX22" fmla="*/ 94764 w 212272"/>
                <a:gd name="connsiteY22" fmla="*/ 64440 h 318408"/>
                <a:gd name="connsiteX23" fmla="*/ 117508 w 212272"/>
                <a:gd name="connsiteY23" fmla="*/ 64440 h 318408"/>
                <a:gd name="connsiteX24" fmla="*/ 117508 w 212272"/>
                <a:gd name="connsiteY24" fmla="*/ 87183 h 318408"/>
                <a:gd name="connsiteX25" fmla="*/ 117508 w 212272"/>
                <a:gd name="connsiteY25" fmla="*/ 147832 h 318408"/>
                <a:gd name="connsiteX26" fmla="*/ 94764 w 212272"/>
                <a:gd name="connsiteY26" fmla="*/ 147832 h 318408"/>
                <a:gd name="connsiteX27" fmla="*/ 94764 w 212272"/>
                <a:gd name="connsiteY27" fmla="*/ 125089 h 318408"/>
                <a:gd name="connsiteX28" fmla="*/ 117508 w 212272"/>
                <a:gd name="connsiteY28" fmla="*/ 125089 h 318408"/>
                <a:gd name="connsiteX29" fmla="*/ 117508 w 212272"/>
                <a:gd name="connsiteY29" fmla="*/ 147832 h 318408"/>
                <a:gd name="connsiteX30" fmla="*/ 117508 w 212272"/>
                <a:gd name="connsiteY30" fmla="*/ 208482 h 318408"/>
                <a:gd name="connsiteX31" fmla="*/ 94764 w 212272"/>
                <a:gd name="connsiteY31" fmla="*/ 208482 h 318408"/>
                <a:gd name="connsiteX32" fmla="*/ 94764 w 212272"/>
                <a:gd name="connsiteY32" fmla="*/ 185738 h 318408"/>
                <a:gd name="connsiteX33" fmla="*/ 117508 w 212272"/>
                <a:gd name="connsiteY33" fmla="*/ 185738 h 318408"/>
                <a:gd name="connsiteX34" fmla="*/ 117508 w 212272"/>
                <a:gd name="connsiteY34" fmla="*/ 208482 h 318408"/>
                <a:gd name="connsiteX35" fmla="*/ 117508 w 212272"/>
                <a:gd name="connsiteY35" fmla="*/ 291874 h 318408"/>
                <a:gd name="connsiteX36" fmla="*/ 94764 w 212272"/>
                <a:gd name="connsiteY36" fmla="*/ 291874 h 318408"/>
                <a:gd name="connsiteX37" fmla="*/ 94764 w 212272"/>
                <a:gd name="connsiteY37" fmla="*/ 246387 h 318408"/>
                <a:gd name="connsiteX38" fmla="*/ 117508 w 212272"/>
                <a:gd name="connsiteY38" fmla="*/ 246387 h 318408"/>
                <a:gd name="connsiteX39" fmla="*/ 117508 w 212272"/>
                <a:gd name="connsiteY39" fmla="*/ 291874 h 318408"/>
                <a:gd name="connsiteX40" fmla="*/ 64440 w 212272"/>
                <a:gd name="connsiteY40" fmla="*/ 87183 h 318408"/>
                <a:gd name="connsiteX41" fmla="*/ 41696 w 212272"/>
                <a:gd name="connsiteY41" fmla="*/ 87183 h 318408"/>
                <a:gd name="connsiteX42" fmla="*/ 41696 w 212272"/>
                <a:gd name="connsiteY42" fmla="*/ 64440 h 318408"/>
                <a:gd name="connsiteX43" fmla="*/ 64440 w 212272"/>
                <a:gd name="connsiteY43" fmla="*/ 64440 h 318408"/>
                <a:gd name="connsiteX44" fmla="*/ 64440 w 212272"/>
                <a:gd name="connsiteY44" fmla="*/ 87183 h 318408"/>
                <a:gd name="connsiteX45" fmla="*/ 64440 w 212272"/>
                <a:gd name="connsiteY45" fmla="*/ 147832 h 318408"/>
                <a:gd name="connsiteX46" fmla="*/ 41696 w 212272"/>
                <a:gd name="connsiteY46" fmla="*/ 147832 h 318408"/>
                <a:gd name="connsiteX47" fmla="*/ 41696 w 212272"/>
                <a:gd name="connsiteY47" fmla="*/ 125089 h 318408"/>
                <a:gd name="connsiteX48" fmla="*/ 64440 w 212272"/>
                <a:gd name="connsiteY48" fmla="*/ 125089 h 318408"/>
                <a:gd name="connsiteX49" fmla="*/ 64440 w 212272"/>
                <a:gd name="connsiteY49" fmla="*/ 147832 h 318408"/>
                <a:gd name="connsiteX50" fmla="*/ 64440 w 212272"/>
                <a:gd name="connsiteY50" fmla="*/ 208482 h 318408"/>
                <a:gd name="connsiteX51" fmla="*/ 41696 w 212272"/>
                <a:gd name="connsiteY51" fmla="*/ 208482 h 318408"/>
                <a:gd name="connsiteX52" fmla="*/ 41696 w 212272"/>
                <a:gd name="connsiteY52" fmla="*/ 185738 h 318408"/>
                <a:gd name="connsiteX53" fmla="*/ 64440 w 212272"/>
                <a:gd name="connsiteY53" fmla="*/ 185738 h 318408"/>
                <a:gd name="connsiteX54" fmla="*/ 64440 w 212272"/>
                <a:gd name="connsiteY54" fmla="*/ 208482 h 318408"/>
                <a:gd name="connsiteX55" fmla="*/ 64440 w 212272"/>
                <a:gd name="connsiteY55" fmla="*/ 269131 h 318408"/>
                <a:gd name="connsiteX56" fmla="*/ 41696 w 212272"/>
                <a:gd name="connsiteY56" fmla="*/ 269131 h 318408"/>
                <a:gd name="connsiteX57" fmla="*/ 41696 w 212272"/>
                <a:gd name="connsiteY57" fmla="*/ 246387 h 318408"/>
                <a:gd name="connsiteX58" fmla="*/ 64440 w 212272"/>
                <a:gd name="connsiteY58" fmla="*/ 246387 h 318408"/>
                <a:gd name="connsiteX59" fmla="*/ 64440 w 212272"/>
                <a:gd name="connsiteY59" fmla="*/ 269131 h 318408"/>
                <a:gd name="connsiteX60" fmla="*/ 197110 w 212272"/>
                <a:gd name="connsiteY60" fmla="*/ 291874 h 318408"/>
                <a:gd name="connsiteX61" fmla="*/ 197110 w 212272"/>
                <a:gd name="connsiteY61" fmla="*/ 37906 h 318408"/>
                <a:gd name="connsiteX62" fmla="*/ 185738 w 212272"/>
                <a:gd name="connsiteY62" fmla="*/ 37906 h 318408"/>
                <a:gd name="connsiteX63" fmla="*/ 185738 w 212272"/>
                <a:gd name="connsiteY63" fmla="*/ 15162 h 318408"/>
                <a:gd name="connsiteX64" fmla="*/ 174366 w 212272"/>
                <a:gd name="connsiteY64" fmla="*/ 15162 h 318408"/>
                <a:gd name="connsiteX65" fmla="*/ 174366 w 212272"/>
                <a:gd name="connsiteY65" fmla="*/ 0 h 318408"/>
                <a:gd name="connsiteX66" fmla="*/ 37906 w 212272"/>
                <a:gd name="connsiteY66" fmla="*/ 0 h 318408"/>
                <a:gd name="connsiteX67" fmla="*/ 37906 w 212272"/>
                <a:gd name="connsiteY67" fmla="*/ 15162 h 318408"/>
                <a:gd name="connsiteX68" fmla="*/ 26534 w 212272"/>
                <a:gd name="connsiteY68" fmla="*/ 15162 h 318408"/>
                <a:gd name="connsiteX69" fmla="*/ 26534 w 212272"/>
                <a:gd name="connsiteY69" fmla="*/ 37906 h 318408"/>
                <a:gd name="connsiteX70" fmla="*/ 15162 w 212272"/>
                <a:gd name="connsiteY70" fmla="*/ 37906 h 318408"/>
                <a:gd name="connsiteX71" fmla="*/ 15162 w 212272"/>
                <a:gd name="connsiteY71" fmla="*/ 291874 h 318408"/>
                <a:gd name="connsiteX72" fmla="*/ 0 w 212272"/>
                <a:gd name="connsiteY72" fmla="*/ 291874 h 318408"/>
                <a:gd name="connsiteX73" fmla="*/ 0 w 212272"/>
                <a:gd name="connsiteY73" fmla="*/ 318408 h 318408"/>
                <a:gd name="connsiteX74" fmla="*/ 212272 w 212272"/>
                <a:gd name="connsiteY74" fmla="*/ 318408 h 318408"/>
                <a:gd name="connsiteX75" fmla="*/ 212272 w 212272"/>
                <a:gd name="connsiteY75" fmla="*/ 291874 h 318408"/>
                <a:gd name="connsiteX76" fmla="*/ 197110 w 212272"/>
                <a:gd name="connsiteY76" fmla="*/ 291874 h 31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12272" h="318408" extrusionOk="0">
                  <a:moveTo>
                    <a:pt x="170576" y="87183"/>
                  </a:moveTo>
                  <a:lnTo>
                    <a:pt x="147832" y="87183"/>
                  </a:lnTo>
                  <a:lnTo>
                    <a:pt x="147832" y="64440"/>
                  </a:lnTo>
                  <a:lnTo>
                    <a:pt x="170576" y="64440"/>
                  </a:lnTo>
                  <a:lnTo>
                    <a:pt x="170576" y="87183"/>
                  </a:lnTo>
                  <a:close/>
                  <a:moveTo>
                    <a:pt x="170576" y="147832"/>
                  </a:moveTo>
                  <a:lnTo>
                    <a:pt x="147832" y="147832"/>
                  </a:lnTo>
                  <a:lnTo>
                    <a:pt x="147832" y="125089"/>
                  </a:lnTo>
                  <a:lnTo>
                    <a:pt x="170576" y="125089"/>
                  </a:lnTo>
                  <a:lnTo>
                    <a:pt x="170576" y="147832"/>
                  </a:lnTo>
                  <a:close/>
                  <a:moveTo>
                    <a:pt x="170576" y="208482"/>
                  </a:moveTo>
                  <a:lnTo>
                    <a:pt x="147832" y="208482"/>
                  </a:lnTo>
                  <a:lnTo>
                    <a:pt x="147832" y="185738"/>
                  </a:lnTo>
                  <a:lnTo>
                    <a:pt x="170576" y="185738"/>
                  </a:lnTo>
                  <a:lnTo>
                    <a:pt x="170576" y="208482"/>
                  </a:lnTo>
                  <a:close/>
                  <a:moveTo>
                    <a:pt x="170576" y="269131"/>
                  </a:moveTo>
                  <a:lnTo>
                    <a:pt x="147832" y="269131"/>
                  </a:lnTo>
                  <a:lnTo>
                    <a:pt x="147832" y="246387"/>
                  </a:lnTo>
                  <a:lnTo>
                    <a:pt x="170576" y="246387"/>
                  </a:lnTo>
                  <a:lnTo>
                    <a:pt x="170576" y="269131"/>
                  </a:lnTo>
                  <a:close/>
                  <a:moveTo>
                    <a:pt x="117508" y="87183"/>
                  </a:moveTo>
                  <a:lnTo>
                    <a:pt x="94764" y="87183"/>
                  </a:lnTo>
                  <a:lnTo>
                    <a:pt x="94764" y="64440"/>
                  </a:lnTo>
                  <a:lnTo>
                    <a:pt x="117508" y="64440"/>
                  </a:lnTo>
                  <a:lnTo>
                    <a:pt x="117508" y="87183"/>
                  </a:lnTo>
                  <a:close/>
                  <a:moveTo>
                    <a:pt x="117508" y="147832"/>
                  </a:moveTo>
                  <a:lnTo>
                    <a:pt x="94764" y="147832"/>
                  </a:lnTo>
                  <a:lnTo>
                    <a:pt x="94764" y="125089"/>
                  </a:lnTo>
                  <a:lnTo>
                    <a:pt x="117508" y="125089"/>
                  </a:lnTo>
                  <a:lnTo>
                    <a:pt x="117508" y="147832"/>
                  </a:lnTo>
                  <a:close/>
                  <a:moveTo>
                    <a:pt x="117508" y="208482"/>
                  </a:moveTo>
                  <a:lnTo>
                    <a:pt x="94764" y="208482"/>
                  </a:lnTo>
                  <a:lnTo>
                    <a:pt x="94764" y="185738"/>
                  </a:lnTo>
                  <a:lnTo>
                    <a:pt x="117508" y="185738"/>
                  </a:lnTo>
                  <a:lnTo>
                    <a:pt x="117508" y="208482"/>
                  </a:lnTo>
                  <a:close/>
                  <a:moveTo>
                    <a:pt x="117508" y="291874"/>
                  </a:moveTo>
                  <a:lnTo>
                    <a:pt x="94764" y="291874"/>
                  </a:lnTo>
                  <a:lnTo>
                    <a:pt x="94764" y="246387"/>
                  </a:lnTo>
                  <a:lnTo>
                    <a:pt x="117508" y="246387"/>
                  </a:lnTo>
                  <a:lnTo>
                    <a:pt x="117508" y="291874"/>
                  </a:lnTo>
                  <a:close/>
                  <a:moveTo>
                    <a:pt x="64440" y="87183"/>
                  </a:moveTo>
                  <a:lnTo>
                    <a:pt x="41696" y="87183"/>
                  </a:lnTo>
                  <a:lnTo>
                    <a:pt x="41696" y="64440"/>
                  </a:lnTo>
                  <a:lnTo>
                    <a:pt x="64440" y="64440"/>
                  </a:lnTo>
                  <a:lnTo>
                    <a:pt x="64440" y="87183"/>
                  </a:lnTo>
                  <a:close/>
                  <a:moveTo>
                    <a:pt x="64440" y="147832"/>
                  </a:moveTo>
                  <a:lnTo>
                    <a:pt x="41696" y="147832"/>
                  </a:lnTo>
                  <a:lnTo>
                    <a:pt x="41696" y="125089"/>
                  </a:lnTo>
                  <a:lnTo>
                    <a:pt x="64440" y="125089"/>
                  </a:lnTo>
                  <a:lnTo>
                    <a:pt x="64440" y="147832"/>
                  </a:lnTo>
                  <a:close/>
                  <a:moveTo>
                    <a:pt x="64440" y="208482"/>
                  </a:moveTo>
                  <a:lnTo>
                    <a:pt x="41696" y="208482"/>
                  </a:lnTo>
                  <a:lnTo>
                    <a:pt x="41696" y="185738"/>
                  </a:lnTo>
                  <a:lnTo>
                    <a:pt x="64440" y="185738"/>
                  </a:lnTo>
                  <a:lnTo>
                    <a:pt x="64440" y="208482"/>
                  </a:lnTo>
                  <a:close/>
                  <a:moveTo>
                    <a:pt x="64440" y="269131"/>
                  </a:moveTo>
                  <a:lnTo>
                    <a:pt x="41696" y="269131"/>
                  </a:lnTo>
                  <a:lnTo>
                    <a:pt x="41696" y="246387"/>
                  </a:lnTo>
                  <a:lnTo>
                    <a:pt x="64440" y="246387"/>
                  </a:lnTo>
                  <a:lnTo>
                    <a:pt x="64440" y="269131"/>
                  </a:lnTo>
                  <a:close/>
                  <a:moveTo>
                    <a:pt x="197110" y="291874"/>
                  </a:moveTo>
                  <a:lnTo>
                    <a:pt x="197110" y="37906"/>
                  </a:lnTo>
                  <a:lnTo>
                    <a:pt x="185738" y="37906"/>
                  </a:lnTo>
                  <a:lnTo>
                    <a:pt x="185738" y="15162"/>
                  </a:lnTo>
                  <a:lnTo>
                    <a:pt x="174366" y="15162"/>
                  </a:lnTo>
                  <a:lnTo>
                    <a:pt x="174366" y="0"/>
                  </a:lnTo>
                  <a:lnTo>
                    <a:pt x="37906" y="0"/>
                  </a:lnTo>
                  <a:lnTo>
                    <a:pt x="37906" y="15162"/>
                  </a:lnTo>
                  <a:lnTo>
                    <a:pt x="26534" y="15162"/>
                  </a:lnTo>
                  <a:lnTo>
                    <a:pt x="26534" y="37906"/>
                  </a:lnTo>
                  <a:lnTo>
                    <a:pt x="15162" y="37906"/>
                  </a:lnTo>
                  <a:lnTo>
                    <a:pt x="15162" y="291874"/>
                  </a:lnTo>
                  <a:lnTo>
                    <a:pt x="0" y="291874"/>
                  </a:lnTo>
                  <a:lnTo>
                    <a:pt x="0" y="318408"/>
                  </a:lnTo>
                  <a:lnTo>
                    <a:pt x="212272" y="318408"/>
                  </a:lnTo>
                  <a:lnTo>
                    <a:pt x="212272" y="291874"/>
                  </a:lnTo>
                  <a:lnTo>
                    <a:pt x="197110" y="291874"/>
                  </a:lnTo>
                  <a:close/>
                </a:path>
              </a:pathLst>
            </a:custGeom>
            <a:solidFill>
              <a:schemeClr val="tx1">
                <a:lumMod val="95000"/>
                <a:lumOff val="5000"/>
                <a:alpha val="50000"/>
              </a:schemeClr>
            </a:solidFill>
            <a:ln w="3770" cap="flat">
              <a:noFill/>
              <a:prstDash val="solid"/>
              <a:miter/>
            </a:ln>
          </p:spPr>
          <p:txBody>
            <a:bodyPr rtlCol="0" anchor="ctr"/>
            <a:lstStyle/>
            <a:p>
              <a:pPr>
                <a:defRPr/>
              </a:pPr>
              <a:endParaRPr lang="en-IN"/>
            </a:p>
          </p:txBody>
        </p:sp>
        <p:sp>
          <p:nvSpPr>
            <p:cNvPr id="102" name="Graphic 34" descr="Satellite dish"/>
            <p:cNvSpPr/>
            <p:nvPr/>
          </p:nvSpPr>
          <p:spPr bwMode="auto">
            <a:xfrm>
              <a:off x="5991251" y="1239036"/>
              <a:ext cx="177934" cy="222422"/>
            </a:xfrm>
            <a:custGeom>
              <a:avLst/>
              <a:gdLst>
                <a:gd name="connsiteX0" fmla="*/ 152018 w 177934"/>
                <a:gd name="connsiteY0" fmla="*/ 31327 h 222422"/>
                <a:gd name="connsiteX1" fmla="*/ 152018 w 177934"/>
                <a:gd name="connsiteY1" fmla="*/ 128156 h 222422"/>
                <a:gd name="connsiteX2" fmla="*/ 104173 w 177934"/>
                <a:gd name="connsiteY2" fmla="*/ 80311 h 222422"/>
                <a:gd name="connsiteX3" fmla="*/ 152018 w 177934"/>
                <a:gd name="connsiteY3" fmla="*/ 31327 h 222422"/>
                <a:gd name="connsiteX4" fmla="*/ 46645 w 177934"/>
                <a:gd name="connsiteY4" fmla="*/ 22783 h 222422"/>
                <a:gd name="connsiteX5" fmla="*/ 144329 w 177934"/>
                <a:gd name="connsiteY5" fmla="*/ 22783 h 222422"/>
                <a:gd name="connsiteX6" fmla="*/ 96199 w 177934"/>
                <a:gd name="connsiteY6" fmla="*/ 72622 h 222422"/>
                <a:gd name="connsiteX7" fmla="*/ 46645 w 177934"/>
                <a:gd name="connsiteY7" fmla="*/ 22783 h 222422"/>
                <a:gd name="connsiteX8" fmla="*/ 43797 w 177934"/>
                <a:gd name="connsiteY8" fmla="*/ 177140 h 222422"/>
                <a:gd name="connsiteX9" fmla="*/ 33545 w 177934"/>
                <a:gd name="connsiteY9" fmla="*/ 166888 h 222422"/>
                <a:gd name="connsiteX10" fmla="*/ 43797 w 177934"/>
                <a:gd name="connsiteY10" fmla="*/ 144674 h 222422"/>
                <a:gd name="connsiteX11" fmla="*/ 54050 w 177934"/>
                <a:gd name="connsiteY11" fmla="*/ 166888 h 222422"/>
                <a:gd name="connsiteX12" fmla="*/ 43797 w 177934"/>
                <a:gd name="connsiteY12" fmla="*/ 177140 h 222422"/>
                <a:gd name="connsiteX13" fmla="*/ 51772 w 177934"/>
                <a:gd name="connsiteY13" fmla="*/ 185399 h 222422"/>
                <a:gd name="connsiteX14" fmla="*/ 59176 w 177934"/>
                <a:gd name="connsiteY14" fmla="*/ 177995 h 222422"/>
                <a:gd name="connsiteX15" fmla="*/ 72277 w 177934"/>
                <a:gd name="connsiteY15" fmla="*/ 205904 h 222422"/>
                <a:gd name="connsiteX16" fmla="*/ 51772 w 177934"/>
                <a:gd name="connsiteY16" fmla="*/ 185399 h 222422"/>
                <a:gd name="connsiteX17" fmla="*/ 15318 w 177934"/>
                <a:gd name="connsiteY17" fmla="*/ 205620 h 222422"/>
                <a:gd name="connsiteX18" fmla="*/ 28419 w 177934"/>
                <a:gd name="connsiteY18" fmla="*/ 177710 h 222422"/>
                <a:gd name="connsiteX19" fmla="*/ 35823 w 177934"/>
                <a:gd name="connsiteY19" fmla="*/ 185115 h 222422"/>
                <a:gd name="connsiteX20" fmla="*/ 15318 w 177934"/>
                <a:gd name="connsiteY20" fmla="*/ 205620 h 222422"/>
                <a:gd name="connsiteX21" fmla="*/ 43797 w 177934"/>
                <a:gd name="connsiteY21" fmla="*/ 193089 h 222422"/>
                <a:gd name="connsiteX22" fmla="*/ 61455 w 177934"/>
                <a:gd name="connsiteY22" fmla="*/ 210746 h 222422"/>
                <a:gd name="connsiteX23" fmla="*/ 26140 w 177934"/>
                <a:gd name="connsiteY23" fmla="*/ 210746 h 222422"/>
                <a:gd name="connsiteX24" fmla="*/ 43797 w 177934"/>
                <a:gd name="connsiteY24" fmla="*/ 193089 h 222422"/>
                <a:gd name="connsiteX25" fmla="*/ 177934 w 177934"/>
                <a:gd name="connsiteY25" fmla="*/ 154357 h 222422"/>
                <a:gd name="connsiteX26" fmla="*/ 163410 w 177934"/>
                <a:gd name="connsiteY26" fmla="*/ 139548 h 222422"/>
                <a:gd name="connsiteX27" fmla="*/ 163410 w 177934"/>
                <a:gd name="connsiteY27" fmla="*/ 28479 h 222422"/>
                <a:gd name="connsiteX28" fmla="*/ 166258 w 177934"/>
                <a:gd name="connsiteY28" fmla="*/ 25631 h 222422"/>
                <a:gd name="connsiteX29" fmla="*/ 166258 w 177934"/>
                <a:gd name="connsiteY29" fmla="*/ 8544 h 222422"/>
                <a:gd name="connsiteX30" fmla="*/ 149170 w 177934"/>
                <a:gd name="connsiteY30" fmla="*/ 8544 h 222422"/>
                <a:gd name="connsiteX31" fmla="*/ 146322 w 177934"/>
                <a:gd name="connsiteY31" fmla="*/ 11392 h 222422"/>
                <a:gd name="connsiteX32" fmla="*/ 35254 w 177934"/>
                <a:gd name="connsiteY32" fmla="*/ 11392 h 222422"/>
                <a:gd name="connsiteX33" fmla="*/ 23577 w 177934"/>
                <a:gd name="connsiteY33" fmla="*/ 0 h 222422"/>
                <a:gd name="connsiteX34" fmla="*/ 9622 w 177934"/>
                <a:gd name="connsiteY34" fmla="*/ 54395 h 222422"/>
                <a:gd name="connsiteX35" fmla="*/ 38102 w 177934"/>
                <a:gd name="connsiteY35" fmla="*/ 129865 h 222422"/>
                <a:gd name="connsiteX36" fmla="*/ 794 w 177934"/>
                <a:gd name="connsiteY36" fmla="*/ 210176 h 222422"/>
                <a:gd name="connsiteX37" fmla="*/ 1364 w 177934"/>
                <a:gd name="connsiteY37" fmla="*/ 218435 h 222422"/>
                <a:gd name="connsiteX38" fmla="*/ 8483 w 177934"/>
                <a:gd name="connsiteY38" fmla="*/ 222422 h 222422"/>
                <a:gd name="connsiteX39" fmla="*/ 79396 w 177934"/>
                <a:gd name="connsiteY39" fmla="*/ 222422 h 222422"/>
                <a:gd name="connsiteX40" fmla="*/ 86516 w 177934"/>
                <a:gd name="connsiteY40" fmla="*/ 218435 h 222422"/>
                <a:gd name="connsiteX41" fmla="*/ 87086 w 177934"/>
                <a:gd name="connsiteY41" fmla="*/ 210176 h 222422"/>
                <a:gd name="connsiteX42" fmla="*/ 57467 w 177934"/>
                <a:gd name="connsiteY42" fmla="*/ 146953 h 222422"/>
                <a:gd name="connsiteX43" fmla="*/ 123539 w 177934"/>
                <a:gd name="connsiteY43" fmla="*/ 168027 h 222422"/>
                <a:gd name="connsiteX44" fmla="*/ 177934 w 177934"/>
                <a:gd name="connsiteY44" fmla="*/ 154357 h 22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7934" h="222422" extrusionOk="0">
                  <a:moveTo>
                    <a:pt x="152018" y="31327"/>
                  </a:moveTo>
                  <a:lnTo>
                    <a:pt x="152018" y="128156"/>
                  </a:lnTo>
                  <a:lnTo>
                    <a:pt x="104173" y="80311"/>
                  </a:lnTo>
                  <a:lnTo>
                    <a:pt x="152018" y="31327"/>
                  </a:lnTo>
                  <a:close/>
                  <a:moveTo>
                    <a:pt x="46645" y="22783"/>
                  </a:moveTo>
                  <a:lnTo>
                    <a:pt x="144329" y="22783"/>
                  </a:lnTo>
                  <a:lnTo>
                    <a:pt x="96199" y="72622"/>
                  </a:lnTo>
                  <a:lnTo>
                    <a:pt x="46645" y="22783"/>
                  </a:lnTo>
                  <a:close/>
                  <a:moveTo>
                    <a:pt x="43797" y="177140"/>
                  </a:moveTo>
                  <a:lnTo>
                    <a:pt x="33545" y="166888"/>
                  </a:lnTo>
                  <a:lnTo>
                    <a:pt x="43797" y="144674"/>
                  </a:lnTo>
                  <a:lnTo>
                    <a:pt x="54050" y="166888"/>
                  </a:lnTo>
                  <a:lnTo>
                    <a:pt x="43797" y="177140"/>
                  </a:lnTo>
                  <a:close/>
                  <a:moveTo>
                    <a:pt x="51772" y="185399"/>
                  </a:moveTo>
                  <a:lnTo>
                    <a:pt x="59176" y="177995"/>
                  </a:lnTo>
                  <a:lnTo>
                    <a:pt x="72277" y="205904"/>
                  </a:lnTo>
                  <a:lnTo>
                    <a:pt x="51772" y="185399"/>
                  </a:lnTo>
                  <a:close/>
                  <a:moveTo>
                    <a:pt x="15318" y="205620"/>
                  </a:moveTo>
                  <a:lnTo>
                    <a:pt x="28419" y="177710"/>
                  </a:lnTo>
                  <a:lnTo>
                    <a:pt x="35823" y="185115"/>
                  </a:lnTo>
                  <a:lnTo>
                    <a:pt x="15318" y="205620"/>
                  </a:lnTo>
                  <a:close/>
                  <a:moveTo>
                    <a:pt x="43797" y="193089"/>
                  </a:moveTo>
                  <a:lnTo>
                    <a:pt x="61455" y="210746"/>
                  </a:lnTo>
                  <a:lnTo>
                    <a:pt x="26140" y="210746"/>
                  </a:lnTo>
                  <a:lnTo>
                    <a:pt x="43797" y="193089"/>
                  </a:lnTo>
                  <a:close/>
                  <a:moveTo>
                    <a:pt x="177934" y="154357"/>
                  </a:moveTo>
                  <a:lnTo>
                    <a:pt x="163410" y="139548"/>
                  </a:lnTo>
                  <a:lnTo>
                    <a:pt x="163410" y="28479"/>
                  </a:lnTo>
                  <a:lnTo>
                    <a:pt x="166258" y="25631"/>
                  </a:lnTo>
                  <a:cubicBezTo>
                    <a:pt x="171099" y="20790"/>
                    <a:pt x="171099" y="13385"/>
                    <a:pt x="166258" y="8544"/>
                  </a:cubicBezTo>
                  <a:cubicBezTo>
                    <a:pt x="161416" y="3702"/>
                    <a:pt x="154012" y="3702"/>
                    <a:pt x="149170" y="8544"/>
                  </a:cubicBezTo>
                  <a:lnTo>
                    <a:pt x="146322" y="11392"/>
                  </a:lnTo>
                  <a:lnTo>
                    <a:pt x="35254" y="11392"/>
                  </a:lnTo>
                  <a:lnTo>
                    <a:pt x="23577" y="0"/>
                  </a:lnTo>
                  <a:cubicBezTo>
                    <a:pt x="14749" y="15948"/>
                    <a:pt x="9622" y="34745"/>
                    <a:pt x="9622" y="54395"/>
                  </a:cubicBezTo>
                  <a:cubicBezTo>
                    <a:pt x="9622" y="83444"/>
                    <a:pt x="20445" y="109645"/>
                    <a:pt x="38102" y="129865"/>
                  </a:cubicBezTo>
                  <a:lnTo>
                    <a:pt x="794" y="210176"/>
                  </a:lnTo>
                  <a:cubicBezTo>
                    <a:pt x="-345" y="212739"/>
                    <a:pt x="-345" y="215872"/>
                    <a:pt x="1364" y="218435"/>
                  </a:cubicBezTo>
                  <a:cubicBezTo>
                    <a:pt x="3072" y="220998"/>
                    <a:pt x="5635" y="222422"/>
                    <a:pt x="8483" y="222422"/>
                  </a:cubicBezTo>
                  <a:lnTo>
                    <a:pt x="79396" y="222422"/>
                  </a:lnTo>
                  <a:cubicBezTo>
                    <a:pt x="82244" y="222422"/>
                    <a:pt x="85092" y="220998"/>
                    <a:pt x="86516" y="218435"/>
                  </a:cubicBezTo>
                  <a:cubicBezTo>
                    <a:pt x="87940" y="215872"/>
                    <a:pt x="88225" y="213024"/>
                    <a:pt x="87086" y="210176"/>
                  </a:cubicBezTo>
                  <a:lnTo>
                    <a:pt x="57467" y="146953"/>
                  </a:lnTo>
                  <a:cubicBezTo>
                    <a:pt x="76264" y="160053"/>
                    <a:pt x="99047" y="168027"/>
                    <a:pt x="123539" y="168027"/>
                  </a:cubicBezTo>
                  <a:cubicBezTo>
                    <a:pt x="143190" y="168312"/>
                    <a:pt x="161701" y="162901"/>
                    <a:pt x="177934" y="154357"/>
                  </a:cubicBezTo>
                  <a:close/>
                </a:path>
              </a:pathLst>
            </a:custGeom>
            <a:solidFill>
              <a:srgbClr val="282829">
                <a:alpha val="50000"/>
              </a:srgbClr>
            </a:solidFill>
            <a:ln w="2778" cap="flat">
              <a:noFill/>
              <a:prstDash val="solid"/>
              <a:miter/>
            </a:ln>
          </p:spPr>
          <p:txBody>
            <a:bodyPr rtlCol="0" anchor="ctr"/>
            <a:lstStyle/>
            <a:p>
              <a:pPr>
                <a:defRPr/>
              </a:pPr>
              <a:endParaRPr lang="en-IN"/>
            </a:p>
          </p:txBody>
        </p:sp>
        <p:sp>
          <p:nvSpPr>
            <p:cNvPr id="229" name="Graphic 66" descr="Lock"/>
            <p:cNvSpPr/>
            <p:nvPr userDrawn="1"/>
          </p:nvSpPr>
          <p:spPr bwMode="auto">
            <a:xfrm>
              <a:off x="4454165" y="4523310"/>
              <a:ext cx="271479" cy="298626"/>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30" name="Graphic 79" descr="Send"/>
            <p:cNvSpPr/>
            <p:nvPr userDrawn="1"/>
          </p:nvSpPr>
          <p:spPr bwMode="auto">
            <a:xfrm>
              <a:off x="8981684" y="4746280"/>
              <a:ext cx="271479" cy="234914"/>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extrusionOk="0">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31" name="Graphic 57" descr="Heart with pulse"/>
            <p:cNvSpPr/>
            <p:nvPr userDrawn="1"/>
          </p:nvSpPr>
          <p:spPr bwMode="auto">
            <a:xfrm>
              <a:off x="6910501" y="4458142"/>
              <a:ext cx="219522" cy="174925"/>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extrusionOk="0">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pPr>
                <a:defRPr/>
              </a:pPr>
              <a:endParaRPr lang="en-IN"/>
            </a:p>
          </p:txBody>
        </p:sp>
        <p:sp>
          <p:nvSpPr>
            <p:cNvPr id="232" name="Freeform: Shape 231"/>
            <p:cNvSpPr/>
            <p:nvPr userDrawn="1"/>
          </p:nvSpPr>
          <p:spPr bwMode="auto">
            <a:xfrm>
              <a:off x="5279136" y="3864865"/>
              <a:ext cx="139252" cy="162353"/>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extrusionOk="0">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33" name="Freeform: Shape 232"/>
            <p:cNvSpPr/>
            <p:nvPr userDrawn="1"/>
          </p:nvSpPr>
          <p:spPr bwMode="auto">
            <a:xfrm>
              <a:off x="10768561" y="3478696"/>
              <a:ext cx="179874" cy="238336"/>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extrusionOk="0">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pPr>
                <a:defRPr/>
              </a:pPr>
              <a:endParaRPr lang="en-IN"/>
            </a:p>
          </p:txBody>
        </p:sp>
      </p:grpSp>
      <p:sp>
        <p:nvSpPr>
          <p:cNvPr id="16" name="Rectangle 15"/>
          <p:cNvSpPr/>
          <p:nvPr userDrawn="1"/>
        </p:nvSpPr>
        <p:spPr bwMode="auto">
          <a:xfrm>
            <a:off x="3901007" y="3533108"/>
            <a:ext cx="8283317" cy="2488567"/>
          </a:xfrm>
          <a:prstGeom prst="rect">
            <a:avLst/>
          </a:prstGeom>
          <a:solidFill>
            <a:srgbClr val="282829"/>
          </a:solidFill>
          <a:ln>
            <a:solidFill>
              <a:srgbClr val="2828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2" name="Subtitle 2"/>
          <p:cNvSpPr>
            <a:spLocks noGrp="1"/>
          </p:cNvSpPr>
          <p:nvPr>
            <p:ph type="subTitle" idx="4294967295"/>
          </p:nvPr>
        </p:nvSpPr>
        <p:spPr bwMode="auto">
          <a:xfrm>
            <a:off x="3986878" y="4945631"/>
            <a:ext cx="5480502" cy="969424"/>
          </a:xfrm>
          <a:prstGeom prst="rect">
            <a:avLst/>
          </a:prstGeom>
          <a:noFill/>
        </p:spPr>
        <p:txBody>
          <a:bodyPr anchor="t">
            <a:normAutofit/>
          </a:bodyPr>
          <a:lstStyle>
            <a:lvl1pPr>
              <a:defRPr>
                <a:solidFill>
                  <a:schemeClr val="bg1"/>
                </a:solidFill>
              </a:defRPr>
            </a:lvl1pPr>
          </a:lstStyle>
          <a:p>
            <a:pPr>
              <a:defRPr/>
            </a:pPr>
            <a:endParaRPr lang="en-US">
              <a:solidFill>
                <a:srgbClr val="FFFFFF"/>
              </a:solidFill>
            </a:endParaRPr>
          </a:p>
        </p:txBody>
      </p:sp>
      <p:sp>
        <p:nvSpPr>
          <p:cNvPr id="14" name="Subtitle 2"/>
          <p:cNvSpPr txBox="1"/>
          <p:nvPr userDrawn="1"/>
        </p:nvSpPr>
        <p:spPr bwMode="auto">
          <a:xfrm>
            <a:off x="8242883" y="4437028"/>
            <a:ext cx="3794941" cy="514816"/>
          </a:xfrm>
          <a:prstGeom prst="rect">
            <a:avLst/>
          </a:prstGeom>
        </p:spPr>
        <p:txBody>
          <a:bodyPr vert="horz" lIns="91440" tIns="45720" rIns="91440" bIns="45720" rtlCol="0" anchor="t">
            <a:normAutofit/>
          </a:bodyPr>
          <a:lstStyle>
            <a:lvl1pPr marL="0" indent="0" algn="l" defTabSz="914400">
              <a:lnSpc>
                <a:spcPct val="100000"/>
              </a:lnSpc>
              <a:spcBef>
                <a:spcPts val="0"/>
              </a:spcBef>
              <a:spcAft>
                <a:spcPts val="200"/>
              </a:spcAft>
              <a:buClr>
                <a:schemeClr val="accent1"/>
              </a:buClr>
              <a:buSzPct val="100000"/>
              <a:buFont typeface="Tw Cen MT"/>
              <a:buNone/>
              <a:defRPr sz="1800">
                <a:solidFill>
                  <a:schemeClr val="tx1">
                    <a:lumMod val="95000"/>
                    <a:lumOff val="5000"/>
                  </a:schemeClr>
                </a:solidFill>
                <a:latin typeface="+mn-lt"/>
                <a:ea typeface="+mn-ea"/>
                <a:cs typeface="+mn-cs"/>
              </a:defRPr>
            </a:lvl1pPr>
            <a:lvl2pPr marL="4572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2pPr>
            <a:lvl3pPr marL="9144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3pPr>
            <a:lvl4pPr marL="13716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4pPr>
            <a:lvl5pPr marL="18288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5pPr>
            <a:lvl6pPr marL="22860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6pPr>
            <a:lvl7pPr marL="27432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7pPr>
            <a:lvl8pPr marL="32004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8pPr>
            <a:lvl9pPr marL="36576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9pPr>
          </a:lstStyle>
          <a:p>
            <a:pPr algn="r">
              <a:defRPr/>
            </a:pPr>
            <a:r>
              <a:rPr lang="en-US">
                <a:solidFill>
                  <a:schemeClr val="bg1">
                    <a:lumMod val="75000"/>
                  </a:schemeClr>
                </a:solidFill>
              </a:rPr>
              <a:t>Connecting to the digital world</a:t>
            </a:r>
            <a:endParaRPr/>
          </a:p>
        </p:txBody>
      </p:sp>
      <p:cxnSp>
        <p:nvCxnSpPr>
          <p:cNvPr id="17" name="Straight Connector 16"/>
          <p:cNvCxnSpPr>
            <a:cxnSpLocks/>
          </p:cNvCxnSpPr>
          <p:nvPr userDrawn="1"/>
        </p:nvCxnSpPr>
        <p:spPr bwMode="auto">
          <a:xfrm>
            <a:off x="4094119" y="4842784"/>
            <a:ext cx="7897091" cy="0"/>
          </a:xfrm>
          <a:prstGeom prst="line">
            <a:avLst/>
          </a:prstGeom>
          <a:ln>
            <a:solidFill>
              <a:srgbClr val="4AC4E3"/>
            </a:solidFill>
          </a:ln>
        </p:spPr>
        <p:style>
          <a:lnRef idx="3">
            <a:schemeClr val="accent1"/>
          </a:lnRef>
          <a:fillRef idx="0">
            <a:schemeClr val="accent1"/>
          </a:fillRef>
          <a:effectRef idx="2">
            <a:schemeClr val="accent1"/>
          </a:effectRef>
          <a:fontRef idx="minor">
            <a:schemeClr val="tx1"/>
          </a:fontRef>
        </p:style>
      </p:cxnSp>
      <p:pic>
        <p:nvPicPr>
          <p:cNvPr id="5" name="Graphic 4"/>
          <p:cNvPicPr>
            <a:picLocks noChangeAspect="1"/>
          </p:cNvPicPr>
          <p:nvPr userDrawn="1"/>
        </p:nvPicPr>
        <p:blipFill>
          <a:blip r:embed="rId3"/>
          <a:stretch/>
        </p:blipFill>
        <p:spPr bwMode="auto">
          <a:xfrm>
            <a:off x="4125461" y="3797168"/>
            <a:ext cx="2429915" cy="82594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05200" y="0"/>
            <a:ext cx="10342483" cy="504543"/>
          </a:xfrm>
        </p:spPr>
        <p:txBody>
          <a:bodyPr>
            <a:normAutofit/>
          </a:bodyPr>
          <a:lstStyle>
            <a:lvl1pPr>
              <a:defRPr sz="2400"/>
            </a:lvl1pPr>
          </a:lstStyle>
          <a:p>
            <a:pPr>
              <a:defRPr/>
            </a:pPr>
            <a:r>
              <a:rPr lang="en-US"/>
              <a:t>Click to edit Master title style</a:t>
            </a:r>
            <a:endParaRP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userDrawn="1">
  <p:cSld name="Section Header">
    <p:spTree>
      <p:nvGrpSpPr>
        <p:cNvPr id="1" name=""/>
        <p:cNvGrpSpPr/>
        <p:nvPr/>
      </p:nvGrpSpPr>
      <p:grpSpPr bwMode="auto">
        <a:xfrm>
          <a:off x="0" y="0"/>
          <a:ext cx="0" cy="0"/>
          <a:chOff x="0" y="0"/>
          <a:chExt cx="0" cy="0"/>
        </a:xfrm>
      </p:grpSpPr>
      <p:sp>
        <p:nvSpPr>
          <p:cNvPr id="9" name="Rectangle 8"/>
          <p:cNvSpPr/>
          <p:nvPr/>
        </p:nvSpPr>
        <p:spPr bwMode="auto">
          <a:xfrm>
            <a:off x="0" y="2"/>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bwMode="auto">
          <a:xfrm>
            <a:off x="-1" y="2"/>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auto">
          <a:xfrm>
            <a:off x="457200" y="4960137"/>
            <a:ext cx="7772400" cy="1463040"/>
          </a:xfrm>
        </p:spPr>
        <p:txBody>
          <a:bodyPr anchor="ctr">
            <a:normAutofit/>
          </a:bodyPr>
          <a:lstStyle>
            <a:lvl1pPr algn="r">
              <a:defRPr sz="5000" b="0" spc="200"/>
            </a:lvl1pPr>
          </a:lstStyle>
          <a:p>
            <a:pPr>
              <a:defRPr/>
            </a:pPr>
            <a:r>
              <a:rPr lang="en-US"/>
              <a:t>Click to edit Master title style</a:t>
            </a:r>
          </a:p>
        </p:txBody>
      </p:sp>
      <p:sp>
        <p:nvSpPr>
          <p:cNvPr id="3" name="Text Placeholder 2"/>
          <p:cNvSpPr>
            <a:spLocks noGrp="1"/>
          </p:cNvSpPr>
          <p:nvPr>
            <p:ph type="body" idx="1"/>
          </p:nvPr>
        </p:nvSpPr>
        <p:spPr bwMode="auto">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cxnSp>
        <p:nvCxnSpPr>
          <p:cNvPr id="8" name="Straight Connector 7"/>
          <p:cNvCxnSpPr>
            <a:cxnSpLocks/>
          </p:cNvCxnSpPr>
          <p:nvPr/>
        </p:nvCxnSpPr>
        <p:spPr bwMode="auto">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024128" y="585216"/>
            <a:ext cx="9720072" cy="1499616"/>
          </a:xfrm>
        </p:spPr>
        <p:txBody>
          <a:bodyPr/>
          <a:lstStyle/>
          <a:p>
            <a:pPr>
              <a:defRPr/>
            </a:pPr>
            <a:r>
              <a:rPr lang="en-US"/>
              <a:t>Click to edit Master title style</a:t>
            </a:r>
          </a:p>
        </p:txBody>
      </p:sp>
      <p:sp>
        <p:nvSpPr>
          <p:cNvPr id="3" name="Content Placeholder 2"/>
          <p:cNvSpPr>
            <a:spLocks noGrp="1"/>
          </p:cNvSpPr>
          <p:nvPr>
            <p:ph sz="half" idx="1"/>
          </p:nvPr>
        </p:nvSpPr>
        <p:spPr bwMode="auto">
          <a:xfrm>
            <a:off x="1024127" y="2286000"/>
            <a:ext cx="4754880" cy="402336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5989320" y="2286000"/>
            <a:ext cx="4754880" cy="402336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Slide Number Placeholder 6"/>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0" name="Title 9"/>
          <p:cNvSpPr>
            <a:spLocks noGrp="1"/>
          </p:cNvSpPr>
          <p:nvPr>
            <p:ph type="title" hasCustomPrompt="1"/>
          </p:nvPr>
        </p:nvSpPr>
        <p:spPr bwMode="auto">
          <a:xfrm>
            <a:off x="204186" y="0"/>
            <a:ext cx="10138296" cy="504543"/>
          </a:xfrm>
        </p:spPr>
        <p:txBody>
          <a:bodyPr>
            <a:normAutofit/>
          </a:bodyPr>
          <a:lstStyle>
            <a:lvl1pPr>
              <a:defRPr sz="2400"/>
            </a:lvl1pPr>
          </a:lstStyle>
          <a:p>
            <a:pPr>
              <a:defRPr/>
            </a:pPr>
            <a:r>
              <a:rPr lang="en-US"/>
              <a:t>Click to edit the Master title style</a:t>
            </a:r>
            <a:endParaRPr/>
          </a:p>
        </p:txBody>
      </p:sp>
      <p:sp>
        <p:nvSpPr>
          <p:cNvPr id="3" name="Text Placeholder 2"/>
          <p:cNvSpPr>
            <a:spLocks noGrp="1"/>
          </p:cNvSpPr>
          <p:nvPr>
            <p:ph type="body" idx="1"/>
          </p:nvPr>
        </p:nvSpPr>
        <p:spPr bwMode="auto">
          <a:xfrm>
            <a:off x="1024128" y="2179636"/>
            <a:ext cx="4754880" cy="822960"/>
          </a:xfrm>
        </p:spPr>
        <p:txBody>
          <a:bodyPr lIns="137160" rIns="137160" anchor="ctr">
            <a:normAutofit/>
          </a:bodyPr>
          <a:lstStyle>
            <a:lvl1pPr marL="0" indent="0">
              <a:spcBef>
                <a:spcPts val="0"/>
              </a:spcBef>
              <a:spcAft>
                <a:spcPts val="0"/>
              </a:spcAft>
              <a:buNone/>
              <a:defRPr sz="2300" b="0" cap="none">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1024128" y="2967788"/>
            <a:ext cx="4754880" cy="3341572"/>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5990888" y="2179636"/>
            <a:ext cx="4754880" cy="822960"/>
          </a:xfrm>
        </p:spPr>
        <p:txBody>
          <a:bodyPr lIns="137160" rIns="137160" anchor="ctr">
            <a:normAutofit/>
          </a:bodyPr>
          <a:lstStyle>
            <a:lvl1pPr marL="0" indent="0">
              <a:spcBef>
                <a:spcPts val="0"/>
              </a:spcBef>
              <a:spcAft>
                <a:spcPts val="0"/>
              </a:spcAft>
              <a:buNone/>
              <a:defRPr lang="en-US" sz="2300" b="0" cap="none">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a:lnSpc>
                <a:spcPct val="90000"/>
              </a:lnSpc>
              <a:spcBef>
                <a:spcPts val="1800"/>
              </a:spcBef>
              <a:buNone/>
              <a:defRPr/>
            </a:pPr>
            <a:r>
              <a:rPr lang="en-US"/>
              <a:t>Click to edit Master text styles</a:t>
            </a:r>
            <a:endParaRPr/>
          </a:p>
        </p:txBody>
      </p:sp>
      <p:sp>
        <p:nvSpPr>
          <p:cNvPr id="6" name="Content Placeholder 5"/>
          <p:cNvSpPr>
            <a:spLocks noGrp="1"/>
          </p:cNvSpPr>
          <p:nvPr>
            <p:ph sz="quarter" idx="4"/>
          </p:nvPr>
        </p:nvSpPr>
        <p:spPr bwMode="auto">
          <a:xfrm>
            <a:off x="5990888" y="2967788"/>
            <a:ext cx="4754880" cy="3341572"/>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 name="Slide Number Placeholder 8"/>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05200" y="0"/>
            <a:ext cx="10218195" cy="504543"/>
          </a:xfrm>
        </p:spPr>
        <p:txBody>
          <a:bodyPr>
            <a:normAutofit/>
          </a:bodyPr>
          <a:lstStyle>
            <a:lvl1pPr>
              <a:defRPr sz="2400"/>
            </a:lvl1pPr>
          </a:lstStyle>
          <a:p>
            <a:pPr>
              <a:defRPr/>
            </a:pPr>
            <a:r>
              <a:rPr lang="en-US"/>
              <a:t>Click to edit Master title style</a:t>
            </a:r>
            <a:endParaRPr/>
          </a:p>
        </p:txBody>
      </p:sp>
      <p:sp>
        <p:nvSpPr>
          <p:cNvPr id="5" name="Slide Number Placeholder 4"/>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blank" preserve="1" userDrawn="1">
  <p:cSld name="Blank">
    <p:spTree>
      <p:nvGrpSpPr>
        <p:cNvPr id="1" name=""/>
        <p:cNvGrpSpPr/>
        <p:nvPr/>
      </p:nvGrpSpPr>
      <p:grpSpPr bwMode="auto">
        <a:xfrm>
          <a:off x="0" y="0"/>
          <a:ext cx="0" cy="0"/>
          <a:chOff x="0" y="0"/>
          <a:chExt cx="0" cy="0"/>
        </a:xfrm>
      </p:grpSpPr>
      <p:sp>
        <p:nvSpPr>
          <p:cNvPr id="4" name="Slide Number Placeholder 3"/>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8" name="Title 7"/>
          <p:cNvSpPr>
            <a:spLocks noGrp="1"/>
          </p:cNvSpPr>
          <p:nvPr>
            <p:ph type="title"/>
          </p:nvPr>
        </p:nvSpPr>
        <p:spPr bwMode="auto">
          <a:xfrm>
            <a:off x="1024128" y="471509"/>
            <a:ext cx="4389120" cy="1737360"/>
          </a:xfrm>
        </p:spPr>
        <p:txBody>
          <a:bodyPr>
            <a:noAutofit/>
          </a:bodyPr>
          <a:lstStyle>
            <a:lvl1pPr>
              <a:lnSpc>
                <a:spcPct val="80000"/>
              </a:lnSpc>
              <a:defRPr sz="4000"/>
            </a:lvl1pPr>
          </a:lstStyle>
          <a:p>
            <a:pPr>
              <a:defRPr/>
            </a:pPr>
            <a:r>
              <a:rPr lang="en-US"/>
              <a:t>Click to edit Master title style</a:t>
            </a:r>
            <a:endParaRPr/>
          </a:p>
        </p:txBody>
      </p:sp>
      <p:sp>
        <p:nvSpPr>
          <p:cNvPr id="3" name="Content Placeholder 2"/>
          <p:cNvSpPr>
            <a:spLocks noGrp="1"/>
          </p:cNvSpPr>
          <p:nvPr>
            <p:ph idx="1"/>
          </p:nvPr>
        </p:nvSpPr>
        <p:spPr bwMode="auto">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Text Placeholder 3"/>
          <p:cNvSpPr>
            <a:spLocks noGrp="1"/>
          </p:cNvSpPr>
          <p:nvPr>
            <p:ph type="body" sz="half" idx="2"/>
          </p:nvPr>
        </p:nvSpPr>
        <p:spPr bwMode="auto">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 name="Slide Number Placeholder 6"/>
          <p:cNvSpPr>
            <a:spLocks noGrp="1"/>
          </p:cNvSpPr>
          <p:nvPr>
            <p:ph type="sldNum" sz="quarter" idx="12"/>
          </p:nvPr>
        </p:nvSpPr>
        <p:spPr bwMode="auto">
          <a:xfrm>
            <a:off x="10837333" y="6470704"/>
            <a:ext cx="973667" cy="387294"/>
          </a:xfrm>
          <a:prstGeom prst="rect">
            <a:avLst/>
          </a:prstGeom>
        </p:spPr>
        <p:txBody>
          <a:bodyPr anchor="ctr"/>
          <a:lstStyle>
            <a:lvl1pPr algn="r">
              <a:defRPr lang="en-US" sz="1200">
                <a:solidFill>
                  <a:schemeClr val="bg1">
                    <a:lumMod val="50000"/>
                  </a:schemeClr>
                </a:solidFill>
                <a:latin typeface="Calibri"/>
                <a:cs typeface="Calibri"/>
              </a:defRPr>
            </a:lvl1pPr>
          </a:lstStyle>
          <a:p>
            <a:pPr>
              <a:defRPr/>
            </a:pPr>
            <a:fld id="{4FAB73BC-B049-4115-A692-8D63A059BFB8}"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457200" y="4960138"/>
            <a:ext cx="7772400" cy="1463040"/>
          </a:xfrm>
        </p:spPr>
        <p:txBody>
          <a:bodyPr anchor="ctr">
            <a:normAutofit/>
          </a:bodyPr>
          <a:lstStyle>
            <a:lvl1pPr algn="r">
              <a:defRPr sz="5000" spc="2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0" y="-1"/>
            <a:ext cx="12188952" cy="4572000"/>
          </a:xfrm>
          <a:prstGeom prst="rect">
            <a:avLst/>
          </a:prstGeo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7" name="Slide Number Placeholder 6"/>
          <p:cNvSpPr>
            <a:spLocks noGrp="1"/>
          </p:cNvSpPr>
          <p:nvPr>
            <p:ph type="sldNum" sz="quarter" idx="12"/>
          </p:nvPr>
        </p:nvSpPr>
        <p:spPr bwMode="auto">
          <a:xfrm>
            <a:off x="10837333" y="6470704"/>
            <a:ext cx="973667" cy="387294"/>
          </a:xfrm>
          <a:prstGeom prst="rect">
            <a:avLst/>
          </a:prstGeom>
        </p:spPr>
        <p:txBody>
          <a:bodyPr anchor="ctr"/>
          <a:lstStyle>
            <a:lvl1pPr algn="r">
              <a:defRPr lang="en-US" sz="1200">
                <a:solidFill>
                  <a:schemeClr val="bg1">
                    <a:lumMod val="50000"/>
                  </a:schemeClr>
                </a:solidFill>
                <a:latin typeface="Calibri"/>
                <a:cs typeface="Calibri"/>
              </a:defRPr>
            </a:lvl1pPr>
          </a:lstStyle>
          <a:p>
            <a:pPr>
              <a:defRPr/>
            </a:pPr>
            <a:fld id="{867E5644-1E61-4311-A31E-84CB9C7AA8A9}" type="slidenum">
              <a:rPr lang="en-IN"/>
              <a:t>‹#›</a:t>
            </a:fld>
            <a:endParaRPr lang="en-IN"/>
          </a:p>
        </p:txBody>
      </p:sp>
      <p:cxnSp>
        <p:nvCxnSpPr>
          <p:cNvPr id="8" name="Straight Connector 7"/>
          <p:cNvCxnSpPr>
            <a:cxnSpLocks/>
          </p:cNvCxnSpPr>
          <p:nvPr/>
        </p:nvCxnSpPr>
        <p:spPr bwMode="auto">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lvl1pPr>
              <a:defRPr sz="2400"/>
            </a:lvl1pPr>
          </a:lstStyle>
          <a:p>
            <a:pPr>
              <a:defRPr/>
            </a:pPr>
            <a:r>
              <a:rPr lang="en-US"/>
              <a:t>Click to edit Master title style</a:t>
            </a:r>
            <a:endParaRP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2" y="762000"/>
            <a:ext cx="2628900" cy="5410200"/>
          </a:xfrm>
        </p:spPr>
        <p:txBody>
          <a:bodyPr vert="eaVert" lIns="45720" tIns="91440" rIns="45720" bIns="91440"/>
          <a:lstStyle/>
          <a:p>
            <a:pPr>
              <a:defRPr/>
            </a:pPr>
            <a:r>
              <a:rPr lang="en-US"/>
              <a:t>Click to edit Master title style</a:t>
            </a:r>
          </a:p>
        </p:txBody>
      </p:sp>
      <p:sp>
        <p:nvSpPr>
          <p:cNvPr id="3" name="Vertical Text Placeholder 2"/>
          <p:cNvSpPr>
            <a:spLocks noGrp="1"/>
          </p:cNvSpPr>
          <p:nvPr>
            <p:ph type="body" orient="vert" idx="1"/>
          </p:nvPr>
        </p:nvSpPr>
        <p:spPr bwMode="auto">
          <a:xfrm>
            <a:off x="990602" y="762000"/>
            <a:ext cx="7581899" cy="5410200"/>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cxnSp>
        <p:nvCxnSpPr>
          <p:cNvPr id="7" name="Straight Connector 6"/>
          <p:cNvCxnSpPr>
            <a:cxnSpLocks/>
          </p:cNvCxnSpPr>
          <p:nvPr/>
        </p:nvCxnSpPr>
        <p:spPr bwMode="auto">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bwMode="auto">
        <a:xfrm>
          <a:off x="0" y="0"/>
          <a:ext cx="0" cy="0"/>
          <a:chOff x="0" y="0"/>
          <a:chExt cx="0" cy="0"/>
        </a:xfrm>
      </p:grpSpPr>
      <p:grpSp>
        <p:nvGrpSpPr>
          <p:cNvPr id="235" name="Group 234"/>
          <p:cNvGrpSpPr/>
          <p:nvPr userDrawn="1"/>
        </p:nvGrpSpPr>
        <p:grpSpPr bwMode="auto">
          <a:xfrm>
            <a:off x="-20830" y="0"/>
            <a:ext cx="12198567" cy="6863980"/>
            <a:chOff x="-3546" y="0"/>
            <a:chExt cx="12198567" cy="6863980"/>
          </a:xfrm>
        </p:grpSpPr>
        <p:pic>
          <p:nvPicPr>
            <p:cNvPr id="9" name="Picture 8"/>
            <p:cNvPicPr>
              <a:picLocks noChangeAspect="1"/>
            </p:cNvPicPr>
            <p:nvPr userDrawn="1"/>
          </p:nvPicPr>
          <p:blipFill>
            <a:blip r:embed="rId2"/>
            <a:stretch/>
          </p:blipFill>
          <p:spPr bwMode="auto">
            <a:xfrm>
              <a:off x="3041" y="0"/>
              <a:ext cx="12191980" cy="6857988"/>
            </a:xfrm>
            <a:prstGeom prst="rect">
              <a:avLst/>
            </a:prstGeom>
          </p:spPr>
        </p:pic>
        <p:sp>
          <p:nvSpPr>
            <p:cNvPr id="3" name="Graphic 18" descr="Lamp"/>
            <p:cNvSpPr/>
            <p:nvPr/>
          </p:nvSpPr>
          <p:spPr bwMode="auto">
            <a:xfrm>
              <a:off x="-3546" y="5917562"/>
              <a:ext cx="585026" cy="946418"/>
            </a:xfrm>
            <a:custGeom>
              <a:avLst/>
              <a:gdLst>
                <a:gd name="connsiteX0" fmla="*/ 393768 w 585026"/>
                <a:gd name="connsiteY0" fmla="*/ 881890 h 946418"/>
                <a:gd name="connsiteX1" fmla="*/ 326265 w 585026"/>
                <a:gd name="connsiteY1" fmla="*/ 881890 h 946418"/>
                <a:gd name="connsiteX2" fmla="*/ 326265 w 585026"/>
                <a:gd name="connsiteY2" fmla="*/ 354907 h 946418"/>
                <a:gd name="connsiteX3" fmla="*/ 371267 w 585026"/>
                <a:gd name="connsiteY3" fmla="*/ 354907 h 946418"/>
                <a:gd name="connsiteX4" fmla="*/ 371267 w 585026"/>
                <a:gd name="connsiteY4" fmla="*/ 473209 h 946418"/>
                <a:gd name="connsiteX5" fmla="*/ 393768 w 585026"/>
                <a:gd name="connsiteY5" fmla="*/ 473209 h 946418"/>
                <a:gd name="connsiteX6" fmla="*/ 393768 w 585026"/>
                <a:gd name="connsiteY6" fmla="*/ 354907 h 946418"/>
                <a:gd name="connsiteX7" fmla="*/ 585027 w 585026"/>
                <a:gd name="connsiteY7" fmla="*/ 354907 h 946418"/>
                <a:gd name="connsiteX8" fmla="*/ 427519 w 585026"/>
                <a:gd name="connsiteY8" fmla="*/ 0 h 946418"/>
                <a:gd name="connsiteX9" fmla="*/ 292513 w 585026"/>
                <a:gd name="connsiteY9" fmla="*/ 0 h 946418"/>
                <a:gd name="connsiteX10" fmla="*/ 157507 w 585026"/>
                <a:gd name="connsiteY10" fmla="*/ 0 h 946418"/>
                <a:gd name="connsiteX11" fmla="*/ 0 w 585026"/>
                <a:gd name="connsiteY11" fmla="*/ 354907 h 946418"/>
                <a:gd name="connsiteX12" fmla="*/ 258762 w 585026"/>
                <a:gd name="connsiteY12" fmla="*/ 354907 h 946418"/>
                <a:gd name="connsiteX13" fmla="*/ 258762 w 585026"/>
                <a:gd name="connsiteY13" fmla="*/ 881890 h 946418"/>
                <a:gd name="connsiteX14" fmla="*/ 191259 w 585026"/>
                <a:gd name="connsiteY14" fmla="*/ 881890 h 946418"/>
                <a:gd name="connsiteX15" fmla="*/ 146257 w 585026"/>
                <a:gd name="connsiteY15" fmla="*/ 924909 h 946418"/>
                <a:gd name="connsiteX16" fmla="*/ 146257 w 585026"/>
                <a:gd name="connsiteY16" fmla="*/ 946418 h 946418"/>
                <a:gd name="connsiteX17" fmla="*/ 438770 w 585026"/>
                <a:gd name="connsiteY17" fmla="*/ 946418 h 946418"/>
                <a:gd name="connsiteX18" fmla="*/ 438770 w 585026"/>
                <a:gd name="connsiteY18" fmla="*/ 924909 h 946418"/>
                <a:gd name="connsiteX19" fmla="*/ 393768 w 585026"/>
                <a:gd name="connsiteY19" fmla="*/ 881890 h 9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5026" h="946418" extrusionOk="0">
                  <a:moveTo>
                    <a:pt x="393768" y="881890"/>
                  </a:moveTo>
                  <a:lnTo>
                    <a:pt x="326265" y="881890"/>
                  </a:lnTo>
                  <a:lnTo>
                    <a:pt x="326265" y="354907"/>
                  </a:lnTo>
                  <a:lnTo>
                    <a:pt x="371267" y="354907"/>
                  </a:lnTo>
                  <a:lnTo>
                    <a:pt x="371267" y="473209"/>
                  </a:lnTo>
                  <a:lnTo>
                    <a:pt x="393768" y="473209"/>
                  </a:lnTo>
                  <a:lnTo>
                    <a:pt x="393768" y="354907"/>
                  </a:lnTo>
                  <a:lnTo>
                    <a:pt x="585027" y="354907"/>
                  </a:lnTo>
                  <a:lnTo>
                    <a:pt x="427519" y="0"/>
                  </a:lnTo>
                  <a:lnTo>
                    <a:pt x="292513" y="0"/>
                  </a:lnTo>
                  <a:lnTo>
                    <a:pt x="157507" y="0"/>
                  </a:lnTo>
                  <a:lnTo>
                    <a:pt x="0" y="354907"/>
                  </a:lnTo>
                  <a:lnTo>
                    <a:pt x="258762" y="354907"/>
                  </a:lnTo>
                  <a:lnTo>
                    <a:pt x="258762" y="881890"/>
                  </a:lnTo>
                  <a:lnTo>
                    <a:pt x="191259" y="881890"/>
                  </a:lnTo>
                  <a:cubicBezTo>
                    <a:pt x="166508" y="881890"/>
                    <a:pt x="146257" y="901248"/>
                    <a:pt x="146257" y="924909"/>
                  </a:cubicBezTo>
                  <a:lnTo>
                    <a:pt x="146257" y="946418"/>
                  </a:lnTo>
                  <a:lnTo>
                    <a:pt x="438770" y="946418"/>
                  </a:lnTo>
                  <a:lnTo>
                    <a:pt x="438770" y="924909"/>
                  </a:lnTo>
                  <a:cubicBezTo>
                    <a:pt x="438770" y="901248"/>
                    <a:pt x="418519" y="881890"/>
                    <a:pt x="393768" y="881890"/>
                  </a:cubicBezTo>
                  <a:close/>
                </a:path>
              </a:pathLst>
            </a:custGeom>
            <a:solidFill>
              <a:schemeClr val="tx1">
                <a:lumMod val="95000"/>
                <a:lumOff val="5000"/>
                <a:alpha val="5000"/>
              </a:schemeClr>
            </a:solidFill>
            <a:ln w="11212" cap="flat">
              <a:noFill/>
              <a:prstDash val="solid"/>
              <a:miter/>
            </a:ln>
          </p:spPr>
          <p:txBody>
            <a:bodyPr rtlCol="0" anchor="ctr"/>
            <a:lstStyle/>
            <a:p>
              <a:pPr>
                <a:defRPr/>
              </a:pPr>
              <a:endParaRPr lang="en-IN"/>
            </a:p>
          </p:txBody>
        </p:sp>
        <p:sp>
          <p:nvSpPr>
            <p:cNvPr id="6" name="Freeform: Shape 5"/>
            <p:cNvSpPr/>
            <p:nvPr/>
          </p:nvSpPr>
          <p:spPr bwMode="auto">
            <a:xfrm>
              <a:off x="1916843" y="4663015"/>
              <a:ext cx="450520" cy="234914"/>
            </a:xfrm>
            <a:custGeom>
              <a:avLst/>
              <a:gdLst>
                <a:gd name="connsiteX0" fmla="*/ 353981 w 450520"/>
                <a:gd name="connsiteY0" fmla="*/ 122284 h 234914"/>
                <a:gd name="connsiteX1" fmla="*/ 353981 w 450520"/>
                <a:gd name="connsiteY1" fmla="*/ 32180 h 234914"/>
                <a:gd name="connsiteX2" fmla="*/ 311074 w 450520"/>
                <a:gd name="connsiteY2" fmla="*/ 32180 h 234914"/>
                <a:gd name="connsiteX3" fmla="*/ 311074 w 450520"/>
                <a:gd name="connsiteY3" fmla="*/ 81523 h 234914"/>
                <a:gd name="connsiteX4" fmla="*/ 225260 w 450520"/>
                <a:gd name="connsiteY4" fmla="*/ 0 h 234914"/>
                <a:gd name="connsiteX5" fmla="*/ 225260 w 450520"/>
                <a:gd name="connsiteY5" fmla="*/ 0 h 234914"/>
                <a:gd name="connsiteX6" fmla="*/ 0 w 450520"/>
                <a:gd name="connsiteY6" fmla="*/ 214534 h 234914"/>
                <a:gd name="connsiteX7" fmla="*/ 24135 w 450520"/>
                <a:gd name="connsiteY7" fmla="*/ 234914 h 234914"/>
                <a:gd name="connsiteX8" fmla="*/ 225260 w 450520"/>
                <a:gd name="connsiteY8" fmla="*/ 43979 h 234914"/>
                <a:gd name="connsiteX9" fmla="*/ 225260 w 450520"/>
                <a:gd name="connsiteY9" fmla="*/ 43979 h 234914"/>
                <a:gd name="connsiteX10" fmla="*/ 426386 w 450520"/>
                <a:gd name="connsiteY10" fmla="*/ 234914 h 234914"/>
                <a:gd name="connsiteX11" fmla="*/ 450521 w 450520"/>
                <a:gd name="connsiteY11" fmla="*/ 214534 h 23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0520" h="234914" extrusionOk="0">
                  <a:moveTo>
                    <a:pt x="353981" y="122284"/>
                  </a:moveTo>
                  <a:lnTo>
                    <a:pt x="353981" y="32180"/>
                  </a:lnTo>
                  <a:lnTo>
                    <a:pt x="311074" y="32180"/>
                  </a:lnTo>
                  <a:lnTo>
                    <a:pt x="311074" y="81523"/>
                  </a:lnTo>
                  <a:lnTo>
                    <a:pt x="225260" y="0"/>
                  </a:lnTo>
                  <a:lnTo>
                    <a:pt x="225260" y="0"/>
                  </a:lnTo>
                  <a:lnTo>
                    <a:pt x="0" y="214534"/>
                  </a:lnTo>
                  <a:lnTo>
                    <a:pt x="24135" y="234914"/>
                  </a:lnTo>
                  <a:lnTo>
                    <a:pt x="225260" y="43979"/>
                  </a:lnTo>
                  <a:lnTo>
                    <a:pt x="225260" y="43979"/>
                  </a:lnTo>
                  <a:lnTo>
                    <a:pt x="426386" y="234914"/>
                  </a:lnTo>
                  <a:lnTo>
                    <a:pt x="450521" y="214534"/>
                  </a:lnTo>
                  <a:close/>
                </a:path>
              </a:pathLst>
            </a:custGeom>
            <a:solidFill>
              <a:srgbClr val="000000">
                <a:alpha val="50000"/>
              </a:srgbClr>
            </a:solidFill>
            <a:ln w="5358" cap="flat">
              <a:noFill/>
              <a:prstDash val="solid"/>
              <a:miter/>
            </a:ln>
          </p:spPr>
          <p:txBody>
            <a:bodyPr rtlCol="0" anchor="ctr"/>
            <a:lstStyle/>
            <a:p>
              <a:pPr>
                <a:defRPr/>
              </a:pPr>
              <a:endParaRPr lang="en-IN"/>
            </a:p>
          </p:txBody>
        </p:sp>
        <p:sp>
          <p:nvSpPr>
            <p:cNvPr id="7" name="Freeform: Shape 6"/>
            <p:cNvSpPr/>
            <p:nvPr/>
          </p:nvSpPr>
          <p:spPr bwMode="auto">
            <a:xfrm>
              <a:off x="1981203" y="4737029"/>
              <a:ext cx="321800" cy="312146"/>
            </a:xfrm>
            <a:custGeom>
              <a:avLst/>
              <a:gdLst>
                <a:gd name="connsiteX0" fmla="*/ 0 w 321800"/>
                <a:gd name="connsiteY0" fmla="*/ 152855 h 312146"/>
                <a:gd name="connsiteX1" fmla="*/ 0 w 321800"/>
                <a:gd name="connsiteY1" fmla="*/ 312147 h 312146"/>
                <a:gd name="connsiteX2" fmla="*/ 128720 w 321800"/>
                <a:gd name="connsiteY2" fmla="*/ 312147 h 312146"/>
                <a:gd name="connsiteX3" fmla="*/ 128720 w 321800"/>
                <a:gd name="connsiteY3" fmla="*/ 178063 h 312146"/>
                <a:gd name="connsiteX4" fmla="*/ 193080 w 321800"/>
                <a:gd name="connsiteY4" fmla="*/ 178063 h 312146"/>
                <a:gd name="connsiteX5" fmla="*/ 193080 w 321800"/>
                <a:gd name="connsiteY5" fmla="*/ 312147 h 312146"/>
                <a:gd name="connsiteX6" fmla="*/ 321801 w 321800"/>
                <a:gd name="connsiteY6" fmla="*/ 312147 h 312146"/>
                <a:gd name="connsiteX7" fmla="*/ 321801 w 321800"/>
                <a:gd name="connsiteY7" fmla="*/ 152855 h 312146"/>
                <a:gd name="connsiteX8" fmla="*/ 160900 w 321800"/>
                <a:gd name="connsiteY8" fmla="*/ 0 h 312146"/>
                <a:gd name="connsiteX9" fmla="*/ 0 w 321800"/>
                <a:gd name="connsiteY9" fmla="*/ 152855 h 312146"/>
                <a:gd name="connsiteX10" fmla="*/ 96540 w 321800"/>
                <a:gd name="connsiteY10" fmla="*/ 242423 h 312146"/>
                <a:gd name="connsiteX11" fmla="*/ 32180 w 321800"/>
                <a:gd name="connsiteY11" fmla="*/ 242423 h 312146"/>
                <a:gd name="connsiteX12" fmla="*/ 32180 w 321800"/>
                <a:gd name="connsiteY12" fmla="*/ 178063 h 312146"/>
                <a:gd name="connsiteX13" fmla="*/ 96540 w 321800"/>
                <a:gd name="connsiteY13" fmla="*/ 178063 h 312146"/>
                <a:gd name="connsiteX14" fmla="*/ 96540 w 321800"/>
                <a:gd name="connsiteY14" fmla="*/ 242423 h 312146"/>
                <a:gd name="connsiteX15" fmla="*/ 225260 w 321800"/>
                <a:gd name="connsiteY15" fmla="*/ 178063 h 312146"/>
                <a:gd name="connsiteX16" fmla="*/ 289621 w 321800"/>
                <a:gd name="connsiteY16" fmla="*/ 178063 h 312146"/>
                <a:gd name="connsiteX17" fmla="*/ 289621 w 321800"/>
                <a:gd name="connsiteY17" fmla="*/ 242423 h 312146"/>
                <a:gd name="connsiteX18" fmla="*/ 225260 w 321800"/>
                <a:gd name="connsiteY18" fmla="*/ 242423 h 312146"/>
                <a:gd name="connsiteX19" fmla="*/ 225260 w 321800"/>
                <a:gd name="connsiteY19" fmla="*/ 178063 h 31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1800" h="312146" extrusionOk="0">
                  <a:moveTo>
                    <a:pt x="0" y="152855"/>
                  </a:moveTo>
                  <a:lnTo>
                    <a:pt x="0" y="312147"/>
                  </a:lnTo>
                  <a:lnTo>
                    <a:pt x="128720" y="312147"/>
                  </a:lnTo>
                  <a:lnTo>
                    <a:pt x="128720" y="178063"/>
                  </a:lnTo>
                  <a:lnTo>
                    <a:pt x="193080" y="178063"/>
                  </a:lnTo>
                  <a:lnTo>
                    <a:pt x="193080" y="312147"/>
                  </a:lnTo>
                  <a:lnTo>
                    <a:pt x="321801" y="312147"/>
                  </a:lnTo>
                  <a:lnTo>
                    <a:pt x="321801" y="152855"/>
                  </a:lnTo>
                  <a:lnTo>
                    <a:pt x="160900" y="0"/>
                  </a:lnTo>
                  <a:lnTo>
                    <a:pt x="0" y="152855"/>
                  </a:lnTo>
                  <a:close/>
                  <a:moveTo>
                    <a:pt x="96540" y="242423"/>
                  </a:moveTo>
                  <a:lnTo>
                    <a:pt x="32180" y="242423"/>
                  </a:lnTo>
                  <a:lnTo>
                    <a:pt x="32180" y="178063"/>
                  </a:lnTo>
                  <a:lnTo>
                    <a:pt x="96540" y="178063"/>
                  </a:lnTo>
                  <a:lnTo>
                    <a:pt x="96540" y="242423"/>
                  </a:lnTo>
                  <a:close/>
                  <a:moveTo>
                    <a:pt x="225260" y="178063"/>
                  </a:moveTo>
                  <a:lnTo>
                    <a:pt x="289621" y="178063"/>
                  </a:lnTo>
                  <a:lnTo>
                    <a:pt x="289621" y="242423"/>
                  </a:lnTo>
                  <a:lnTo>
                    <a:pt x="225260" y="242423"/>
                  </a:lnTo>
                  <a:lnTo>
                    <a:pt x="225260" y="178063"/>
                  </a:lnTo>
                  <a:close/>
                </a:path>
              </a:pathLst>
            </a:custGeom>
            <a:solidFill>
              <a:srgbClr val="000000">
                <a:alpha val="50000"/>
              </a:srgbClr>
            </a:solidFill>
            <a:ln w="5358" cap="flat">
              <a:noFill/>
              <a:prstDash val="solid"/>
              <a:miter/>
            </a:ln>
          </p:spPr>
          <p:txBody>
            <a:bodyPr rtlCol="0" anchor="ctr"/>
            <a:lstStyle/>
            <a:p>
              <a:pPr>
                <a:defRPr/>
              </a:pPr>
              <a:endParaRPr lang="en-IN"/>
            </a:p>
          </p:txBody>
        </p:sp>
        <p:grpSp>
          <p:nvGrpSpPr>
            <p:cNvPr id="8" name="Graphic 20" descr="Database"/>
            <p:cNvGrpSpPr/>
            <p:nvPr/>
          </p:nvGrpSpPr>
          <p:grpSpPr bwMode="auto">
            <a:xfrm>
              <a:off x="5987496" y="2561820"/>
              <a:ext cx="132961" cy="180447"/>
              <a:chOff x="5987496" y="2561820"/>
              <a:chExt cx="132961" cy="180447"/>
            </a:xfrm>
            <a:solidFill>
              <a:schemeClr val="tx1">
                <a:lumMod val="95000"/>
                <a:lumOff val="5000"/>
                <a:alpha val="50000"/>
              </a:schemeClr>
            </a:solidFill>
          </p:grpSpPr>
          <p:sp>
            <p:nvSpPr>
              <p:cNvPr id="10" name="Freeform: Shape 9"/>
              <p:cNvSpPr/>
              <p:nvPr/>
            </p:nvSpPr>
            <p:spPr bwMode="auto">
              <a:xfrm>
                <a:off x="5987496" y="2561820"/>
                <a:ext cx="132961" cy="37989"/>
              </a:xfrm>
              <a:custGeom>
                <a:avLst/>
                <a:gdLst>
                  <a:gd name="connsiteX0" fmla="*/ 132962 w 132961"/>
                  <a:gd name="connsiteY0" fmla="*/ 18995 h 37989"/>
                  <a:gd name="connsiteX1" fmla="*/ 66481 w 132961"/>
                  <a:gd name="connsiteY1" fmla="*/ 37989 h 37989"/>
                  <a:gd name="connsiteX2" fmla="*/ 0 w 132961"/>
                  <a:gd name="connsiteY2" fmla="*/ 18995 h 37989"/>
                  <a:gd name="connsiteX3" fmla="*/ 66481 w 132961"/>
                  <a:gd name="connsiteY3" fmla="*/ 0 h 37989"/>
                  <a:gd name="connsiteX4" fmla="*/ 132962 w 132961"/>
                  <a:gd name="connsiteY4" fmla="*/ 18995 h 3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961" h="37989" extrusionOk="0">
                    <a:moveTo>
                      <a:pt x="132962" y="18995"/>
                    </a:moveTo>
                    <a:cubicBezTo>
                      <a:pt x="132962" y="29485"/>
                      <a:pt x="103197" y="37989"/>
                      <a:pt x="66481" y="37989"/>
                    </a:cubicBezTo>
                    <a:cubicBezTo>
                      <a:pt x="29764" y="37989"/>
                      <a:pt x="0" y="29485"/>
                      <a:pt x="0" y="18995"/>
                    </a:cubicBezTo>
                    <a:cubicBezTo>
                      <a:pt x="0" y="8504"/>
                      <a:pt x="29764" y="0"/>
                      <a:pt x="66481" y="0"/>
                    </a:cubicBezTo>
                    <a:cubicBezTo>
                      <a:pt x="103197" y="0"/>
                      <a:pt x="132962" y="8504"/>
                      <a:pt x="132962"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11" name="Freeform: Shape 10"/>
              <p:cNvSpPr/>
              <p:nvPr/>
            </p:nvSpPr>
            <p:spPr bwMode="auto">
              <a:xfrm>
                <a:off x="5987496" y="2590311"/>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32" name="Freeform: Shape 31"/>
              <p:cNvSpPr/>
              <p:nvPr/>
            </p:nvSpPr>
            <p:spPr bwMode="auto">
              <a:xfrm>
                <a:off x="5987496" y="2637798"/>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34" name="Freeform: Shape 33"/>
              <p:cNvSpPr/>
              <p:nvPr/>
            </p:nvSpPr>
            <p:spPr bwMode="auto">
              <a:xfrm>
                <a:off x="5987496" y="2685284"/>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grpSp>
        <p:sp>
          <p:nvSpPr>
            <p:cNvPr id="36" name="Graphic 21" descr="Tablet"/>
            <p:cNvSpPr/>
            <p:nvPr/>
          </p:nvSpPr>
          <p:spPr bwMode="auto">
            <a:xfrm>
              <a:off x="635843" y="330836"/>
              <a:ext cx="118770" cy="83138"/>
            </a:xfrm>
            <a:custGeom>
              <a:avLst/>
              <a:gdLst>
                <a:gd name="connsiteX0" fmla="*/ 109862 w 118770"/>
                <a:gd name="connsiteY0" fmla="*/ 74231 h 83139"/>
                <a:gd name="connsiteX1" fmla="*/ 8908 w 118770"/>
                <a:gd name="connsiteY1" fmla="*/ 74231 h 83139"/>
                <a:gd name="connsiteX2" fmla="*/ 8908 w 118770"/>
                <a:gd name="connsiteY2" fmla="*/ 8908 h 83139"/>
                <a:gd name="connsiteX3" fmla="*/ 109862 w 118770"/>
                <a:gd name="connsiteY3" fmla="*/ 8908 h 83139"/>
                <a:gd name="connsiteX4" fmla="*/ 109862 w 118770"/>
                <a:gd name="connsiteY4" fmla="*/ 74231 h 83139"/>
                <a:gd name="connsiteX5" fmla="*/ 66808 w 118770"/>
                <a:gd name="connsiteY5" fmla="*/ 80170 h 83139"/>
                <a:gd name="connsiteX6" fmla="*/ 51962 w 118770"/>
                <a:gd name="connsiteY6" fmla="*/ 80170 h 83139"/>
                <a:gd name="connsiteX7" fmla="*/ 50477 w 118770"/>
                <a:gd name="connsiteY7" fmla="*/ 78685 h 83139"/>
                <a:gd name="connsiteX8" fmla="*/ 51962 w 118770"/>
                <a:gd name="connsiteY8" fmla="*/ 77201 h 83139"/>
                <a:gd name="connsiteX9" fmla="*/ 66808 w 118770"/>
                <a:gd name="connsiteY9" fmla="*/ 77201 h 83139"/>
                <a:gd name="connsiteX10" fmla="*/ 68293 w 118770"/>
                <a:gd name="connsiteY10" fmla="*/ 78685 h 83139"/>
                <a:gd name="connsiteX11" fmla="*/ 66808 w 118770"/>
                <a:gd name="connsiteY11" fmla="*/ 80170 h 83139"/>
                <a:gd name="connsiteX12" fmla="*/ 59385 w 118770"/>
                <a:gd name="connsiteY12" fmla="*/ 2969 h 83139"/>
                <a:gd name="connsiteX13" fmla="*/ 60870 w 118770"/>
                <a:gd name="connsiteY13" fmla="*/ 4454 h 83139"/>
                <a:gd name="connsiteX14" fmla="*/ 59385 w 118770"/>
                <a:gd name="connsiteY14" fmla="*/ 5939 h 83139"/>
                <a:gd name="connsiteX15" fmla="*/ 57900 w 118770"/>
                <a:gd name="connsiteY15" fmla="*/ 4454 h 83139"/>
                <a:gd name="connsiteX16" fmla="*/ 59385 w 118770"/>
                <a:gd name="connsiteY16" fmla="*/ 2969 h 83139"/>
                <a:gd name="connsiteX17" fmla="*/ 112832 w 118770"/>
                <a:gd name="connsiteY17" fmla="*/ 0 h 83139"/>
                <a:gd name="connsiteX18" fmla="*/ 5939 w 118770"/>
                <a:gd name="connsiteY18" fmla="*/ 0 h 83139"/>
                <a:gd name="connsiteX19" fmla="*/ 0 w 118770"/>
                <a:gd name="connsiteY19" fmla="*/ 5939 h 83139"/>
                <a:gd name="connsiteX20" fmla="*/ 0 w 118770"/>
                <a:gd name="connsiteY20" fmla="*/ 77201 h 83139"/>
                <a:gd name="connsiteX21" fmla="*/ 5939 w 118770"/>
                <a:gd name="connsiteY21" fmla="*/ 83139 h 83139"/>
                <a:gd name="connsiteX22" fmla="*/ 112832 w 118770"/>
                <a:gd name="connsiteY22" fmla="*/ 83139 h 83139"/>
                <a:gd name="connsiteX23" fmla="*/ 118770 w 118770"/>
                <a:gd name="connsiteY23" fmla="*/ 77201 h 83139"/>
                <a:gd name="connsiteX24" fmla="*/ 118770 w 118770"/>
                <a:gd name="connsiteY24" fmla="*/ 5939 h 83139"/>
                <a:gd name="connsiteX25" fmla="*/ 112832 w 118770"/>
                <a:gd name="connsiteY25" fmla="*/ 0 h 8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770" h="83139" extrusionOk="0">
                  <a:moveTo>
                    <a:pt x="109862" y="74231"/>
                  </a:moveTo>
                  <a:lnTo>
                    <a:pt x="8908" y="74231"/>
                  </a:lnTo>
                  <a:lnTo>
                    <a:pt x="8908" y="8908"/>
                  </a:lnTo>
                  <a:lnTo>
                    <a:pt x="109862" y="8908"/>
                  </a:lnTo>
                  <a:lnTo>
                    <a:pt x="109862" y="74231"/>
                  </a:lnTo>
                  <a:close/>
                  <a:moveTo>
                    <a:pt x="66808" y="80170"/>
                  </a:moveTo>
                  <a:lnTo>
                    <a:pt x="51962" y="80170"/>
                  </a:lnTo>
                  <a:cubicBezTo>
                    <a:pt x="51071" y="80170"/>
                    <a:pt x="50477" y="79576"/>
                    <a:pt x="50477" y="78685"/>
                  </a:cubicBezTo>
                  <a:cubicBezTo>
                    <a:pt x="50477" y="77794"/>
                    <a:pt x="51071" y="77201"/>
                    <a:pt x="51962" y="77201"/>
                  </a:cubicBezTo>
                  <a:lnTo>
                    <a:pt x="66808" y="77201"/>
                  </a:lnTo>
                  <a:cubicBezTo>
                    <a:pt x="67699" y="77201"/>
                    <a:pt x="68293" y="77794"/>
                    <a:pt x="68293" y="78685"/>
                  </a:cubicBezTo>
                  <a:cubicBezTo>
                    <a:pt x="68293" y="79576"/>
                    <a:pt x="67699" y="80170"/>
                    <a:pt x="66808" y="80170"/>
                  </a:cubicBezTo>
                  <a:close/>
                  <a:moveTo>
                    <a:pt x="59385" y="2969"/>
                  </a:moveTo>
                  <a:cubicBezTo>
                    <a:pt x="60276" y="2969"/>
                    <a:pt x="60870" y="3563"/>
                    <a:pt x="60870" y="4454"/>
                  </a:cubicBezTo>
                  <a:cubicBezTo>
                    <a:pt x="60870" y="5345"/>
                    <a:pt x="60276" y="5939"/>
                    <a:pt x="59385" y="5939"/>
                  </a:cubicBezTo>
                  <a:cubicBezTo>
                    <a:pt x="58494" y="5939"/>
                    <a:pt x="57900" y="5345"/>
                    <a:pt x="57900" y="4454"/>
                  </a:cubicBezTo>
                  <a:cubicBezTo>
                    <a:pt x="57900" y="3563"/>
                    <a:pt x="58494" y="2969"/>
                    <a:pt x="59385" y="2969"/>
                  </a:cubicBezTo>
                  <a:close/>
                  <a:moveTo>
                    <a:pt x="112832" y="0"/>
                  </a:moveTo>
                  <a:lnTo>
                    <a:pt x="5939" y="0"/>
                  </a:lnTo>
                  <a:cubicBezTo>
                    <a:pt x="2672" y="0"/>
                    <a:pt x="0" y="2672"/>
                    <a:pt x="0" y="5939"/>
                  </a:cubicBezTo>
                  <a:lnTo>
                    <a:pt x="0" y="77201"/>
                  </a:lnTo>
                  <a:cubicBezTo>
                    <a:pt x="0" y="80467"/>
                    <a:pt x="2672" y="83139"/>
                    <a:pt x="5939" y="83139"/>
                  </a:cubicBezTo>
                  <a:lnTo>
                    <a:pt x="112832" y="83139"/>
                  </a:lnTo>
                  <a:cubicBezTo>
                    <a:pt x="116098" y="83139"/>
                    <a:pt x="118770" y="80467"/>
                    <a:pt x="118770" y="77201"/>
                  </a:cubicBezTo>
                  <a:lnTo>
                    <a:pt x="118770" y="5939"/>
                  </a:lnTo>
                  <a:cubicBezTo>
                    <a:pt x="118770" y="2672"/>
                    <a:pt x="116098" y="0"/>
                    <a:pt x="112832" y="0"/>
                  </a:cubicBez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38" name="Graphic 22" descr="Smart Phone"/>
            <p:cNvSpPr/>
            <p:nvPr/>
          </p:nvSpPr>
          <p:spPr bwMode="auto">
            <a:xfrm>
              <a:off x="6932923" y="335023"/>
              <a:ext cx="78388" cy="143711"/>
            </a:xfrm>
            <a:custGeom>
              <a:avLst/>
              <a:gdLst>
                <a:gd name="connsiteX0" fmla="*/ 68590 w 78388"/>
                <a:gd name="connsiteY0" fmla="*/ 124114 h 143711"/>
                <a:gd name="connsiteX1" fmla="*/ 9799 w 78388"/>
                <a:gd name="connsiteY1" fmla="*/ 124114 h 143711"/>
                <a:gd name="connsiteX2" fmla="*/ 9799 w 78388"/>
                <a:gd name="connsiteY2" fmla="*/ 19597 h 143711"/>
                <a:gd name="connsiteX3" fmla="*/ 68590 w 78388"/>
                <a:gd name="connsiteY3" fmla="*/ 19597 h 143711"/>
                <a:gd name="connsiteX4" fmla="*/ 68590 w 78388"/>
                <a:gd name="connsiteY4" fmla="*/ 124114 h 143711"/>
                <a:gd name="connsiteX5" fmla="*/ 32662 w 78388"/>
                <a:gd name="connsiteY5" fmla="*/ 6532 h 143711"/>
                <a:gd name="connsiteX6" fmla="*/ 45726 w 78388"/>
                <a:gd name="connsiteY6" fmla="*/ 6532 h 143711"/>
                <a:gd name="connsiteX7" fmla="*/ 48993 w 78388"/>
                <a:gd name="connsiteY7" fmla="*/ 9799 h 143711"/>
                <a:gd name="connsiteX8" fmla="*/ 45726 w 78388"/>
                <a:gd name="connsiteY8" fmla="*/ 13065 h 143711"/>
                <a:gd name="connsiteX9" fmla="*/ 32662 w 78388"/>
                <a:gd name="connsiteY9" fmla="*/ 13065 h 143711"/>
                <a:gd name="connsiteX10" fmla="*/ 29396 w 78388"/>
                <a:gd name="connsiteY10" fmla="*/ 9799 h 143711"/>
                <a:gd name="connsiteX11" fmla="*/ 32662 w 78388"/>
                <a:gd name="connsiteY11" fmla="*/ 6532 h 143711"/>
                <a:gd name="connsiteX12" fmla="*/ 75122 w 78388"/>
                <a:gd name="connsiteY12" fmla="*/ 0 h 143711"/>
                <a:gd name="connsiteX13" fmla="*/ 3266 w 78388"/>
                <a:gd name="connsiteY13" fmla="*/ 0 h 143711"/>
                <a:gd name="connsiteX14" fmla="*/ 0 w 78388"/>
                <a:gd name="connsiteY14" fmla="*/ 3266 h 143711"/>
                <a:gd name="connsiteX15" fmla="*/ 0 w 78388"/>
                <a:gd name="connsiteY15" fmla="*/ 140445 h 143711"/>
                <a:gd name="connsiteX16" fmla="*/ 3266 w 78388"/>
                <a:gd name="connsiteY16" fmla="*/ 143711 h 143711"/>
                <a:gd name="connsiteX17" fmla="*/ 75122 w 78388"/>
                <a:gd name="connsiteY17" fmla="*/ 143711 h 143711"/>
                <a:gd name="connsiteX18" fmla="*/ 78388 w 78388"/>
                <a:gd name="connsiteY18" fmla="*/ 140445 h 143711"/>
                <a:gd name="connsiteX19" fmla="*/ 78388 w 78388"/>
                <a:gd name="connsiteY19" fmla="*/ 3266 h 143711"/>
                <a:gd name="connsiteX20" fmla="*/ 75122 w 78388"/>
                <a:gd name="connsiteY20" fmla="*/ 0 h 14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8" h="143711" extrusionOk="0">
                  <a:moveTo>
                    <a:pt x="68590" y="124114"/>
                  </a:moveTo>
                  <a:lnTo>
                    <a:pt x="9799" y="124114"/>
                  </a:lnTo>
                  <a:lnTo>
                    <a:pt x="9799" y="19597"/>
                  </a:lnTo>
                  <a:lnTo>
                    <a:pt x="68590" y="19597"/>
                  </a:lnTo>
                  <a:lnTo>
                    <a:pt x="68590" y="124114"/>
                  </a:lnTo>
                  <a:close/>
                  <a:moveTo>
                    <a:pt x="32662" y="6532"/>
                  </a:moveTo>
                  <a:lnTo>
                    <a:pt x="45726" y="6532"/>
                  </a:lnTo>
                  <a:cubicBezTo>
                    <a:pt x="47523" y="6532"/>
                    <a:pt x="48993" y="8002"/>
                    <a:pt x="48993" y="9799"/>
                  </a:cubicBezTo>
                  <a:cubicBezTo>
                    <a:pt x="48993" y="11595"/>
                    <a:pt x="47523" y="13065"/>
                    <a:pt x="45726" y="13065"/>
                  </a:cubicBezTo>
                  <a:lnTo>
                    <a:pt x="32662" y="13065"/>
                  </a:lnTo>
                  <a:cubicBezTo>
                    <a:pt x="30865" y="13065"/>
                    <a:pt x="29396" y="11595"/>
                    <a:pt x="29396" y="9799"/>
                  </a:cubicBezTo>
                  <a:cubicBezTo>
                    <a:pt x="29396" y="8002"/>
                    <a:pt x="30865" y="6532"/>
                    <a:pt x="32662" y="6532"/>
                  </a:cubicBezTo>
                  <a:close/>
                  <a:moveTo>
                    <a:pt x="75122" y="0"/>
                  </a:moveTo>
                  <a:lnTo>
                    <a:pt x="3266" y="0"/>
                  </a:lnTo>
                  <a:cubicBezTo>
                    <a:pt x="1470" y="0"/>
                    <a:pt x="0" y="1470"/>
                    <a:pt x="0" y="3266"/>
                  </a:cubicBezTo>
                  <a:lnTo>
                    <a:pt x="0" y="140445"/>
                  </a:lnTo>
                  <a:cubicBezTo>
                    <a:pt x="0" y="142242"/>
                    <a:pt x="1470" y="143711"/>
                    <a:pt x="3266" y="143711"/>
                  </a:cubicBezTo>
                  <a:lnTo>
                    <a:pt x="75122" y="143711"/>
                  </a:lnTo>
                  <a:cubicBezTo>
                    <a:pt x="76918" y="143711"/>
                    <a:pt x="78388" y="142242"/>
                    <a:pt x="78388" y="140445"/>
                  </a:cubicBezTo>
                  <a:lnTo>
                    <a:pt x="78388" y="3266"/>
                  </a:lnTo>
                  <a:cubicBezTo>
                    <a:pt x="78388" y="1470"/>
                    <a:pt x="76918" y="0"/>
                    <a:pt x="75122" y="0"/>
                  </a:cubicBezTo>
                  <a:close/>
                </a:path>
              </a:pathLst>
            </a:custGeom>
            <a:solidFill>
              <a:schemeClr val="tx1">
                <a:lumMod val="95000"/>
                <a:lumOff val="5000"/>
                <a:alpha val="50000"/>
              </a:schemeClr>
            </a:solidFill>
            <a:ln w="1588" cap="flat">
              <a:noFill/>
              <a:prstDash val="solid"/>
              <a:miter/>
            </a:ln>
          </p:spPr>
          <p:txBody>
            <a:bodyPr rtlCol="0" anchor="ctr"/>
            <a:lstStyle/>
            <a:p>
              <a:pPr>
                <a:defRPr/>
              </a:pPr>
              <a:endParaRPr lang="en-IN"/>
            </a:p>
          </p:txBody>
        </p:sp>
        <p:sp>
          <p:nvSpPr>
            <p:cNvPr id="42" name="Freeform: Shape 41"/>
            <p:cNvSpPr/>
            <p:nvPr/>
          </p:nvSpPr>
          <p:spPr bwMode="auto">
            <a:xfrm>
              <a:off x="8014343" y="1782683"/>
              <a:ext cx="100954" cy="68292"/>
            </a:xfrm>
            <a:custGeom>
              <a:avLst/>
              <a:gdLst>
                <a:gd name="connsiteX0" fmla="*/ 92047 w 100954"/>
                <a:gd name="connsiteY0" fmla="*/ 59385 h 68292"/>
                <a:gd name="connsiteX1" fmla="*/ 8908 w 100954"/>
                <a:gd name="connsiteY1" fmla="*/ 59385 h 68292"/>
                <a:gd name="connsiteX2" fmla="*/ 8908 w 100954"/>
                <a:gd name="connsiteY2" fmla="*/ 8908 h 68292"/>
                <a:gd name="connsiteX3" fmla="*/ 92047 w 100954"/>
                <a:gd name="connsiteY3" fmla="*/ 8908 h 68292"/>
                <a:gd name="connsiteX4" fmla="*/ 92047 w 100954"/>
                <a:gd name="connsiteY4" fmla="*/ 59385 h 68292"/>
                <a:gd name="connsiteX5" fmla="*/ 100955 w 100954"/>
                <a:gd name="connsiteY5" fmla="*/ 5939 h 68292"/>
                <a:gd name="connsiteX6" fmla="*/ 95016 w 100954"/>
                <a:gd name="connsiteY6" fmla="*/ 0 h 68292"/>
                <a:gd name="connsiteX7" fmla="*/ 5939 w 100954"/>
                <a:gd name="connsiteY7" fmla="*/ 0 h 68292"/>
                <a:gd name="connsiteX8" fmla="*/ 0 w 100954"/>
                <a:gd name="connsiteY8" fmla="*/ 5939 h 68292"/>
                <a:gd name="connsiteX9" fmla="*/ 0 w 100954"/>
                <a:gd name="connsiteY9" fmla="*/ 68293 h 68292"/>
                <a:gd name="connsiteX10" fmla="*/ 100955 w 100954"/>
                <a:gd name="connsiteY10" fmla="*/ 68293 h 68292"/>
                <a:gd name="connsiteX11" fmla="*/ 100955 w 100954"/>
                <a:gd name="connsiteY11" fmla="*/ 5939 h 6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54" h="68292" extrusionOk="0">
                  <a:moveTo>
                    <a:pt x="92047" y="59385"/>
                  </a:moveTo>
                  <a:lnTo>
                    <a:pt x="8908" y="59385"/>
                  </a:lnTo>
                  <a:lnTo>
                    <a:pt x="8908" y="8908"/>
                  </a:lnTo>
                  <a:lnTo>
                    <a:pt x="92047" y="8908"/>
                  </a:lnTo>
                  <a:lnTo>
                    <a:pt x="92047" y="59385"/>
                  </a:lnTo>
                  <a:close/>
                  <a:moveTo>
                    <a:pt x="100955" y="5939"/>
                  </a:moveTo>
                  <a:cubicBezTo>
                    <a:pt x="100955" y="2672"/>
                    <a:pt x="98282" y="0"/>
                    <a:pt x="95016" y="0"/>
                  </a:cubicBezTo>
                  <a:lnTo>
                    <a:pt x="5939" y="0"/>
                  </a:lnTo>
                  <a:cubicBezTo>
                    <a:pt x="2672" y="0"/>
                    <a:pt x="0" y="2672"/>
                    <a:pt x="0" y="5939"/>
                  </a:cubicBezTo>
                  <a:lnTo>
                    <a:pt x="0" y="68293"/>
                  </a:lnTo>
                  <a:lnTo>
                    <a:pt x="100955" y="68293"/>
                  </a:lnTo>
                  <a:lnTo>
                    <a:pt x="100955" y="5939"/>
                  </a:ln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44" name="Freeform: Shape 43"/>
            <p:cNvSpPr/>
            <p:nvPr/>
          </p:nvSpPr>
          <p:spPr bwMode="auto">
            <a:xfrm>
              <a:off x="7996528" y="1856913"/>
              <a:ext cx="136585" cy="8907"/>
            </a:xfrm>
            <a:custGeom>
              <a:avLst/>
              <a:gdLst>
                <a:gd name="connsiteX0" fmla="*/ 77201 w 136585"/>
                <a:gd name="connsiteY0" fmla="*/ 0 h 8907"/>
                <a:gd name="connsiteX1" fmla="*/ 77201 w 136585"/>
                <a:gd name="connsiteY1" fmla="*/ 1485 h 8907"/>
                <a:gd name="connsiteX2" fmla="*/ 75716 w 136585"/>
                <a:gd name="connsiteY2" fmla="*/ 2969 h 8907"/>
                <a:gd name="connsiteX3" fmla="*/ 60870 w 136585"/>
                <a:gd name="connsiteY3" fmla="*/ 2969 h 8907"/>
                <a:gd name="connsiteX4" fmla="*/ 59385 w 136585"/>
                <a:gd name="connsiteY4" fmla="*/ 1485 h 8907"/>
                <a:gd name="connsiteX5" fmla="*/ 59385 w 136585"/>
                <a:gd name="connsiteY5" fmla="*/ 0 h 8907"/>
                <a:gd name="connsiteX6" fmla="*/ 0 w 136585"/>
                <a:gd name="connsiteY6" fmla="*/ 0 h 8907"/>
                <a:gd name="connsiteX7" fmla="*/ 0 w 136585"/>
                <a:gd name="connsiteY7" fmla="*/ 2969 h 8907"/>
                <a:gd name="connsiteX8" fmla="*/ 5939 w 136585"/>
                <a:gd name="connsiteY8" fmla="*/ 8908 h 8907"/>
                <a:gd name="connsiteX9" fmla="*/ 130647 w 136585"/>
                <a:gd name="connsiteY9" fmla="*/ 8908 h 8907"/>
                <a:gd name="connsiteX10" fmla="*/ 136586 w 136585"/>
                <a:gd name="connsiteY10" fmla="*/ 2969 h 8907"/>
                <a:gd name="connsiteX11" fmla="*/ 136586 w 136585"/>
                <a:gd name="connsiteY11" fmla="*/ 0 h 8907"/>
                <a:gd name="connsiteX12" fmla="*/ 77201 w 136585"/>
                <a:gd name="connsiteY12" fmla="*/ 0 h 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585" h="8907" extrusionOk="0">
                  <a:moveTo>
                    <a:pt x="77201" y="0"/>
                  </a:moveTo>
                  <a:lnTo>
                    <a:pt x="77201" y="1485"/>
                  </a:lnTo>
                  <a:cubicBezTo>
                    <a:pt x="77201" y="2375"/>
                    <a:pt x="76607" y="2969"/>
                    <a:pt x="75716" y="2969"/>
                  </a:cubicBezTo>
                  <a:lnTo>
                    <a:pt x="60870" y="2969"/>
                  </a:lnTo>
                  <a:cubicBezTo>
                    <a:pt x="59979" y="2969"/>
                    <a:pt x="59385" y="2375"/>
                    <a:pt x="59385" y="1485"/>
                  </a:cubicBezTo>
                  <a:lnTo>
                    <a:pt x="59385" y="0"/>
                  </a:lnTo>
                  <a:lnTo>
                    <a:pt x="0" y="0"/>
                  </a:lnTo>
                  <a:lnTo>
                    <a:pt x="0" y="2969"/>
                  </a:lnTo>
                  <a:cubicBezTo>
                    <a:pt x="0" y="6235"/>
                    <a:pt x="2672" y="8908"/>
                    <a:pt x="5939" y="8908"/>
                  </a:cubicBezTo>
                  <a:lnTo>
                    <a:pt x="130647" y="8908"/>
                  </a:lnTo>
                  <a:cubicBezTo>
                    <a:pt x="133913" y="8908"/>
                    <a:pt x="136586" y="6235"/>
                    <a:pt x="136586" y="2969"/>
                  </a:cubicBezTo>
                  <a:lnTo>
                    <a:pt x="136586" y="0"/>
                  </a:lnTo>
                  <a:lnTo>
                    <a:pt x="77201" y="0"/>
                  </a:ln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47" name="Freeform: Shape 46"/>
            <p:cNvSpPr/>
            <p:nvPr/>
          </p:nvSpPr>
          <p:spPr bwMode="auto">
            <a:xfrm>
              <a:off x="10364348" y="630703"/>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extrusionOk="0">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49" name="Freeform: Shape 48"/>
            <p:cNvSpPr/>
            <p:nvPr/>
          </p:nvSpPr>
          <p:spPr bwMode="auto">
            <a:xfrm>
              <a:off x="10326930" y="593379"/>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extrusionOk="0">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51" name="Freeform: Shape 50"/>
            <p:cNvSpPr/>
            <p:nvPr/>
          </p:nvSpPr>
          <p:spPr bwMode="auto">
            <a:xfrm>
              <a:off x="10289511" y="555865"/>
              <a:ext cx="150632" cy="150632"/>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extrusionOk="0">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53" name="Freeform: Shape 52"/>
            <p:cNvSpPr/>
            <p:nvPr/>
          </p:nvSpPr>
          <p:spPr bwMode="auto">
            <a:xfrm>
              <a:off x="10402701" y="669150"/>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extrusionOk="0">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57" name="Freeform: Shape 56"/>
            <p:cNvSpPr/>
            <p:nvPr/>
          </p:nvSpPr>
          <p:spPr bwMode="auto">
            <a:xfrm>
              <a:off x="6967965" y="1945325"/>
              <a:ext cx="16571" cy="44711"/>
            </a:xfrm>
            <a:custGeom>
              <a:avLst/>
              <a:gdLst>
                <a:gd name="connsiteX0" fmla="*/ 9207 w 16571"/>
                <a:gd name="connsiteY0" fmla="*/ 44712 h 44711"/>
                <a:gd name="connsiteX1" fmla="*/ 16571 w 16571"/>
                <a:gd name="connsiteY1" fmla="*/ 37347 h 44711"/>
                <a:gd name="connsiteX2" fmla="*/ 16571 w 16571"/>
                <a:gd name="connsiteY2" fmla="*/ 7364 h 44711"/>
                <a:gd name="connsiteX3" fmla="*/ 9207 w 16571"/>
                <a:gd name="connsiteY3" fmla="*/ 0 h 44711"/>
                <a:gd name="connsiteX4" fmla="*/ 9207 w 16571"/>
                <a:gd name="connsiteY4" fmla="*/ 44712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extrusionOk="0">
                  <a:moveTo>
                    <a:pt x="9207" y="44712"/>
                  </a:moveTo>
                  <a:lnTo>
                    <a:pt x="16571" y="37347"/>
                  </a:lnTo>
                  <a:cubicBezTo>
                    <a:pt x="8501" y="28982"/>
                    <a:pt x="8501" y="15730"/>
                    <a:pt x="16571" y="7364"/>
                  </a:cubicBezTo>
                  <a:lnTo>
                    <a:pt x="9207" y="0"/>
                  </a:lnTo>
                  <a:cubicBezTo>
                    <a:pt x="-3069" y="12376"/>
                    <a:pt x="-3069" y="32336"/>
                    <a:pt x="9207" y="44712"/>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59" name="Freeform: Shape 58"/>
            <p:cNvSpPr/>
            <p:nvPr/>
          </p:nvSpPr>
          <p:spPr bwMode="auto">
            <a:xfrm>
              <a:off x="6946927" y="1930597"/>
              <a:ext cx="22879" cy="74168"/>
            </a:xfrm>
            <a:custGeom>
              <a:avLst/>
              <a:gdLst>
                <a:gd name="connsiteX0" fmla="*/ 15516 w 22879"/>
                <a:gd name="connsiteY0" fmla="*/ 74169 h 74168"/>
                <a:gd name="connsiteX1" fmla="*/ 22880 w 22879"/>
                <a:gd name="connsiteY1" fmla="*/ 66805 h 74168"/>
                <a:gd name="connsiteX2" fmla="*/ 22691 w 22879"/>
                <a:gd name="connsiteY2" fmla="*/ 7553 h 74168"/>
                <a:gd name="connsiteX3" fmla="*/ 22880 w 22879"/>
                <a:gd name="connsiteY3" fmla="*/ 7364 h 74168"/>
                <a:gd name="connsiteX4" fmla="*/ 15516 w 22879"/>
                <a:gd name="connsiteY4" fmla="*/ 0 h 74168"/>
                <a:gd name="connsiteX5" fmla="*/ 14992 w 22879"/>
                <a:gd name="connsiteY5" fmla="*/ 73645 h 74168"/>
                <a:gd name="connsiteX6" fmla="*/ 15516 w 22879"/>
                <a:gd name="connsiteY6" fmla="*/ 74169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extrusionOk="0">
                  <a:moveTo>
                    <a:pt x="15516" y="74169"/>
                  </a:moveTo>
                  <a:lnTo>
                    <a:pt x="22880" y="66805"/>
                  </a:lnTo>
                  <a:cubicBezTo>
                    <a:pt x="6466" y="50495"/>
                    <a:pt x="6382" y="23967"/>
                    <a:pt x="22691" y="7553"/>
                  </a:cubicBezTo>
                  <a:cubicBezTo>
                    <a:pt x="22754" y="7490"/>
                    <a:pt x="22817" y="7427"/>
                    <a:pt x="22880" y="7364"/>
                  </a:cubicBezTo>
                  <a:lnTo>
                    <a:pt x="15516" y="0"/>
                  </a:lnTo>
                  <a:cubicBezTo>
                    <a:pt x="-4965" y="20192"/>
                    <a:pt x="-5200" y="53164"/>
                    <a:pt x="14992" y="73645"/>
                  </a:cubicBezTo>
                  <a:cubicBezTo>
                    <a:pt x="15165" y="73821"/>
                    <a:pt x="15340" y="73995"/>
                    <a:pt x="15516" y="74169"/>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61" name="Freeform: Shape 60"/>
            <p:cNvSpPr/>
            <p:nvPr/>
          </p:nvSpPr>
          <p:spPr bwMode="auto">
            <a:xfrm>
              <a:off x="6925879" y="1915605"/>
              <a:ext cx="28936" cy="104152"/>
            </a:xfrm>
            <a:custGeom>
              <a:avLst/>
              <a:gdLst>
                <a:gd name="connsiteX0" fmla="*/ 28936 w 28936"/>
                <a:gd name="connsiteY0" fmla="*/ 96788 h 104152"/>
                <a:gd name="connsiteX1" fmla="*/ 28936 w 28936"/>
                <a:gd name="connsiteY1" fmla="*/ 7364 h 104152"/>
                <a:gd name="connsiteX2" fmla="*/ 21572 w 28936"/>
                <a:gd name="connsiteY2" fmla="*/ 0 h 104152"/>
                <a:gd name="connsiteX3" fmla="*/ 21567 w 28936"/>
                <a:gd name="connsiteY3" fmla="*/ 104147 h 104152"/>
                <a:gd name="connsiteX4" fmla="*/ 21572 w 28936"/>
                <a:gd name="connsiteY4" fmla="*/ 104152 h 10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6" h="104152" extrusionOk="0">
                  <a:moveTo>
                    <a:pt x="28936" y="96788"/>
                  </a:moveTo>
                  <a:cubicBezTo>
                    <a:pt x="4385" y="72036"/>
                    <a:pt x="4385" y="32116"/>
                    <a:pt x="28936" y="7364"/>
                  </a:cubicBezTo>
                  <a:lnTo>
                    <a:pt x="21572" y="0"/>
                  </a:lnTo>
                  <a:cubicBezTo>
                    <a:pt x="-7189" y="28758"/>
                    <a:pt x="-7191" y="75386"/>
                    <a:pt x="21567" y="104147"/>
                  </a:cubicBezTo>
                  <a:cubicBezTo>
                    <a:pt x="21569" y="104149"/>
                    <a:pt x="21570" y="104150"/>
                    <a:pt x="21572" y="104152"/>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63" name="Freeform: Shape 62"/>
            <p:cNvSpPr/>
            <p:nvPr/>
          </p:nvSpPr>
          <p:spPr bwMode="auto">
            <a:xfrm>
              <a:off x="7014519" y="1945325"/>
              <a:ext cx="16571" cy="44711"/>
            </a:xfrm>
            <a:custGeom>
              <a:avLst/>
              <a:gdLst>
                <a:gd name="connsiteX0" fmla="*/ 7364 w 16571"/>
                <a:gd name="connsiteY0" fmla="*/ 44712 h 44711"/>
                <a:gd name="connsiteX1" fmla="*/ 7364 w 16571"/>
                <a:gd name="connsiteY1" fmla="*/ 0 h 44711"/>
                <a:gd name="connsiteX2" fmla="*/ 0 w 16571"/>
                <a:gd name="connsiteY2" fmla="*/ 7364 h 44711"/>
                <a:gd name="connsiteX3" fmla="*/ 6049 w 16571"/>
                <a:gd name="connsiteY3" fmla="*/ 22356 h 44711"/>
                <a:gd name="connsiteX4" fmla="*/ 0 w 16571"/>
                <a:gd name="connsiteY4" fmla="*/ 37347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extrusionOk="0">
                  <a:moveTo>
                    <a:pt x="7364" y="44712"/>
                  </a:moveTo>
                  <a:cubicBezTo>
                    <a:pt x="19640" y="32336"/>
                    <a:pt x="19640" y="12376"/>
                    <a:pt x="7364" y="0"/>
                  </a:cubicBezTo>
                  <a:lnTo>
                    <a:pt x="0" y="7364"/>
                  </a:lnTo>
                  <a:cubicBezTo>
                    <a:pt x="3932" y="11357"/>
                    <a:pt x="6109" y="16752"/>
                    <a:pt x="6049" y="22356"/>
                  </a:cubicBezTo>
                  <a:cubicBezTo>
                    <a:pt x="6058" y="27949"/>
                    <a:pt x="3889" y="33327"/>
                    <a:pt x="0" y="37347"/>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69" name="Freeform: Shape 68"/>
            <p:cNvSpPr/>
            <p:nvPr/>
          </p:nvSpPr>
          <p:spPr bwMode="auto">
            <a:xfrm>
              <a:off x="7029248" y="1930597"/>
              <a:ext cx="22879" cy="74168"/>
            </a:xfrm>
            <a:custGeom>
              <a:avLst/>
              <a:gdLst>
                <a:gd name="connsiteX0" fmla="*/ 0 w 22879"/>
                <a:gd name="connsiteY0" fmla="*/ 66805 h 74168"/>
                <a:gd name="connsiteX1" fmla="*/ 7364 w 22879"/>
                <a:gd name="connsiteY1" fmla="*/ 74169 h 74168"/>
                <a:gd name="connsiteX2" fmla="*/ 7888 w 22879"/>
                <a:gd name="connsiteY2" fmla="*/ 524 h 74168"/>
                <a:gd name="connsiteX3" fmla="*/ 7364 w 22879"/>
                <a:gd name="connsiteY3" fmla="*/ 0 h 74168"/>
                <a:gd name="connsiteX4" fmla="*/ 0 w 22879"/>
                <a:gd name="connsiteY4" fmla="*/ 7364 h 74168"/>
                <a:gd name="connsiteX5" fmla="*/ 189 w 22879"/>
                <a:gd name="connsiteY5" fmla="*/ 66616 h 74168"/>
                <a:gd name="connsiteX6" fmla="*/ 0 w 22879"/>
                <a:gd name="connsiteY6" fmla="*/ 66805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extrusionOk="0">
                  <a:moveTo>
                    <a:pt x="0" y="66805"/>
                  </a:moveTo>
                  <a:lnTo>
                    <a:pt x="7364" y="74169"/>
                  </a:lnTo>
                  <a:cubicBezTo>
                    <a:pt x="27845" y="53977"/>
                    <a:pt x="28080" y="21005"/>
                    <a:pt x="7888" y="524"/>
                  </a:cubicBezTo>
                  <a:cubicBezTo>
                    <a:pt x="7715" y="348"/>
                    <a:pt x="7540" y="174"/>
                    <a:pt x="7364" y="0"/>
                  </a:cubicBezTo>
                  <a:lnTo>
                    <a:pt x="0" y="7364"/>
                  </a:lnTo>
                  <a:cubicBezTo>
                    <a:pt x="16414" y="23674"/>
                    <a:pt x="16498" y="50202"/>
                    <a:pt x="189" y="66616"/>
                  </a:cubicBezTo>
                  <a:cubicBezTo>
                    <a:pt x="126" y="66679"/>
                    <a:pt x="63" y="66742"/>
                    <a:pt x="0" y="66805"/>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71" name="Freeform: Shape 70"/>
            <p:cNvSpPr/>
            <p:nvPr/>
          </p:nvSpPr>
          <p:spPr bwMode="auto">
            <a:xfrm>
              <a:off x="7044239" y="1915605"/>
              <a:ext cx="28936" cy="104152"/>
            </a:xfrm>
            <a:custGeom>
              <a:avLst/>
              <a:gdLst>
                <a:gd name="connsiteX0" fmla="*/ 0 w 28936"/>
                <a:gd name="connsiteY0" fmla="*/ 96788 h 104152"/>
                <a:gd name="connsiteX1" fmla="*/ 7364 w 28936"/>
                <a:gd name="connsiteY1" fmla="*/ 104152 h 104152"/>
                <a:gd name="connsiteX2" fmla="*/ 7370 w 28936"/>
                <a:gd name="connsiteY2" fmla="*/ 5 h 104152"/>
                <a:gd name="connsiteX3" fmla="*/ 7364 w 28936"/>
                <a:gd name="connsiteY3" fmla="*/ 0 h 104152"/>
                <a:gd name="connsiteX4" fmla="*/ 0 w 28936"/>
                <a:gd name="connsiteY4" fmla="*/ 7364 h 104152"/>
                <a:gd name="connsiteX5" fmla="*/ 0 w 28936"/>
                <a:gd name="connsiteY5" fmla="*/ 96788 h 1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6" h="104152" extrusionOk="0">
                  <a:moveTo>
                    <a:pt x="0" y="96788"/>
                  </a:moveTo>
                  <a:lnTo>
                    <a:pt x="7364" y="104152"/>
                  </a:lnTo>
                  <a:cubicBezTo>
                    <a:pt x="36125" y="75394"/>
                    <a:pt x="36127" y="28766"/>
                    <a:pt x="7370" y="5"/>
                  </a:cubicBezTo>
                  <a:cubicBezTo>
                    <a:pt x="7368" y="4"/>
                    <a:pt x="7366" y="2"/>
                    <a:pt x="7364" y="0"/>
                  </a:cubicBezTo>
                  <a:lnTo>
                    <a:pt x="0" y="7364"/>
                  </a:lnTo>
                  <a:cubicBezTo>
                    <a:pt x="24552" y="32116"/>
                    <a:pt x="24552" y="72036"/>
                    <a:pt x="0" y="96788"/>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73" name="Freeform: Shape 72"/>
            <p:cNvSpPr/>
            <p:nvPr/>
          </p:nvSpPr>
          <p:spPr bwMode="auto">
            <a:xfrm>
              <a:off x="6919418" y="1957137"/>
              <a:ext cx="160332" cy="174926"/>
            </a:xfrm>
            <a:custGeom>
              <a:avLst/>
              <a:gdLst>
                <a:gd name="connsiteX0" fmla="*/ 160328 w 160332"/>
                <a:gd name="connsiteY0" fmla="*/ 168903 h 174926"/>
                <a:gd name="connsiteX1" fmla="*/ 160328 w 160332"/>
                <a:gd name="connsiteY1" fmla="*/ 168903 h 174926"/>
                <a:gd name="connsiteX2" fmla="*/ 159881 w 160332"/>
                <a:gd name="connsiteY2" fmla="*/ 167562 h 174926"/>
                <a:gd name="connsiteX3" fmla="*/ 159881 w 160332"/>
                <a:gd name="connsiteY3" fmla="*/ 167404 h 174926"/>
                <a:gd name="connsiteX4" fmla="*/ 84923 w 160332"/>
                <a:gd name="connsiteY4" fmla="*/ 21433 h 174926"/>
                <a:gd name="connsiteX5" fmla="*/ 84055 w 160332"/>
                <a:gd name="connsiteY5" fmla="*/ 20276 h 174926"/>
                <a:gd name="connsiteX6" fmla="*/ 89862 w 160332"/>
                <a:gd name="connsiteY6" fmla="*/ 6578 h 174926"/>
                <a:gd name="connsiteX7" fmla="*/ 76164 w 160332"/>
                <a:gd name="connsiteY7" fmla="*/ 770 h 174926"/>
                <a:gd name="connsiteX8" fmla="*/ 70357 w 160332"/>
                <a:gd name="connsiteY8" fmla="*/ 14468 h 174926"/>
                <a:gd name="connsiteX9" fmla="*/ 76164 w 160332"/>
                <a:gd name="connsiteY9" fmla="*/ 20276 h 174926"/>
                <a:gd name="connsiteX10" fmla="*/ 75454 w 160332"/>
                <a:gd name="connsiteY10" fmla="*/ 21302 h 174926"/>
                <a:gd name="connsiteX11" fmla="*/ 496 w 160332"/>
                <a:gd name="connsiteY11" fmla="*/ 167272 h 174926"/>
                <a:gd name="connsiteX12" fmla="*/ 496 w 160332"/>
                <a:gd name="connsiteY12" fmla="*/ 167430 h 174926"/>
                <a:gd name="connsiteX13" fmla="*/ 49 w 160332"/>
                <a:gd name="connsiteY13" fmla="*/ 168772 h 174926"/>
                <a:gd name="connsiteX14" fmla="*/ 49 w 160332"/>
                <a:gd name="connsiteY14" fmla="*/ 168772 h 174926"/>
                <a:gd name="connsiteX15" fmla="*/ 49 w 160332"/>
                <a:gd name="connsiteY15" fmla="*/ 170087 h 174926"/>
                <a:gd name="connsiteX16" fmla="*/ 49 w 160332"/>
                <a:gd name="connsiteY16" fmla="*/ 170402 h 174926"/>
                <a:gd name="connsiteX17" fmla="*/ 417 w 160332"/>
                <a:gd name="connsiteY17" fmla="*/ 171638 h 174926"/>
                <a:gd name="connsiteX18" fmla="*/ 417 w 160332"/>
                <a:gd name="connsiteY18" fmla="*/ 171638 h 174926"/>
                <a:gd name="connsiteX19" fmla="*/ 786 w 160332"/>
                <a:gd name="connsiteY19" fmla="*/ 172217 h 174926"/>
                <a:gd name="connsiteX20" fmla="*/ 1312 w 160332"/>
                <a:gd name="connsiteY20" fmla="*/ 172980 h 174926"/>
                <a:gd name="connsiteX21" fmla="*/ 1312 w 160332"/>
                <a:gd name="connsiteY21" fmla="*/ 172980 h 174926"/>
                <a:gd name="connsiteX22" fmla="*/ 1732 w 160332"/>
                <a:gd name="connsiteY22" fmla="*/ 173295 h 174926"/>
                <a:gd name="connsiteX23" fmla="*/ 2469 w 160332"/>
                <a:gd name="connsiteY23" fmla="*/ 173874 h 174926"/>
                <a:gd name="connsiteX24" fmla="*/ 3100 w 160332"/>
                <a:gd name="connsiteY24" fmla="*/ 174163 h 174926"/>
                <a:gd name="connsiteX25" fmla="*/ 3889 w 160332"/>
                <a:gd name="connsiteY25" fmla="*/ 174453 h 174926"/>
                <a:gd name="connsiteX26" fmla="*/ 4573 w 160332"/>
                <a:gd name="connsiteY26" fmla="*/ 174453 h 174926"/>
                <a:gd name="connsiteX27" fmla="*/ 5152 w 160332"/>
                <a:gd name="connsiteY27" fmla="*/ 174926 h 174926"/>
                <a:gd name="connsiteX28" fmla="*/ 5520 w 160332"/>
                <a:gd name="connsiteY28" fmla="*/ 174926 h 174926"/>
                <a:gd name="connsiteX29" fmla="*/ 5862 w 160332"/>
                <a:gd name="connsiteY29" fmla="*/ 174926 h 174926"/>
                <a:gd name="connsiteX30" fmla="*/ 7256 w 160332"/>
                <a:gd name="connsiteY30" fmla="*/ 174558 h 174926"/>
                <a:gd name="connsiteX31" fmla="*/ 80162 w 160332"/>
                <a:gd name="connsiteY31" fmla="*/ 142497 h 174926"/>
                <a:gd name="connsiteX32" fmla="*/ 152963 w 160332"/>
                <a:gd name="connsiteY32" fmla="*/ 174479 h 174926"/>
                <a:gd name="connsiteX33" fmla="*/ 155067 w 160332"/>
                <a:gd name="connsiteY33" fmla="*/ 174926 h 174926"/>
                <a:gd name="connsiteX34" fmla="*/ 155067 w 160332"/>
                <a:gd name="connsiteY34" fmla="*/ 174926 h 174926"/>
                <a:gd name="connsiteX35" fmla="*/ 156356 w 160332"/>
                <a:gd name="connsiteY35" fmla="*/ 174742 h 174926"/>
                <a:gd name="connsiteX36" fmla="*/ 156724 w 160332"/>
                <a:gd name="connsiteY36" fmla="*/ 174742 h 174926"/>
                <a:gd name="connsiteX37" fmla="*/ 157698 w 160332"/>
                <a:gd name="connsiteY37" fmla="*/ 174295 h 174926"/>
                <a:gd name="connsiteX38" fmla="*/ 157934 w 160332"/>
                <a:gd name="connsiteY38" fmla="*/ 174137 h 174926"/>
                <a:gd name="connsiteX39" fmla="*/ 158881 w 160332"/>
                <a:gd name="connsiteY39" fmla="*/ 173374 h 174926"/>
                <a:gd name="connsiteX40" fmla="*/ 158881 w 160332"/>
                <a:gd name="connsiteY40" fmla="*/ 173374 h 174926"/>
                <a:gd name="connsiteX41" fmla="*/ 159433 w 160332"/>
                <a:gd name="connsiteY41" fmla="*/ 172559 h 174926"/>
                <a:gd name="connsiteX42" fmla="*/ 159749 w 160332"/>
                <a:gd name="connsiteY42" fmla="*/ 172033 h 174926"/>
                <a:gd name="connsiteX43" fmla="*/ 159749 w 160332"/>
                <a:gd name="connsiteY43" fmla="*/ 172033 h 174926"/>
                <a:gd name="connsiteX44" fmla="*/ 160117 w 160332"/>
                <a:gd name="connsiteY44" fmla="*/ 170770 h 174926"/>
                <a:gd name="connsiteX45" fmla="*/ 160117 w 160332"/>
                <a:gd name="connsiteY45" fmla="*/ 170481 h 174926"/>
                <a:gd name="connsiteX46" fmla="*/ 160328 w 160332"/>
                <a:gd name="connsiteY46" fmla="*/ 168903 h 174926"/>
                <a:gd name="connsiteX47" fmla="*/ 115616 w 160332"/>
                <a:gd name="connsiteY47" fmla="*/ 104334 h 174926"/>
                <a:gd name="connsiteX48" fmla="*/ 89052 w 160332"/>
                <a:gd name="connsiteY48" fmla="*/ 86370 h 174926"/>
                <a:gd name="connsiteX49" fmla="*/ 101860 w 160332"/>
                <a:gd name="connsiteY49" fmla="*/ 77612 h 174926"/>
                <a:gd name="connsiteX50" fmla="*/ 80109 w 160332"/>
                <a:gd name="connsiteY50" fmla="*/ 35215 h 174926"/>
                <a:gd name="connsiteX51" fmla="*/ 97021 w 160332"/>
                <a:gd name="connsiteY51" fmla="*/ 68117 h 174926"/>
                <a:gd name="connsiteX52" fmla="*/ 79715 w 160332"/>
                <a:gd name="connsiteY52" fmla="*/ 80032 h 174926"/>
                <a:gd name="connsiteX53" fmla="*/ 63934 w 160332"/>
                <a:gd name="connsiteY53" fmla="*/ 69511 h 174926"/>
                <a:gd name="connsiteX54" fmla="*/ 62830 w 160332"/>
                <a:gd name="connsiteY54" fmla="*/ 68933 h 174926"/>
                <a:gd name="connsiteX55" fmla="*/ 58069 w 160332"/>
                <a:gd name="connsiteY55" fmla="*/ 78112 h 174926"/>
                <a:gd name="connsiteX56" fmla="*/ 70404 w 160332"/>
                <a:gd name="connsiteY56" fmla="*/ 86449 h 174926"/>
                <a:gd name="connsiteX57" fmla="*/ 44603 w 160332"/>
                <a:gd name="connsiteY57" fmla="*/ 104150 h 174926"/>
                <a:gd name="connsiteX58" fmla="*/ 16592 w 160332"/>
                <a:gd name="connsiteY58" fmla="*/ 158909 h 174926"/>
                <a:gd name="connsiteX59" fmla="*/ 35161 w 160332"/>
                <a:gd name="connsiteY59" fmla="*/ 122718 h 174926"/>
                <a:gd name="connsiteX60" fmla="*/ 67064 w 160332"/>
                <a:gd name="connsiteY60" fmla="*/ 136737 h 174926"/>
                <a:gd name="connsiteX61" fmla="*/ 46023 w 160332"/>
                <a:gd name="connsiteY61" fmla="*/ 116012 h 174926"/>
                <a:gd name="connsiteX62" fmla="*/ 79768 w 160332"/>
                <a:gd name="connsiteY62" fmla="*/ 92788 h 174926"/>
                <a:gd name="connsiteX63" fmla="*/ 114169 w 160332"/>
                <a:gd name="connsiteY63" fmla="*/ 116064 h 174926"/>
                <a:gd name="connsiteX64" fmla="*/ 80162 w 160332"/>
                <a:gd name="connsiteY64" fmla="*/ 131003 h 174926"/>
                <a:gd name="connsiteX65" fmla="*/ 135447 w 160332"/>
                <a:gd name="connsiteY65" fmla="*/ 155305 h 174926"/>
                <a:gd name="connsiteX66" fmla="*/ 93234 w 160332"/>
                <a:gd name="connsiteY66" fmla="*/ 136763 h 174926"/>
                <a:gd name="connsiteX67" fmla="*/ 125084 w 160332"/>
                <a:gd name="connsiteY67" fmla="*/ 122771 h 174926"/>
                <a:gd name="connsiteX68" fmla="*/ 143627 w 160332"/>
                <a:gd name="connsiteY68" fmla="*/ 158882 h 174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0332" h="174926" extrusionOk="0">
                  <a:moveTo>
                    <a:pt x="160328" y="168903"/>
                  </a:moveTo>
                  <a:lnTo>
                    <a:pt x="160328" y="168903"/>
                  </a:lnTo>
                  <a:cubicBezTo>
                    <a:pt x="160247" y="168436"/>
                    <a:pt x="160096" y="167984"/>
                    <a:pt x="159881" y="167562"/>
                  </a:cubicBezTo>
                  <a:cubicBezTo>
                    <a:pt x="159881" y="167562"/>
                    <a:pt x="159881" y="167562"/>
                    <a:pt x="159881" y="167404"/>
                  </a:cubicBezTo>
                  <a:lnTo>
                    <a:pt x="84923" y="21433"/>
                  </a:lnTo>
                  <a:cubicBezTo>
                    <a:pt x="84694" y="21005"/>
                    <a:pt x="84402" y="20615"/>
                    <a:pt x="84055" y="20276"/>
                  </a:cubicBezTo>
                  <a:cubicBezTo>
                    <a:pt x="89441" y="18097"/>
                    <a:pt x="92041" y="11964"/>
                    <a:pt x="89862" y="6578"/>
                  </a:cubicBezTo>
                  <a:cubicBezTo>
                    <a:pt x="87683" y="1192"/>
                    <a:pt x="81551" y="-1408"/>
                    <a:pt x="76164" y="770"/>
                  </a:cubicBezTo>
                  <a:cubicBezTo>
                    <a:pt x="70778" y="2949"/>
                    <a:pt x="68178" y="9082"/>
                    <a:pt x="70357" y="14468"/>
                  </a:cubicBezTo>
                  <a:cubicBezTo>
                    <a:pt x="71426" y="17111"/>
                    <a:pt x="73522" y="19207"/>
                    <a:pt x="76164" y="20276"/>
                  </a:cubicBezTo>
                  <a:cubicBezTo>
                    <a:pt x="75883" y="20585"/>
                    <a:pt x="75645" y="20930"/>
                    <a:pt x="75454" y="21302"/>
                  </a:cubicBezTo>
                  <a:lnTo>
                    <a:pt x="496" y="167272"/>
                  </a:lnTo>
                  <a:cubicBezTo>
                    <a:pt x="496" y="167272"/>
                    <a:pt x="496" y="167272"/>
                    <a:pt x="496" y="167430"/>
                  </a:cubicBezTo>
                  <a:cubicBezTo>
                    <a:pt x="281" y="167852"/>
                    <a:pt x="130" y="168305"/>
                    <a:pt x="49" y="168772"/>
                  </a:cubicBezTo>
                  <a:lnTo>
                    <a:pt x="49" y="168772"/>
                  </a:lnTo>
                  <a:cubicBezTo>
                    <a:pt x="-16" y="169207"/>
                    <a:pt x="-16" y="169651"/>
                    <a:pt x="49" y="170087"/>
                  </a:cubicBezTo>
                  <a:cubicBezTo>
                    <a:pt x="49" y="170087"/>
                    <a:pt x="49" y="170297"/>
                    <a:pt x="49" y="170402"/>
                  </a:cubicBezTo>
                  <a:cubicBezTo>
                    <a:pt x="121" y="170828"/>
                    <a:pt x="244" y="171243"/>
                    <a:pt x="417" y="171638"/>
                  </a:cubicBezTo>
                  <a:cubicBezTo>
                    <a:pt x="417" y="171638"/>
                    <a:pt x="417" y="171638"/>
                    <a:pt x="417" y="171638"/>
                  </a:cubicBezTo>
                  <a:cubicBezTo>
                    <a:pt x="417" y="171638"/>
                    <a:pt x="680" y="172007"/>
                    <a:pt x="786" y="172217"/>
                  </a:cubicBezTo>
                  <a:cubicBezTo>
                    <a:pt x="946" y="172481"/>
                    <a:pt x="1121" y="172736"/>
                    <a:pt x="1312" y="172980"/>
                  </a:cubicBezTo>
                  <a:lnTo>
                    <a:pt x="1312" y="172980"/>
                  </a:lnTo>
                  <a:cubicBezTo>
                    <a:pt x="1445" y="173093"/>
                    <a:pt x="1586" y="173199"/>
                    <a:pt x="1732" y="173295"/>
                  </a:cubicBezTo>
                  <a:cubicBezTo>
                    <a:pt x="1960" y="173510"/>
                    <a:pt x="2206" y="173704"/>
                    <a:pt x="2469" y="173874"/>
                  </a:cubicBezTo>
                  <a:cubicBezTo>
                    <a:pt x="2674" y="173981"/>
                    <a:pt x="2885" y="174078"/>
                    <a:pt x="3100" y="174163"/>
                  </a:cubicBezTo>
                  <a:lnTo>
                    <a:pt x="3889" y="174453"/>
                  </a:lnTo>
                  <a:lnTo>
                    <a:pt x="4573" y="174453"/>
                  </a:lnTo>
                  <a:lnTo>
                    <a:pt x="5152" y="174926"/>
                  </a:lnTo>
                  <a:lnTo>
                    <a:pt x="5520" y="174926"/>
                  </a:lnTo>
                  <a:lnTo>
                    <a:pt x="5862" y="174926"/>
                  </a:lnTo>
                  <a:cubicBezTo>
                    <a:pt x="6343" y="174881"/>
                    <a:pt x="6815" y="174756"/>
                    <a:pt x="7256" y="174558"/>
                  </a:cubicBezTo>
                  <a:lnTo>
                    <a:pt x="80162" y="142497"/>
                  </a:lnTo>
                  <a:lnTo>
                    <a:pt x="152963" y="174479"/>
                  </a:lnTo>
                  <a:cubicBezTo>
                    <a:pt x="153624" y="174780"/>
                    <a:pt x="154342" y="174932"/>
                    <a:pt x="155067" y="174926"/>
                  </a:cubicBezTo>
                  <a:lnTo>
                    <a:pt x="155067" y="174926"/>
                  </a:lnTo>
                  <a:cubicBezTo>
                    <a:pt x="155503" y="174918"/>
                    <a:pt x="155936" y="174856"/>
                    <a:pt x="156356" y="174742"/>
                  </a:cubicBezTo>
                  <a:lnTo>
                    <a:pt x="156724" y="174742"/>
                  </a:lnTo>
                  <a:cubicBezTo>
                    <a:pt x="157058" y="174615"/>
                    <a:pt x="157384" y="174466"/>
                    <a:pt x="157698" y="174295"/>
                  </a:cubicBezTo>
                  <a:lnTo>
                    <a:pt x="157934" y="174137"/>
                  </a:lnTo>
                  <a:cubicBezTo>
                    <a:pt x="158278" y="173920"/>
                    <a:pt x="158596" y="173664"/>
                    <a:pt x="158881" y="173374"/>
                  </a:cubicBezTo>
                  <a:lnTo>
                    <a:pt x="158881" y="173374"/>
                  </a:lnTo>
                  <a:cubicBezTo>
                    <a:pt x="159086" y="173117"/>
                    <a:pt x="159271" y="172845"/>
                    <a:pt x="159433" y="172559"/>
                  </a:cubicBezTo>
                  <a:cubicBezTo>
                    <a:pt x="159548" y="172390"/>
                    <a:pt x="159654" y="172214"/>
                    <a:pt x="159749" y="172033"/>
                  </a:cubicBezTo>
                  <a:cubicBezTo>
                    <a:pt x="159749" y="172033"/>
                    <a:pt x="159749" y="172033"/>
                    <a:pt x="159749" y="172033"/>
                  </a:cubicBezTo>
                  <a:cubicBezTo>
                    <a:pt x="159927" y="171630"/>
                    <a:pt x="160051" y="171206"/>
                    <a:pt x="160117" y="170770"/>
                  </a:cubicBezTo>
                  <a:cubicBezTo>
                    <a:pt x="160117" y="170770"/>
                    <a:pt x="160117" y="170586"/>
                    <a:pt x="160117" y="170481"/>
                  </a:cubicBezTo>
                  <a:cubicBezTo>
                    <a:pt x="160282" y="169972"/>
                    <a:pt x="160354" y="169437"/>
                    <a:pt x="160328" y="168903"/>
                  </a:cubicBezTo>
                  <a:close/>
                  <a:moveTo>
                    <a:pt x="115616" y="104334"/>
                  </a:moveTo>
                  <a:lnTo>
                    <a:pt x="89052" y="86370"/>
                  </a:lnTo>
                  <a:lnTo>
                    <a:pt x="101860" y="77612"/>
                  </a:lnTo>
                  <a:close/>
                  <a:moveTo>
                    <a:pt x="80109" y="35215"/>
                  </a:moveTo>
                  <a:lnTo>
                    <a:pt x="97021" y="68117"/>
                  </a:lnTo>
                  <a:lnTo>
                    <a:pt x="79715" y="80032"/>
                  </a:lnTo>
                  <a:lnTo>
                    <a:pt x="63934" y="69511"/>
                  </a:lnTo>
                  <a:cubicBezTo>
                    <a:pt x="63592" y="69273"/>
                    <a:pt x="63221" y="69078"/>
                    <a:pt x="62830" y="68933"/>
                  </a:cubicBezTo>
                  <a:close/>
                  <a:moveTo>
                    <a:pt x="58069" y="78112"/>
                  </a:moveTo>
                  <a:lnTo>
                    <a:pt x="70404" y="86449"/>
                  </a:lnTo>
                  <a:lnTo>
                    <a:pt x="44603" y="104150"/>
                  </a:lnTo>
                  <a:close/>
                  <a:moveTo>
                    <a:pt x="16592" y="158909"/>
                  </a:moveTo>
                  <a:lnTo>
                    <a:pt x="35161" y="122718"/>
                  </a:lnTo>
                  <a:lnTo>
                    <a:pt x="67064" y="136737"/>
                  </a:lnTo>
                  <a:close/>
                  <a:moveTo>
                    <a:pt x="46023" y="116012"/>
                  </a:moveTo>
                  <a:lnTo>
                    <a:pt x="79768" y="92788"/>
                  </a:lnTo>
                  <a:lnTo>
                    <a:pt x="114169" y="116064"/>
                  </a:lnTo>
                  <a:lnTo>
                    <a:pt x="80162" y="131003"/>
                  </a:lnTo>
                  <a:close/>
                  <a:moveTo>
                    <a:pt x="135447" y="155305"/>
                  </a:moveTo>
                  <a:lnTo>
                    <a:pt x="93234" y="136763"/>
                  </a:lnTo>
                  <a:lnTo>
                    <a:pt x="125084" y="122771"/>
                  </a:lnTo>
                  <a:lnTo>
                    <a:pt x="143627" y="158882"/>
                  </a:ln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77" name="Freeform: Shape 76"/>
            <p:cNvSpPr/>
            <p:nvPr/>
          </p:nvSpPr>
          <p:spPr bwMode="auto">
            <a:xfrm>
              <a:off x="3228267"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extrusionOk="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79" name="Freeform: Shape 78"/>
            <p:cNvSpPr/>
            <p:nvPr/>
          </p:nvSpPr>
          <p:spPr bwMode="auto">
            <a:xfrm>
              <a:off x="3396299"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extrusionOk="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81" name="Freeform: Shape 80"/>
            <p:cNvSpPr/>
            <p:nvPr/>
          </p:nvSpPr>
          <p:spPr bwMode="auto">
            <a:xfrm>
              <a:off x="3186259" y="2469940"/>
              <a:ext cx="308058" cy="126024"/>
            </a:xfrm>
            <a:custGeom>
              <a:avLst/>
              <a:gdLst>
                <a:gd name="connsiteX0" fmla="*/ 122523 w 308058"/>
                <a:gd name="connsiteY0" fmla="*/ 56011 h 126024"/>
                <a:gd name="connsiteX1" fmla="*/ 122523 w 308058"/>
                <a:gd name="connsiteY1" fmla="*/ 14003 h 126024"/>
                <a:gd name="connsiteX2" fmla="*/ 170482 w 308058"/>
                <a:gd name="connsiteY2" fmla="*/ 14003 h 126024"/>
                <a:gd name="connsiteX3" fmla="*/ 180284 w 308058"/>
                <a:gd name="connsiteY3" fmla="*/ 18203 h 126024"/>
                <a:gd name="connsiteX4" fmla="*/ 218092 w 308058"/>
                <a:gd name="connsiteY4" fmla="*/ 56011 h 126024"/>
                <a:gd name="connsiteX5" fmla="*/ 122523 w 308058"/>
                <a:gd name="connsiteY5" fmla="*/ 56011 h 126024"/>
                <a:gd name="connsiteX6" fmla="*/ 108521 w 308058"/>
                <a:gd name="connsiteY6" fmla="*/ 56011 h 126024"/>
                <a:gd name="connsiteX7" fmla="*/ 19954 w 308058"/>
                <a:gd name="connsiteY7" fmla="*/ 56011 h 126024"/>
                <a:gd name="connsiteX8" fmla="*/ 57761 w 308058"/>
                <a:gd name="connsiteY8" fmla="*/ 18203 h 126024"/>
                <a:gd name="connsiteX9" fmla="*/ 67563 w 308058"/>
                <a:gd name="connsiteY9" fmla="*/ 14003 h 126024"/>
                <a:gd name="connsiteX10" fmla="*/ 108521 w 308058"/>
                <a:gd name="connsiteY10" fmla="*/ 14003 h 126024"/>
                <a:gd name="connsiteX11" fmla="*/ 108521 w 308058"/>
                <a:gd name="connsiteY11" fmla="*/ 56011 h 126024"/>
                <a:gd name="connsiteX12" fmla="*/ 273052 w 308058"/>
                <a:gd name="connsiteY12" fmla="*/ 56011 h 126024"/>
                <a:gd name="connsiteX13" fmla="*/ 243996 w 308058"/>
                <a:gd name="connsiteY13" fmla="*/ 56011 h 126024"/>
                <a:gd name="connsiteX14" fmla="*/ 234195 w 308058"/>
                <a:gd name="connsiteY14" fmla="*/ 51810 h 126024"/>
                <a:gd name="connsiteX15" fmla="*/ 190086 w 308058"/>
                <a:gd name="connsiteY15" fmla="*/ 8052 h 126024"/>
                <a:gd name="connsiteX16" fmla="*/ 170132 w 308058"/>
                <a:gd name="connsiteY16" fmla="*/ 0 h 126024"/>
                <a:gd name="connsiteX17" fmla="*/ 67563 w 308058"/>
                <a:gd name="connsiteY17" fmla="*/ 0 h 126024"/>
                <a:gd name="connsiteX18" fmla="*/ 47609 w 308058"/>
                <a:gd name="connsiteY18" fmla="*/ 8052 h 126024"/>
                <a:gd name="connsiteX19" fmla="*/ 4201 w 308058"/>
                <a:gd name="connsiteY19" fmla="*/ 51810 h 126024"/>
                <a:gd name="connsiteX20" fmla="*/ 0 w 308058"/>
                <a:gd name="connsiteY20" fmla="*/ 61962 h 126024"/>
                <a:gd name="connsiteX21" fmla="*/ 0 w 308058"/>
                <a:gd name="connsiteY21" fmla="*/ 98019 h 126024"/>
                <a:gd name="connsiteX22" fmla="*/ 28005 w 308058"/>
                <a:gd name="connsiteY22" fmla="*/ 126024 h 126024"/>
                <a:gd name="connsiteX23" fmla="*/ 31506 w 308058"/>
                <a:gd name="connsiteY23" fmla="*/ 126024 h 126024"/>
                <a:gd name="connsiteX24" fmla="*/ 70013 w 308058"/>
                <a:gd name="connsiteY24" fmla="*/ 87517 h 126024"/>
                <a:gd name="connsiteX25" fmla="*/ 108521 w 308058"/>
                <a:gd name="connsiteY25" fmla="*/ 126024 h 126024"/>
                <a:gd name="connsiteX26" fmla="*/ 199538 w 308058"/>
                <a:gd name="connsiteY26" fmla="*/ 126024 h 126024"/>
                <a:gd name="connsiteX27" fmla="*/ 238045 w 308058"/>
                <a:gd name="connsiteY27" fmla="*/ 87517 h 126024"/>
                <a:gd name="connsiteX28" fmla="*/ 276553 w 308058"/>
                <a:gd name="connsiteY28" fmla="*/ 126024 h 126024"/>
                <a:gd name="connsiteX29" fmla="*/ 294056 w 308058"/>
                <a:gd name="connsiteY29" fmla="*/ 126024 h 126024"/>
                <a:gd name="connsiteX30" fmla="*/ 308059 w 308058"/>
                <a:gd name="connsiteY30" fmla="*/ 112021 h 126024"/>
                <a:gd name="connsiteX31" fmla="*/ 308059 w 308058"/>
                <a:gd name="connsiteY31" fmla="*/ 91017 h 126024"/>
                <a:gd name="connsiteX32" fmla="*/ 273052 w 308058"/>
                <a:gd name="connsiteY32" fmla="*/ 56011 h 12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8058" h="126024" extrusionOk="0">
                  <a:moveTo>
                    <a:pt x="122523" y="56011"/>
                  </a:moveTo>
                  <a:lnTo>
                    <a:pt x="122523" y="14003"/>
                  </a:lnTo>
                  <a:lnTo>
                    <a:pt x="170482" y="14003"/>
                  </a:lnTo>
                  <a:cubicBezTo>
                    <a:pt x="174333" y="14003"/>
                    <a:pt x="177834" y="15403"/>
                    <a:pt x="180284" y="18203"/>
                  </a:cubicBezTo>
                  <a:lnTo>
                    <a:pt x="218092" y="56011"/>
                  </a:lnTo>
                  <a:lnTo>
                    <a:pt x="122523" y="56011"/>
                  </a:lnTo>
                  <a:close/>
                  <a:moveTo>
                    <a:pt x="108521" y="56011"/>
                  </a:moveTo>
                  <a:lnTo>
                    <a:pt x="19954" y="56011"/>
                  </a:lnTo>
                  <a:lnTo>
                    <a:pt x="57761" y="18203"/>
                  </a:lnTo>
                  <a:cubicBezTo>
                    <a:pt x="60562" y="15403"/>
                    <a:pt x="64062" y="14003"/>
                    <a:pt x="67563" y="14003"/>
                  </a:cubicBezTo>
                  <a:lnTo>
                    <a:pt x="108521" y="14003"/>
                  </a:lnTo>
                  <a:lnTo>
                    <a:pt x="108521" y="56011"/>
                  </a:lnTo>
                  <a:close/>
                  <a:moveTo>
                    <a:pt x="273052" y="56011"/>
                  </a:moveTo>
                  <a:lnTo>
                    <a:pt x="243996" y="56011"/>
                  </a:lnTo>
                  <a:cubicBezTo>
                    <a:pt x="240146" y="56011"/>
                    <a:pt x="236645" y="54610"/>
                    <a:pt x="234195" y="51810"/>
                  </a:cubicBezTo>
                  <a:lnTo>
                    <a:pt x="190086" y="8052"/>
                  </a:lnTo>
                  <a:cubicBezTo>
                    <a:pt x="184835" y="2801"/>
                    <a:pt x="177834" y="0"/>
                    <a:pt x="170132" y="0"/>
                  </a:cubicBezTo>
                  <a:lnTo>
                    <a:pt x="67563" y="0"/>
                  </a:lnTo>
                  <a:cubicBezTo>
                    <a:pt x="60211" y="0"/>
                    <a:pt x="52860" y="2801"/>
                    <a:pt x="47609" y="8052"/>
                  </a:cubicBezTo>
                  <a:lnTo>
                    <a:pt x="4201" y="51810"/>
                  </a:lnTo>
                  <a:cubicBezTo>
                    <a:pt x="1400" y="54610"/>
                    <a:pt x="0" y="58111"/>
                    <a:pt x="0" y="61962"/>
                  </a:cubicBezTo>
                  <a:lnTo>
                    <a:pt x="0" y="98019"/>
                  </a:lnTo>
                  <a:cubicBezTo>
                    <a:pt x="0" y="113422"/>
                    <a:pt x="12602" y="126024"/>
                    <a:pt x="28005" y="126024"/>
                  </a:cubicBezTo>
                  <a:lnTo>
                    <a:pt x="31506" y="126024"/>
                  </a:lnTo>
                  <a:cubicBezTo>
                    <a:pt x="31506" y="104670"/>
                    <a:pt x="48659" y="87517"/>
                    <a:pt x="70013" y="87517"/>
                  </a:cubicBezTo>
                  <a:cubicBezTo>
                    <a:pt x="91367" y="87517"/>
                    <a:pt x="108521" y="104670"/>
                    <a:pt x="108521" y="126024"/>
                  </a:cubicBezTo>
                  <a:lnTo>
                    <a:pt x="199538" y="126024"/>
                  </a:lnTo>
                  <a:cubicBezTo>
                    <a:pt x="199538" y="104670"/>
                    <a:pt x="216691" y="87517"/>
                    <a:pt x="238045" y="87517"/>
                  </a:cubicBezTo>
                  <a:cubicBezTo>
                    <a:pt x="259399" y="87517"/>
                    <a:pt x="276553" y="104670"/>
                    <a:pt x="276553" y="126024"/>
                  </a:cubicBezTo>
                  <a:lnTo>
                    <a:pt x="294056" y="126024"/>
                  </a:lnTo>
                  <a:cubicBezTo>
                    <a:pt x="301757" y="126024"/>
                    <a:pt x="308059" y="119723"/>
                    <a:pt x="308059" y="112021"/>
                  </a:cubicBezTo>
                  <a:lnTo>
                    <a:pt x="308059" y="91017"/>
                  </a:lnTo>
                  <a:cubicBezTo>
                    <a:pt x="308059" y="71764"/>
                    <a:pt x="292306" y="56011"/>
                    <a:pt x="273052" y="56011"/>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82" name="Graphic 27" descr="Network"/>
            <p:cNvSpPr/>
            <p:nvPr/>
          </p:nvSpPr>
          <p:spPr bwMode="auto">
            <a:xfrm>
              <a:off x="10668184" y="2363528"/>
              <a:ext cx="179875" cy="168864"/>
            </a:xfrm>
            <a:custGeom>
              <a:avLst/>
              <a:gdLst>
                <a:gd name="connsiteX0" fmla="*/ 178421 w 179875"/>
                <a:gd name="connsiteY0" fmla="*/ 59058 h 168864"/>
                <a:gd name="connsiteX1" fmla="*/ 153315 w 179875"/>
                <a:gd name="connsiteY1" fmla="*/ 48776 h 168864"/>
                <a:gd name="connsiteX2" fmla="*/ 141600 w 179875"/>
                <a:gd name="connsiteY2" fmla="*/ 69100 h 168864"/>
                <a:gd name="connsiteX3" fmla="*/ 110756 w 179875"/>
                <a:gd name="connsiteY3" fmla="*/ 82011 h 168864"/>
                <a:gd name="connsiteX4" fmla="*/ 94736 w 179875"/>
                <a:gd name="connsiteY4" fmla="*/ 70774 h 168864"/>
                <a:gd name="connsiteX5" fmla="*/ 94736 w 179875"/>
                <a:gd name="connsiteY5" fmla="*/ 37539 h 168864"/>
                <a:gd name="connsiteX6" fmla="*/ 109082 w 179875"/>
                <a:gd name="connsiteY6" fmla="*/ 19128 h 168864"/>
                <a:gd name="connsiteX7" fmla="*/ 89954 w 179875"/>
                <a:gd name="connsiteY7" fmla="*/ 0 h 168864"/>
                <a:gd name="connsiteX8" fmla="*/ 89954 w 179875"/>
                <a:gd name="connsiteY8" fmla="*/ 0 h 168864"/>
                <a:gd name="connsiteX9" fmla="*/ 70826 w 179875"/>
                <a:gd name="connsiteY9" fmla="*/ 19128 h 168864"/>
                <a:gd name="connsiteX10" fmla="*/ 85172 w 179875"/>
                <a:gd name="connsiteY10" fmla="*/ 37539 h 168864"/>
                <a:gd name="connsiteX11" fmla="*/ 85172 w 179875"/>
                <a:gd name="connsiteY11" fmla="*/ 70535 h 168864"/>
                <a:gd name="connsiteX12" fmla="*/ 69152 w 179875"/>
                <a:gd name="connsiteY12" fmla="*/ 81772 h 168864"/>
                <a:gd name="connsiteX13" fmla="*/ 38308 w 179875"/>
                <a:gd name="connsiteY13" fmla="*/ 68861 h 168864"/>
                <a:gd name="connsiteX14" fmla="*/ 26592 w 179875"/>
                <a:gd name="connsiteY14" fmla="*/ 48537 h 168864"/>
                <a:gd name="connsiteX15" fmla="*/ 1487 w 179875"/>
                <a:gd name="connsiteY15" fmla="*/ 58819 h 168864"/>
                <a:gd name="connsiteX16" fmla="*/ 11768 w 179875"/>
                <a:gd name="connsiteY16" fmla="*/ 83924 h 168864"/>
                <a:gd name="connsiteX17" fmla="*/ 34244 w 179875"/>
                <a:gd name="connsiteY17" fmla="*/ 77708 h 168864"/>
                <a:gd name="connsiteX18" fmla="*/ 65805 w 179875"/>
                <a:gd name="connsiteY18" fmla="*/ 90619 h 168864"/>
                <a:gd name="connsiteX19" fmla="*/ 65566 w 179875"/>
                <a:gd name="connsiteY19" fmla="*/ 93727 h 168864"/>
                <a:gd name="connsiteX20" fmla="*/ 70348 w 179875"/>
                <a:gd name="connsiteY20" fmla="*/ 108073 h 168864"/>
                <a:gd name="connsiteX21" fmla="*/ 45481 w 179875"/>
                <a:gd name="connsiteY21" fmla="*/ 133179 h 168864"/>
                <a:gd name="connsiteX22" fmla="*/ 22289 w 179875"/>
                <a:gd name="connsiteY22" fmla="*/ 136048 h 168864"/>
                <a:gd name="connsiteX23" fmla="*/ 22289 w 179875"/>
                <a:gd name="connsiteY23" fmla="*/ 163066 h 168864"/>
                <a:gd name="connsiteX24" fmla="*/ 49307 w 179875"/>
                <a:gd name="connsiteY24" fmla="*/ 163066 h 168864"/>
                <a:gd name="connsiteX25" fmla="*/ 52176 w 179875"/>
                <a:gd name="connsiteY25" fmla="*/ 139874 h 168864"/>
                <a:gd name="connsiteX26" fmla="*/ 77521 w 179875"/>
                <a:gd name="connsiteY26" fmla="*/ 114529 h 168864"/>
                <a:gd name="connsiteX27" fmla="*/ 89476 w 179875"/>
                <a:gd name="connsiteY27" fmla="*/ 117876 h 168864"/>
                <a:gd name="connsiteX28" fmla="*/ 89954 w 179875"/>
                <a:gd name="connsiteY28" fmla="*/ 117876 h 168864"/>
                <a:gd name="connsiteX29" fmla="*/ 90432 w 179875"/>
                <a:gd name="connsiteY29" fmla="*/ 117876 h 168864"/>
                <a:gd name="connsiteX30" fmla="*/ 102387 w 179875"/>
                <a:gd name="connsiteY30" fmla="*/ 114529 h 168864"/>
                <a:gd name="connsiteX31" fmla="*/ 127732 w 179875"/>
                <a:gd name="connsiteY31" fmla="*/ 139874 h 168864"/>
                <a:gd name="connsiteX32" fmla="*/ 130601 w 179875"/>
                <a:gd name="connsiteY32" fmla="*/ 163305 h 168864"/>
                <a:gd name="connsiteX33" fmla="*/ 157619 w 179875"/>
                <a:gd name="connsiteY33" fmla="*/ 163305 h 168864"/>
                <a:gd name="connsiteX34" fmla="*/ 157619 w 179875"/>
                <a:gd name="connsiteY34" fmla="*/ 136287 h 168864"/>
                <a:gd name="connsiteX35" fmla="*/ 134427 w 179875"/>
                <a:gd name="connsiteY35" fmla="*/ 133418 h 168864"/>
                <a:gd name="connsiteX36" fmla="*/ 109560 w 179875"/>
                <a:gd name="connsiteY36" fmla="*/ 108312 h 168864"/>
                <a:gd name="connsiteX37" fmla="*/ 114342 w 179875"/>
                <a:gd name="connsiteY37" fmla="*/ 93966 h 168864"/>
                <a:gd name="connsiteX38" fmla="*/ 114103 w 179875"/>
                <a:gd name="connsiteY38" fmla="*/ 90858 h 168864"/>
                <a:gd name="connsiteX39" fmla="*/ 145664 w 179875"/>
                <a:gd name="connsiteY39" fmla="*/ 77947 h 168864"/>
                <a:gd name="connsiteX40" fmla="*/ 168140 w 179875"/>
                <a:gd name="connsiteY40" fmla="*/ 84163 h 168864"/>
                <a:gd name="connsiteX41" fmla="*/ 178421 w 179875"/>
                <a:gd name="connsiteY41" fmla="*/ 59058 h 168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9875" h="168864" extrusionOk="0">
                  <a:moveTo>
                    <a:pt x="178421" y="59058"/>
                  </a:moveTo>
                  <a:cubicBezTo>
                    <a:pt x="174356" y="49255"/>
                    <a:pt x="163119" y="44712"/>
                    <a:pt x="153315" y="48776"/>
                  </a:cubicBezTo>
                  <a:cubicBezTo>
                    <a:pt x="145186" y="52124"/>
                    <a:pt x="140404" y="60731"/>
                    <a:pt x="141600" y="69100"/>
                  </a:cubicBezTo>
                  <a:lnTo>
                    <a:pt x="110756" y="82011"/>
                  </a:lnTo>
                  <a:cubicBezTo>
                    <a:pt x="107408" y="76273"/>
                    <a:pt x="101431" y="71969"/>
                    <a:pt x="94736" y="70774"/>
                  </a:cubicBezTo>
                  <a:lnTo>
                    <a:pt x="94736" y="37539"/>
                  </a:lnTo>
                  <a:cubicBezTo>
                    <a:pt x="102865" y="35387"/>
                    <a:pt x="109082" y="27975"/>
                    <a:pt x="109082" y="19128"/>
                  </a:cubicBezTo>
                  <a:cubicBezTo>
                    <a:pt x="109082" y="8608"/>
                    <a:pt x="100474" y="0"/>
                    <a:pt x="89954" y="0"/>
                  </a:cubicBezTo>
                  <a:lnTo>
                    <a:pt x="89954" y="0"/>
                  </a:lnTo>
                  <a:cubicBezTo>
                    <a:pt x="79434" y="0"/>
                    <a:pt x="70826" y="8608"/>
                    <a:pt x="70826" y="19128"/>
                  </a:cubicBezTo>
                  <a:cubicBezTo>
                    <a:pt x="70826" y="27975"/>
                    <a:pt x="77043" y="35387"/>
                    <a:pt x="85172" y="37539"/>
                  </a:cubicBezTo>
                  <a:lnTo>
                    <a:pt x="85172" y="70535"/>
                  </a:lnTo>
                  <a:cubicBezTo>
                    <a:pt x="78238" y="71730"/>
                    <a:pt x="72500" y="76034"/>
                    <a:pt x="69152" y="81772"/>
                  </a:cubicBezTo>
                  <a:lnTo>
                    <a:pt x="38308" y="68861"/>
                  </a:lnTo>
                  <a:cubicBezTo>
                    <a:pt x="39504" y="60492"/>
                    <a:pt x="34961" y="51885"/>
                    <a:pt x="26592" y="48537"/>
                  </a:cubicBezTo>
                  <a:cubicBezTo>
                    <a:pt x="16789" y="44473"/>
                    <a:pt x="5552" y="49016"/>
                    <a:pt x="1487" y="58819"/>
                  </a:cubicBezTo>
                  <a:cubicBezTo>
                    <a:pt x="-2578" y="68622"/>
                    <a:pt x="1965" y="79859"/>
                    <a:pt x="11768" y="83924"/>
                  </a:cubicBezTo>
                  <a:cubicBezTo>
                    <a:pt x="19898" y="87272"/>
                    <a:pt x="29223" y="84641"/>
                    <a:pt x="34244" y="77708"/>
                  </a:cubicBezTo>
                  <a:lnTo>
                    <a:pt x="65805" y="90619"/>
                  </a:lnTo>
                  <a:cubicBezTo>
                    <a:pt x="65566" y="91575"/>
                    <a:pt x="65566" y="92771"/>
                    <a:pt x="65566" y="93727"/>
                  </a:cubicBezTo>
                  <a:cubicBezTo>
                    <a:pt x="65566" y="98987"/>
                    <a:pt x="67239" y="104009"/>
                    <a:pt x="70348" y="108073"/>
                  </a:cubicBezTo>
                  <a:lnTo>
                    <a:pt x="45481" y="133179"/>
                  </a:lnTo>
                  <a:cubicBezTo>
                    <a:pt x="38069" y="128875"/>
                    <a:pt x="28505" y="129831"/>
                    <a:pt x="22289" y="136048"/>
                  </a:cubicBezTo>
                  <a:cubicBezTo>
                    <a:pt x="14877" y="143460"/>
                    <a:pt x="14877" y="155654"/>
                    <a:pt x="22289" y="163066"/>
                  </a:cubicBezTo>
                  <a:cubicBezTo>
                    <a:pt x="29701" y="170478"/>
                    <a:pt x="41895" y="170478"/>
                    <a:pt x="49307" y="163066"/>
                  </a:cubicBezTo>
                  <a:cubicBezTo>
                    <a:pt x="55524" y="156850"/>
                    <a:pt x="56480" y="147286"/>
                    <a:pt x="52176" y="139874"/>
                  </a:cubicBezTo>
                  <a:lnTo>
                    <a:pt x="77521" y="114529"/>
                  </a:lnTo>
                  <a:cubicBezTo>
                    <a:pt x="81107" y="116681"/>
                    <a:pt x="85172" y="117876"/>
                    <a:pt x="89476" y="117876"/>
                  </a:cubicBezTo>
                  <a:cubicBezTo>
                    <a:pt x="89715" y="117876"/>
                    <a:pt x="89715" y="117876"/>
                    <a:pt x="89954" y="117876"/>
                  </a:cubicBezTo>
                  <a:cubicBezTo>
                    <a:pt x="90193" y="117876"/>
                    <a:pt x="90193" y="117876"/>
                    <a:pt x="90432" y="117876"/>
                  </a:cubicBezTo>
                  <a:cubicBezTo>
                    <a:pt x="94736" y="117876"/>
                    <a:pt x="98801" y="116681"/>
                    <a:pt x="102387" y="114529"/>
                  </a:cubicBezTo>
                  <a:lnTo>
                    <a:pt x="127732" y="139874"/>
                  </a:lnTo>
                  <a:cubicBezTo>
                    <a:pt x="123428" y="147286"/>
                    <a:pt x="124384" y="156850"/>
                    <a:pt x="130601" y="163305"/>
                  </a:cubicBezTo>
                  <a:cubicBezTo>
                    <a:pt x="138013" y="170717"/>
                    <a:pt x="150207" y="170717"/>
                    <a:pt x="157619" y="163305"/>
                  </a:cubicBezTo>
                  <a:cubicBezTo>
                    <a:pt x="165031" y="155893"/>
                    <a:pt x="165031" y="143699"/>
                    <a:pt x="157619" y="136287"/>
                  </a:cubicBezTo>
                  <a:cubicBezTo>
                    <a:pt x="151403" y="130070"/>
                    <a:pt x="141839" y="129114"/>
                    <a:pt x="134427" y="133418"/>
                  </a:cubicBezTo>
                  <a:lnTo>
                    <a:pt x="109560" y="108312"/>
                  </a:lnTo>
                  <a:cubicBezTo>
                    <a:pt x="112668" y="104248"/>
                    <a:pt x="114342" y="99466"/>
                    <a:pt x="114342" y="93966"/>
                  </a:cubicBezTo>
                  <a:cubicBezTo>
                    <a:pt x="114342" y="93010"/>
                    <a:pt x="114342" y="91814"/>
                    <a:pt x="114103" y="90858"/>
                  </a:cubicBezTo>
                  <a:lnTo>
                    <a:pt x="145664" y="77947"/>
                  </a:lnTo>
                  <a:cubicBezTo>
                    <a:pt x="150685" y="84641"/>
                    <a:pt x="160010" y="87511"/>
                    <a:pt x="168140" y="84163"/>
                  </a:cubicBezTo>
                  <a:cubicBezTo>
                    <a:pt x="177704" y="79859"/>
                    <a:pt x="182486" y="68861"/>
                    <a:pt x="178421" y="5905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84" name="Freeform: Shape 83"/>
            <p:cNvSpPr/>
            <p:nvPr/>
          </p:nvSpPr>
          <p:spPr bwMode="auto">
            <a:xfrm>
              <a:off x="3558777" y="2991760"/>
              <a:ext cx="27664" cy="63233"/>
            </a:xfrm>
            <a:custGeom>
              <a:avLst/>
              <a:gdLst>
                <a:gd name="connsiteX0" fmla="*/ 0 w 27664"/>
                <a:gd name="connsiteY0" fmla="*/ 0 h 63233"/>
                <a:gd name="connsiteX1" fmla="*/ 27664 w 27664"/>
                <a:gd name="connsiteY1" fmla="*/ 0 h 63233"/>
                <a:gd name="connsiteX2" fmla="*/ 27664 w 27664"/>
                <a:gd name="connsiteY2" fmla="*/ 63233 h 63233"/>
                <a:gd name="connsiteX3" fmla="*/ 0 w 27664"/>
                <a:gd name="connsiteY3" fmla="*/ 63233 h 63233"/>
              </a:gdLst>
              <a:ahLst/>
              <a:cxnLst>
                <a:cxn ang="0">
                  <a:pos x="connsiteX0" y="connsiteY0"/>
                </a:cxn>
                <a:cxn ang="0">
                  <a:pos x="connsiteX1" y="connsiteY1"/>
                </a:cxn>
                <a:cxn ang="0">
                  <a:pos x="connsiteX2" y="connsiteY2"/>
                </a:cxn>
                <a:cxn ang="0">
                  <a:pos x="connsiteX3" y="connsiteY3"/>
                </a:cxn>
              </a:cxnLst>
              <a:rect l="l" t="t" r="r" b="b"/>
              <a:pathLst>
                <a:path w="27664" h="63233" extrusionOk="0">
                  <a:moveTo>
                    <a:pt x="0" y="0"/>
                  </a:moveTo>
                  <a:lnTo>
                    <a:pt x="27664" y="0"/>
                  </a:lnTo>
                  <a:lnTo>
                    <a:pt x="27664" y="63233"/>
                  </a:lnTo>
                  <a:lnTo>
                    <a:pt x="0" y="63233"/>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5" name="Freeform: Shape 84"/>
            <p:cNvSpPr/>
            <p:nvPr/>
          </p:nvSpPr>
          <p:spPr bwMode="auto">
            <a:xfrm>
              <a:off x="3594345" y="2956192"/>
              <a:ext cx="27664" cy="98801"/>
            </a:xfrm>
            <a:custGeom>
              <a:avLst/>
              <a:gdLst>
                <a:gd name="connsiteX0" fmla="*/ 0 w 27664"/>
                <a:gd name="connsiteY0" fmla="*/ 0 h 98801"/>
                <a:gd name="connsiteX1" fmla="*/ 27664 w 27664"/>
                <a:gd name="connsiteY1" fmla="*/ 0 h 98801"/>
                <a:gd name="connsiteX2" fmla="*/ 27664 w 27664"/>
                <a:gd name="connsiteY2" fmla="*/ 98802 h 98801"/>
                <a:gd name="connsiteX3" fmla="*/ 0 w 27664"/>
                <a:gd name="connsiteY3" fmla="*/ 98802 h 98801"/>
              </a:gdLst>
              <a:ahLst/>
              <a:cxnLst>
                <a:cxn ang="0">
                  <a:pos x="connsiteX0" y="connsiteY0"/>
                </a:cxn>
                <a:cxn ang="0">
                  <a:pos x="connsiteX1" y="connsiteY1"/>
                </a:cxn>
                <a:cxn ang="0">
                  <a:pos x="connsiteX2" y="connsiteY2"/>
                </a:cxn>
                <a:cxn ang="0">
                  <a:pos x="connsiteX3" y="connsiteY3"/>
                </a:cxn>
              </a:cxnLst>
              <a:rect l="l" t="t" r="r" b="b"/>
              <a:pathLst>
                <a:path w="27664" h="98801" extrusionOk="0">
                  <a:moveTo>
                    <a:pt x="0" y="0"/>
                  </a:moveTo>
                  <a:lnTo>
                    <a:pt x="27664" y="0"/>
                  </a:lnTo>
                  <a:lnTo>
                    <a:pt x="27664" y="98802"/>
                  </a:lnTo>
                  <a:lnTo>
                    <a:pt x="0" y="98802"/>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6" name="Freeform: Shape 85"/>
            <p:cNvSpPr/>
            <p:nvPr/>
          </p:nvSpPr>
          <p:spPr bwMode="auto">
            <a:xfrm>
              <a:off x="3629914" y="2920623"/>
              <a:ext cx="27664" cy="134370"/>
            </a:xfrm>
            <a:custGeom>
              <a:avLst/>
              <a:gdLst>
                <a:gd name="connsiteX0" fmla="*/ 0 w 27664"/>
                <a:gd name="connsiteY0" fmla="*/ 0 h 134370"/>
                <a:gd name="connsiteX1" fmla="*/ 27664 w 27664"/>
                <a:gd name="connsiteY1" fmla="*/ 0 h 134370"/>
                <a:gd name="connsiteX2" fmla="*/ 27664 w 27664"/>
                <a:gd name="connsiteY2" fmla="*/ 134370 h 134370"/>
                <a:gd name="connsiteX3" fmla="*/ 0 w 27664"/>
                <a:gd name="connsiteY3" fmla="*/ 134370 h 134370"/>
              </a:gdLst>
              <a:ahLst/>
              <a:cxnLst>
                <a:cxn ang="0">
                  <a:pos x="connsiteX0" y="connsiteY0"/>
                </a:cxn>
                <a:cxn ang="0">
                  <a:pos x="connsiteX1" y="connsiteY1"/>
                </a:cxn>
                <a:cxn ang="0">
                  <a:pos x="connsiteX2" y="connsiteY2"/>
                </a:cxn>
                <a:cxn ang="0">
                  <a:pos x="connsiteX3" y="connsiteY3"/>
                </a:cxn>
              </a:cxnLst>
              <a:rect l="l" t="t" r="r" b="b"/>
              <a:pathLst>
                <a:path w="27664" h="134370" extrusionOk="0">
                  <a:moveTo>
                    <a:pt x="0" y="0"/>
                  </a:moveTo>
                  <a:lnTo>
                    <a:pt x="27664" y="0"/>
                  </a:lnTo>
                  <a:lnTo>
                    <a:pt x="27664" y="134370"/>
                  </a:lnTo>
                  <a:lnTo>
                    <a:pt x="0" y="134370"/>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7" name="Freeform: Shape 86"/>
            <p:cNvSpPr/>
            <p:nvPr/>
          </p:nvSpPr>
          <p:spPr bwMode="auto">
            <a:xfrm>
              <a:off x="3523208" y="3027329"/>
              <a:ext cx="27664" cy="27664"/>
            </a:xfrm>
            <a:custGeom>
              <a:avLst/>
              <a:gdLst>
                <a:gd name="connsiteX0" fmla="*/ 0 w 27664"/>
                <a:gd name="connsiteY0" fmla="*/ 0 h 27664"/>
                <a:gd name="connsiteX1" fmla="*/ 27664 w 27664"/>
                <a:gd name="connsiteY1" fmla="*/ 0 h 27664"/>
                <a:gd name="connsiteX2" fmla="*/ 27664 w 27664"/>
                <a:gd name="connsiteY2" fmla="*/ 27664 h 27664"/>
                <a:gd name="connsiteX3" fmla="*/ 0 w 27664"/>
                <a:gd name="connsiteY3" fmla="*/ 27664 h 27664"/>
              </a:gdLst>
              <a:ahLst/>
              <a:cxnLst>
                <a:cxn ang="0">
                  <a:pos x="connsiteX0" y="connsiteY0"/>
                </a:cxn>
                <a:cxn ang="0">
                  <a:pos x="connsiteX1" y="connsiteY1"/>
                </a:cxn>
                <a:cxn ang="0">
                  <a:pos x="connsiteX2" y="connsiteY2"/>
                </a:cxn>
                <a:cxn ang="0">
                  <a:pos x="connsiteX3" y="connsiteY3"/>
                </a:cxn>
              </a:cxnLst>
              <a:rect l="l" t="t" r="r" b="b"/>
              <a:pathLst>
                <a:path w="27664" h="27664" extrusionOk="0">
                  <a:moveTo>
                    <a:pt x="0" y="0"/>
                  </a:moveTo>
                  <a:lnTo>
                    <a:pt x="27664" y="0"/>
                  </a:lnTo>
                  <a:lnTo>
                    <a:pt x="27664" y="27664"/>
                  </a:lnTo>
                  <a:lnTo>
                    <a:pt x="0" y="27664"/>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89" name="Freeform: Shape 88"/>
            <p:cNvSpPr/>
            <p:nvPr/>
          </p:nvSpPr>
          <p:spPr bwMode="auto">
            <a:xfrm rot="5400000">
              <a:off x="2254836" y="4670486"/>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extrusionOk="0">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0" name="Freeform: Shape 89"/>
            <p:cNvSpPr/>
            <p:nvPr/>
          </p:nvSpPr>
          <p:spPr bwMode="auto">
            <a:xfrm rot="5400000">
              <a:off x="2254789" y="4633115"/>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extrusionOk="0">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1" name="Freeform: Shape 90"/>
            <p:cNvSpPr/>
            <p:nvPr/>
          </p:nvSpPr>
          <p:spPr bwMode="auto">
            <a:xfrm rot="5400000">
              <a:off x="2254835" y="4595648"/>
              <a:ext cx="150632" cy="150632"/>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extrusionOk="0">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2" name="Freeform: Shape 91"/>
            <p:cNvSpPr/>
            <p:nvPr/>
          </p:nvSpPr>
          <p:spPr bwMode="auto">
            <a:xfrm rot="5400000">
              <a:off x="2254740" y="4708838"/>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extrusionOk="0">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94" name="Freeform: Shape 93"/>
            <p:cNvSpPr/>
            <p:nvPr/>
          </p:nvSpPr>
          <p:spPr bwMode="auto">
            <a:xfrm flipH="1">
              <a:off x="1164420" y="1066369"/>
              <a:ext cx="243448" cy="171400"/>
            </a:xfrm>
            <a:custGeom>
              <a:avLst/>
              <a:gdLst>
                <a:gd name="connsiteX0" fmla="*/ 0 w 243448"/>
                <a:gd name="connsiteY0" fmla="*/ 0 h 171400"/>
                <a:gd name="connsiteX1" fmla="*/ 171401 w 243448"/>
                <a:gd name="connsiteY1" fmla="*/ 171401 h 171400"/>
                <a:gd name="connsiteX2" fmla="*/ 243448 w 243448"/>
                <a:gd name="connsiteY2" fmla="*/ 0 h 171400"/>
              </a:gdLst>
              <a:ahLst/>
              <a:cxnLst>
                <a:cxn ang="0">
                  <a:pos x="connsiteX0" y="connsiteY0"/>
                </a:cxn>
                <a:cxn ang="0">
                  <a:pos x="connsiteX1" y="connsiteY1"/>
                </a:cxn>
                <a:cxn ang="0">
                  <a:pos x="connsiteX2" y="connsiteY2"/>
                </a:cxn>
              </a:cxnLst>
              <a:rect l="l" t="t" r="r" b="b"/>
              <a:pathLst>
                <a:path w="243448" h="171400" extrusionOk="0">
                  <a:moveTo>
                    <a:pt x="0" y="0"/>
                  </a:moveTo>
                  <a:lnTo>
                    <a:pt x="171401" y="171401"/>
                  </a:lnTo>
                  <a:cubicBezTo>
                    <a:pt x="213453" y="123644"/>
                    <a:pt x="238751" y="63458"/>
                    <a:pt x="243448" y="0"/>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95" name="Freeform: Shape 94"/>
            <p:cNvSpPr/>
            <p:nvPr/>
          </p:nvSpPr>
          <p:spPr bwMode="auto">
            <a:xfrm flipH="1">
              <a:off x="1266084" y="752344"/>
              <a:ext cx="487321" cy="587459"/>
            </a:xfrm>
            <a:custGeom>
              <a:avLst/>
              <a:gdLst>
                <a:gd name="connsiteX0" fmla="*/ 273910 w 487321"/>
                <a:gd name="connsiteY0" fmla="*/ 301632 h 587460"/>
                <a:gd name="connsiteX1" fmla="*/ 273910 w 487321"/>
                <a:gd name="connsiteY1" fmla="*/ 0 h 587460"/>
                <a:gd name="connsiteX2" fmla="*/ 705 w 487321"/>
                <a:gd name="connsiteY2" fmla="*/ 313548 h 587460"/>
                <a:gd name="connsiteX3" fmla="*/ 314253 w 487321"/>
                <a:gd name="connsiteY3" fmla="*/ 586756 h 587460"/>
                <a:gd name="connsiteX4" fmla="*/ 487321 w 487321"/>
                <a:gd name="connsiteY4" fmla="*/ 515043 h 587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321" h="587460" extrusionOk="0">
                  <a:moveTo>
                    <a:pt x="273910" y="301632"/>
                  </a:moveTo>
                  <a:lnTo>
                    <a:pt x="273910" y="0"/>
                  </a:lnTo>
                  <a:cubicBezTo>
                    <a:pt x="111882" y="11139"/>
                    <a:pt x="-10437" y="151520"/>
                    <a:pt x="705" y="313548"/>
                  </a:cubicBezTo>
                  <a:cubicBezTo>
                    <a:pt x="11843" y="475577"/>
                    <a:pt x="152224" y="597895"/>
                    <a:pt x="314253" y="586756"/>
                  </a:cubicBezTo>
                  <a:cubicBezTo>
                    <a:pt x="378217" y="582358"/>
                    <a:pt x="438991" y="557175"/>
                    <a:pt x="487321" y="515043"/>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96" name="Freeform: Shape 95"/>
            <p:cNvSpPr/>
            <p:nvPr/>
          </p:nvSpPr>
          <p:spPr bwMode="auto">
            <a:xfrm flipH="1">
              <a:off x="1164420" y="752344"/>
              <a:ext cx="273065" cy="272014"/>
            </a:xfrm>
            <a:custGeom>
              <a:avLst/>
              <a:gdLst>
                <a:gd name="connsiteX0" fmla="*/ 0 w 273065"/>
                <a:gd name="connsiteY0" fmla="*/ 272015 h 272014"/>
                <a:gd name="connsiteX1" fmla="*/ 273065 w 273065"/>
                <a:gd name="connsiteY1" fmla="*/ 272015 h 272014"/>
                <a:gd name="connsiteX2" fmla="*/ 0 w 273065"/>
                <a:gd name="connsiteY2" fmla="*/ 0 h 272014"/>
              </a:gdLst>
              <a:ahLst/>
              <a:cxnLst>
                <a:cxn ang="0">
                  <a:pos x="connsiteX0" y="connsiteY0"/>
                </a:cxn>
                <a:cxn ang="0">
                  <a:pos x="connsiteX1" y="connsiteY1"/>
                </a:cxn>
                <a:cxn ang="0">
                  <a:pos x="connsiteX2" y="connsiteY2"/>
                </a:cxn>
              </a:cxnLst>
              <a:rect l="l" t="t" r="r" b="b"/>
              <a:pathLst>
                <a:path w="273065" h="272014" extrusionOk="0">
                  <a:moveTo>
                    <a:pt x="0" y="272015"/>
                  </a:moveTo>
                  <a:lnTo>
                    <a:pt x="273065" y="272015"/>
                  </a:lnTo>
                  <a:cubicBezTo>
                    <a:pt x="262432" y="126017"/>
                    <a:pt x="146037" y="10070"/>
                    <a:pt x="0" y="0"/>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97" name="Freeform: Shape 96"/>
            <p:cNvSpPr/>
            <p:nvPr/>
          </p:nvSpPr>
          <p:spPr bwMode="auto">
            <a:xfrm flipH="1">
              <a:off x="660299" y="436219"/>
              <a:ext cx="1596380" cy="1575375"/>
            </a:xfrm>
            <a:custGeom>
              <a:avLst/>
              <a:gdLst>
                <a:gd name="connsiteX0" fmla="*/ 1386331 w 1596380"/>
                <a:gd name="connsiteY0" fmla="*/ 231055 h 1575375"/>
                <a:gd name="connsiteX1" fmla="*/ 1386331 w 1596380"/>
                <a:gd name="connsiteY1" fmla="*/ 987236 h 1575375"/>
                <a:gd name="connsiteX2" fmla="*/ 210050 w 1596380"/>
                <a:gd name="connsiteY2" fmla="*/ 987236 h 1575375"/>
                <a:gd name="connsiteX3" fmla="*/ 210050 w 1596380"/>
                <a:gd name="connsiteY3" fmla="*/ 231055 h 1575375"/>
                <a:gd name="connsiteX4" fmla="*/ 1554371 w 1596380"/>
                <a:gd name="connsiteY4" fmla="*/ 1029246 h 1575375"/>
                <a:gd name="connsiteX5" fmla="*/ 1512361 w 1596380"/>
                <a:gd name="connsiteY5" fmla="*/ 1029246 h 1575375"/>
                <a:gd name="connsiteX6" fmla="*/ 1512361 w 1596380"/>
                <a:gd name="connsiteY6" fmla="*/ 168040 h 1575375"/>
                <a:gd name="connsiteX7" fmla="*/ 1554371 w 1596380"/>
                <a:gd name="connsiteY7" fmla="*/ 168040 h 1575375"/>
                <a:gd name="connsiteX8" fmla="*/ 1596381 w 1596380"/>
                <a:gd name="connsiteY8" fmla="*/ 126030 h 1575375"/>
                <a:gd name="connsiteX9" fmla="*/ 1554371 w 1596380"/>
                <a:gd name="connsiteY9" fmla="*/ 84020 h 1575375"/>
                <a:gd name="connsiteX10" fmla="*/ 840200 w 1596380"/>
                <a:gd name="connsiteY10" fmla="*/ 84020 h 1575375"/>
                <a:gd name="connsiteX11" fmla="*/ 840200 w 1596380"/>
                <a:gd name="connsiteY11" fmla="*/ 42010 h 1575375"/>
                <a:gd name="connsiteX12" fmla="*/ 798190 w 1596380"/>
                <a:gd name="connsiteY12" fmla="*/ 0 h 1575375"/>
                <a:gd name="connsiteX13" fmla="*/ 756180 w 1596380"/>
                <a:gd name="connsiteY13" fmla="*/ 42010 h 1575375"/>
                <a:gd name="connsiteX14" fmla="*/ 756180 w 1596380"/>
                <a:gd name="connsiteY14" fmla="*/ 84020 h 1575375"/>
                <a:gd name="connsiteX15" fmla="*/ 42010 w 1596380"/>
                <a:gd name="connsiteY15" fmla="*/ 84020 h 1575375"/>
                <a:gd name="connsiteX16" fmla="*/ 0 w 1596380"/>
                <a:gd name="connsiteY16" fmla="*/ 126030 h 1575375"/>
                <a:gd name="connsiteX17" fmla="*/ 42010 w 1596380"/>
                <a:gd name="connsiteY17" fmla="*/ 168040 h 1575375"/>
                <a:gd name="connsiteX18" fmla="*/ 84020 w 1596380"/>
                <a:gd name="connsiteY18" fmla="*/ 168040 h 1575375"/>
                <a:gd name="connsiteX19" fmla="*/ 84020 w 1596380"/>
                <a:gd name="connsiteY19" fmla="*/ 1029246 h 1575375"/>
                <a:gd name="connsiteX20" fmla="*/ 42010 w 1596380"/>
                <a:gd name="connsiteY20" fmla="*/ 1029246 h 1575375"/>
                <a:gd name="connsiteX21" fmla="*/ 0 w 1596380"/>
                <a:gd name="connsiteY21" fmla="*/ 1071256 h 1575375"/>
                <a:gd name="connsiteX22" fmla="*/ 42010 w 1596380"/>
                <a:gd name="connsiteY22" fmla="*/ 1113266 h 1575375"/>
                <a:gd name="connsiteX23" fmla="*/ 683503 w 1596380"/>
                <a:gd name="connsiteY23" fmla="*/ 1113266 h 1575375"/>
                <a:gd name="connsiteX24" fmla="*/ 360026 w 1596380"/>
                <a:gd name="connsiteY24" fmla="*/ 1436743 h 1575375"/>
                <a:gd name="connsiteX25" fmla="*/ 360341 w 1596380"/>
                <a:gd name="connsiteY25" fmla="*/ 1496502 h 1575375"/>
                <a:gd name="connsiteX26" fmla="*/ 420100 w 1596380"/>
                <a:gd name="connsiteY26" fmla="*/ 1496187 h 1575375"/>
                <a:gd name="connsiteX27" fmla="*/ 756180 w 1596380"/>
                <a:gd name="connsiteY27" fmla="*/ 1160107 h 1575375"/>
                <a:gd name="connsiteX28" fmla="*/ 756180 w 1596380"/>
                <a:gd name="connsiteY28" fmla="*/ 1533366 h 1575375"/>
                <a:gd name="connsiteX29" fmla="*/ 798190 w 1596380"/>
                <a:gd name="connsiteY29" fmla="*/ 1575376 h 1575375"/>
                <a:gd name="connsiteX30" fmla="*/ 840200 w 1596380"/>
                <a:gd name="connsiteY30" fmla="*/ 1533366 h 1575375"/>
                <a:gd name="connsiteX31" fmla="*/ 840200 w 1596380"/>
                <a:gd name="connsiteY31" fmla="*/ 1159477 h 1575375"/>
                <a:gd name="connsiteX32" fmla="*/ 1176281 w 1596380"/>
                <a:gd name="connsiteY32" fmla="*/ 1495557 h 1575375"/>
                <a:gd name="connsiteX33" fmla="*/ 1235725 w 1596380"/>
                <a:gd name="connsiteY33" fmla="*/ 1495557 h 1575375"/>
                <a:gd name="connsiteX34" fmla="*/ 1235725 w 1596380"/>
                <a:gd name="connsiteY34" fmla="*/ 1436113 h 1575375"/>
                <a:gd name="connsiteX35" fmla="*/ 912878 w 1596380"/>
                <a:gd name="connsiteY35" fmla="*/ 1113266 h 1575375"/>
                <a:gd name="connsiteX36" fmla="*/ 1554371 w 1596380"/>
                <a:gd name="connsiteY36" fmla="*/ 1113266 h 1575375"/>
                <a:gd name="connsiteX37" fmla="*/ 1596381 w 1596380"/>
                <a:gd name="connsiteY37" fmla="*/ 1071256 h 1575375"/>
                <a:gd name="connsiteX38" fmla="*/ 1554371 w 1596380"/>
                <a:gd name="connsiteY38" fmla="*/ 1029246 h 15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96380" h="1575375" extrusionOk="0">
                  <a:moveTo>
                    <a:pt x="1386331" y="231055"/>
                  </a:moveTo>
                  <a:lnTo>
                    <a:pt x="1386331" y="987236"/>
                  </a:lnTo>
                  <a:lnTo>
                    <a:pt x="210050" y="987236"/>
                  </a:lnTo>
                  <a:lnTo>
                    <a:pt x="210050" y="231055"/>
                  </a:lnTo>
                  <a:close/>
                  <a:moveTo>
                    <a:pt x="1554371" y="1029246"/>
                  </a:moveTo>
                  <a:lnTo>
                    <a:pt x="1512361" y="1029246"/>
                  </a:lnTo>
                  <a:lnTo>
                    <a:pt x="1512361" y="168040"/>
                  </a:lnTo>
                  <a:lnTo>
                    <a:pt x="1554371" y="168040"/>
                  </a:lnTo>
                  <a:cubicBezTo>
                    <a:pt x="1577573" y="168040"/>
                    <a:pt x="1596381" y="149232"/>
                    <a:pt x="1596381" y="126030"/>
                  </a:cubicBezTo>
                  <a:cubicBezTo>
                    <a:pt x="1596381" y="102828"/>
                    <a:pt x="1577573" y="84020"/>
                    <a:pt x="1554371" y="84020"/>
                  </a:cubicBezTo>
                  <a:lnTo>
                    <a:pt x="840200" y="84020"/>
                  </a:lnTo>
                  <a:lnTo>
                    <a:pt x="840200" y="42010"/>
                  </a:lnTo>
                  <a:cubicBezTo>
                    <a:pt x="840200" y="18808"/>
                    <a:pt x="821393" y="0"/>
                    <a:pt x="798190" y="0"/>
                  </a:cubicBezTo>
                  <a:cubicBezTo>
                    <a:pt x="774988" y="0"/>
                    <a:pt x="756180" y="18808"/>
                    <a:pt x="756180" y="42010"/>
                  </a:cubicBezTo>
                  <a:lnTo>
                    <a:pt x="756180" y="84020"/>
                  </a:lnTo>
                  <a:lnTo>
                    <a:pt x="42010" y="84020"/>
                  </a:lnTo>
                  <a:cubicBezTo>
                    <a:pt x="18808" y="84020"/>
                    <a:pt x="0" y="102828"/>
                    <a:pt x="0" y="126030"/>
                  </a:cubicBezTo>
                  <a:cubicBezTo>
                    <a:pt x="0" y="149232"/>
                    <a:pt x="18808" y="168040"/>
                    <a:pt x="42010" y="168040"/>
                  </a:cubicBezTo>
                  <a:lnTo>
                    <a:pt x="84020" y="168040"/>
                  </a:lnTo>
                  <a:lnTo>
                    <a:pt x="84020" y="1029246"/>
                  </a:lnTo>
                  <a:lnTo>
                    <a:pt x="42010" y="1029246"/>
                  </a:lnTo>
                  <a:cubicBezTo>
                    <a:pt x="18808" y="1029246"/>
                    <a:pt x="0" y="1048053"/>
                    <a:pt x="0" y="1071256"/>
                  </a:cubicBezTo>
                  <a:cubicBezTo>
                    <a:pt x="0" y="1094458"/>
                    <a:pt x="18808" y="1113266"/>
                    <a:pt x="42010" y="1113266"/>
                  </a:cubicBezTo>
                  <a:lnTo>
                    <a:pt x="683503" y="1113266"/>
                  </a:lnTo>
                  <a:lnTo>
                    <a:pt x="360026" y="1436743"/>
                  </a:lnTo>
                  <a:cubicBezTo>
                    <a:pt x="343610" y="1453332"/>
                    <a:pt x="343751" y="1480087"/>
                    <a:pt x="360341" y="1496502"/>
                  </a:cubicBezTo>
                  <a:cubicBezTo>
                    <a:pt x="376931" y="1512917"/>
                    <a:pt x="403685" y="1512777"/>
                    <a:pt x="420100" y="1496187"/>
                  </a:cubicBezTo>
                  <a:lnTo>
                    <a:pt x="756180" y="1160107"/>
                  </a:lnTo>
                  <a:lnTo>
                    <a:pt x="756180" y="1533366"/>
                  </a:lnTo>
                  <a:cubicBezTo>
                    <a:pt x="756180" y="1556568"/>
                    <a:pt x="774988" y="1575376"/>
                    <a:pt x="798190" y="1575376"/>
                  </a:cubicBezTo>
                  <a:cubicBezTo>
                    <a:pt x="821393" y="1575376"/>
                    <a:pt x="840200" y="1556568"/>
                    <a:pt x="840200" y="1533366"/>
                  </a:cubicBezTo>
                  <a:lnTo>
                    <a:pt x="840200" y="1159477"/>
                  </a:lnTo>
                  <a:lnTo>
                    <a:pt x="1176281" y="1495557"/>
                  </a:lnTo>
                  <a:cubicBezTo>
                    <a:pt x="1192696" y="1511972"/>
                    <a:pt x="1219309" y="1511972"/>
                    <a:pt x="1235725" y="1495557"/>
                  </a:cubicBezTo>
                  <a:cubicBezTo>
                    <a:pt x="1252140" y="1479141"/>
                    <a:pt x="1252140" y="1452528"/>
                    <a:pt x="1235725" y="1436113"/>
                  </a:cubicBezTo>
                  <a:lnTo>
                    <a:pt x="912878" y="1113266"/>
                  </a:lnTo>
                  <a:lnTo>
                    <a:pt x="1554371" y="1113266"/>
                  </a:lnTo>
                  <a:cubicBezTo>
                    <a:pt x="1577573" y="1113266"/>
                    <a:pt x="1596381" y="1094458"/>
                    <a:pt x="1596381" y="1071256"/>
                  </a:cubicBezTo>
                  <a:cubicBezTo>
                    <a:pt x="1596381" y="1048053"/>
                    <a:pt x="1577573" y="1029246"/>
                    <a:pt x="1554371" y="1029246"/>
                  </a:cubicBezTo>
                  <a:close/>
                </a:path>
              </a:pathLst>
            </a:custGeom>
            <a:solidFill>
              <a:srgbClr val="282829">
                <a:alpha val="5000"/>
              </a:srgbClr>
            </a:solidFill>
            <a:ln w="20935" cap="flat">
              <a:noFill/>
              <a:prstDash val="solid"/>
              <a:miter/>
            </a:ln>
          </p:spPr>
          <p:txBody>
            <a:bodyPr rtlCol="0" anchor="ctr"/>
            <a:lstStyle/>
            <a:p>
              <a:pPr>
                <a:defRPr/>
              </a:pPr>
              <a:endParaRPr lang="en-IN"/>
            </a:p>
          </p:txBody>
        </p:sp>
        <p:grpSp>
          <p:nvGrpSpPr>
            <p:cNvPr id="98" name="Graphic 30" descr="Gears"/>
            <p:cNvGrpSpPr/>
            <p:nvPr/>
          </p:nvGrpSpPr>
          <p:grpSpPr bwMode="auto">
            <a:xfrm>
              <a:off x="9026885" y="2443983"/>
              <a:ext cx="86622" cy="104823"/>
              <a:chOff x="9026885" y="2443983"/>
              <a:chExt cx="86622" cy="104823"/>
            </a:xfrm>
            <a:solidFill>
              <a:srgbClr val="282829">
                <a:alpha val="50000"/>
              </a:srgbClr>
            </a:solidFill>
          </p:grpSpPr>
          <p:sp>
            <p:nvSpPr>
              <p:cNvPr id="99" name="Freeform: Shape 98"/>
              <p:cNvSpPr/>
              <p:nvPr/>
            </p:nvSpPr>
            <p:spPr bwMode="auto">
              <a:xfrm>
                <a:off x="9056911" y="244398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50751 w 56596"/>
                  <a:gd name="connsiteY5" fmla="*/ 22054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846 w 56596"/>
                  <a:gd name="connsiteY16" fmla="*/ 10629 h 56463"/>
                  <a:gd name="connsiteX17" fmla="*/ 7971 w 56596"/>
                  <a:gd name="connsiteY17" fmla="*/ 16873 h 56463"/>
                  <a:gd name="connsiteX18" fmla="*/ 5846 w 56596"/>
                  <a:gd name="connsiteY18" fmla="*/ 22054 h 56463"/>
                  <a:gd name="connsiteX19" fmla="*/ 0 w 56596"/>
                  <a:gd name="connsiteY19" fmla="*/ 24977 h 56463"/>
                  <a:gd name="connsiteX20" fmla="*/ 0 w 56596"/>
                  <a:gd name="connsiteY20" fmla="*/ 31620 h 56463"/>
                  <a:gd name="connsiteX21" fmla="*/ 5846 w 56596"/>
                  <a:gd name="connsiteY21" fmla="*/ 34543 h 56463"/>
                  <a:gd name="connsiteX22" fmla="*/ 7971 w 56596"/>
                  <a:gd name="connsiteY22" fmla="*/ 39724 h 56463"/>
                  <a:gd name="connsiteX23" fmla="*/ 5846 w 56596"/>
                  <a:gd name="connsiteY23" fmla="*/ 45968 h 56463"/>
                  <a:gd name="connsiteX24" fmla="*/ 10496 w 56596"/>
                  <a:gd name="connsiteY24" fmla="*/ 50618 h 56463"/>
                  <a:gd name="connsiteX25" fmla="*/ 16740 w 56596"/>
                  <a:gd name="connsiteY25" fmla="*/ 48493 h 56463"/>
                  <a:gd name="connsiteX26" fmla="*/ 21921 w 56596"/>
                  <a:gd name="connsiteY26" fmla="*/ 50618 h 56463"/>
                  <a:gd name="connsiteX27" fmla="*/ 24844 w 56596"/>
                  <a:gd name="connsiteY27" fmla="*/ 56464 h 56463"/>
                  <a:gd name="connsiteX28" fmla="*/ 31487 w 56596"/>
                  <a:gd name="connsiteY28" fmla="*/ 56464 h 56463"/>
                  <a:gd name="connsiteX29" fmla="*/ 34410 w 56596"/>
                  <a:gd name="connsiteY29" fmla="*/ 50618 h 56463"/>
                  <a:gd name="connsiteX30" fmla="*/ 39591 w 56596"/>
                  <a:gd name="connsiteY30" fmla="*/ 48493 h 56463"/>
                  <a:gd name="connsiteX31" fmla="*/ 45835 w 56596"/>
                  <a:gd name="connsiteY31" fmla="*/ 50618 h 56463"/>
                  <a:gd name="connsiteX32" fmla="*/ 50618 w 56596"/>
                  <a:gd name="connsiteY32" fmla="*/ 45968 h 56463"/>
                  <a:gd name="connsiteX33" fmla="*/ 48493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596" h="56463" extrusionOk="0">
                    <a:moveTo>
                      <a:pt x="28298" y="38263"/>
                    </a:moveTo>
                    <a:cubicBezTo>
                      <a:pt x="22718" y="38263"/>
                      <a:pt x="18334" y="33745"/>
                      <a:pt x="18334" y="28298"/>
                    </a:cubicBezTo>
                    <a:cubicBezTo>
                      <a:pt x="18334" y="22851"/>
                      <a:pt x="22851" y="18334"/>
                      <a:pt x="28298" y="18334"/>
                    </a:cubicBezTo>
                    <a:cubicBezTo>
                      <a:pt x="33878" y="18334"/>
                      <a:pt x="38263" y="22851"/>
                      <a:pt x="38263" y="28298"/>
                    </a:cubicBezTo>
                    <a:cubicBezTo>
                      <a:pt x="38263" y="33745"/>
                      <a:pt x="33745" y="38263"/>
                      <a:pt x="28298" y="38263"/>
                    </a:cubicBezTo>
                    <a:close/>
                    <a:moveTo>
                      <a:pt x="50751" y="22054"/>
                    </a:moveTo>
                    <a:cubicBezTo>
                      <a:pt x="50220" y="20194"/>
                      <a:pt x="49555" y="18467"/>
                      <a:pt x="48625" y="16873"/>
                    </a:cubicBezTo>
                    <a:lnTo>
                      <a:pt x="50751" y="10629"/>
                    </a:lnTo>
                    <a:lnTo>
                      <a:pt x="45968" y="5846"/>
                    </a:lnTo>
                    <a:lnTo>
                      <a:pt x="39724" y="7971"/>
                    </a:lnTo>
                    <a:cubicBezTo>
                      <a:pt x="38130" y="7041"/>
                      <a:pt x="36403" y="6377"/>
                      <a:pt x="34543" y="5846"/>
                    </a:cubicBezTo>
                    <a:lnTo>
                      <a:pt x="31620" y="0"/>
                    </a:lnTo>
                    <a:lnTo>
                      <a:pt x="24977" y="0"/>
                    </a:lnTo>
                    <a:lnTo>
                      <a:pt x="22054" y="5846"/>
                    </a:lnTo>
                    <a:cubicBezTo>
                      <a:pt x="20194" y="6377"/>
                      <a:pt x="18467" y="7041"/>
                      <a:pt x="16873" y="7971"/>
                    </a:cubicBezTo>
                    <a:lnTo>
                      <a:pt x="10629" y="5846"/>
                    </a:lnTo>
                    <a:lnTo>
                      <a:pt x="5846" y="10629"/>
                    </a:lnTo>
                    <a:lnTo>
                      <a:pt x="7971" y="16873"/>
                    </a:lnTo>
                    <a:cubicBezTo>
                      <a:pt x="7041" y="18467"/>
                      <a:pt x="6377" y="20194"/>
                      <a:pt x="5846" y="22054"/>
                    </a:cubicBezTo>
                    <a:lnTo>
                      <a:pt x="0" y="24977"/>
                    </a:lnTo>
                    <a:lnTo>
                      <a:pt x="0" y="31620"/>
                    </a:lnTo>
                    <a:lnTo>
                      <a:pt x="5846" y="34543"/>
                    </a:lnTo>
                    <a:cubicBezTo>
                      <a:pt x="6377" y="36403"/>
                      <a:pt x="7041" y="38130"/>
                      <a:pt x="7971" y="39724"/>
                    </a:cubicBezTo>
                    <a:lnTo>
                      <a:pt x="5846" y="45968"/>
                    </a:lnTo>
                    <a:lnTo>
                      <a:pt x="10496" y="50618"/>
                    </a:lnTo>
                    <a:lnTo>
                      <a:pt x="16740" y="48493"/>
                    </a:lnTo>
                    <a:cubicBezTo>
                      <a:pt x="18334" y="49423"/>
                      <a:pt x="20061" y="50087"/>
                      <a:pt x="21921" y="50618"/>
                    </a:cubicBezTo>
                    <a:lnTo>
                      <a:pt x="24844" y="56464"/>
                    </a:lnTo>
                    <a:lnTo>
                      <a:pt x="31487" y="56464"/>
                    </a:lnTo>
                    <a:lnTo>
                      <a:pt x="34410" y="50618"/>
                    </a:lnTo>
                    <a:cubicBezTo>
                      <a:pt x="36270" y="50087"/>
                      <a:pt x="37997" y="49423"/>
                      <a:pt x="39591" y="48493"/>
                    </a:cubicBezTo>
                    <a:lnTo>
                      <a:pt x="45835" y="50618"/>
                    </a:lnTo>
                    <a:lnTo>
                      <a:pt x="50618" y="45968"/>
                    </a:lnTo>
                    <a:lnTo>
                      <a:pt x="48493" y="39724"/>
                    </a:lnTo>
                    <a:cubicBezTo>
                      <a:pt x="49423" y="38130"/>
                      <a:pt x="50220" y="36270"/>
                      <a:pt x="50751" y="34543"/>
                    </a:cubicBezTo>
                    <a:lnTo>
                      <a:pt x="56597" y="31620"/>
                    </a:lnTo>
                    <a:lnTo>
                      <a:pt x="56597" y="24977"/>
                    </a:lnTo>
                    <a:lnTo>
                      <a:pt x="50751" y="22054"/>
                    </a:lnTo>
                    <a:close/>
                  </a:path>
                </a:pathLst>
              </a:custGeom>
              <a:solidFill>
                <a:srgbClr val="282829">
                  <a:alpha val="50000"/>
                </a:srgbClr>
              </a:solidFill>
              <a:ln w="1290" cap="flat">
                <a:noFill/>
                <a:prstDash val="solid"/>
                <a:miter/>
              </a:ln>
            </p:spPr>
            <p:txBody>
              <a:bodyPr rtlCol="0" anchor="ctr"/>
              <a:lstStyle/>
              <a:p>
                <a:pPr>
                  <a:defRPr/>
                </a:pPr>
                <a:endParaRPr lang="en-IN"/>
              </a:p>
            </p:txBody>
          </p:sp>
          <p:sp>
            <p:nvSpPr>
              <p:cNvPr id="100" name="Freeform: Shape 99"/>
              <p:cNvSpPr/>
              <p:nvPr/>
            </p:nvSpPr>
            <p:spPr bwMode="auto">
              <a:xfrm>
                <a:off x="9026885" y="249234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28298 w 56596"/>
                  <a:gd name="connsiteY5" fmla="*/ 38263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979 w 56596"/>
                  <a:gd name="connsiteY16" fmla="*/ 10496 h 56463"/>
                  <a:gd name="connsiteX17" fmla="*/ 7971 w 56596"/>
                  <a:gd name="connsiteY17" fmla="*/ 16740 h 56463"/>
                  <a:gd name="connsiteX18" fmla="*/ 5846 w 56596"/>
                  <a:gd name="connsiteY18" fmla="*/ 21921 h 56463"/>
                  <a:gd name="connsiteX19" fmla="*/ 0 w 56596"/>
                  <a:gd name="connsiteY19" fmla="*/ 24844 h 56463"/>
                  <a:gd name="connsiteX20" fmla="*/ 0 w 56596"/>
                  <a:gd name="connsiteY20" fmla="*/ 31487 h 56463"/>
                  <a:gd name="connsiteX21" fmla="*/ 5846 w 56596"/>
                  <a:gd name="connsiteY21" fmla="*/ 34410 h 56463"/>
                  <a:gd name="connsiteX22" fmla="*/ 7971 w 56596"/>
                  <a:gd name="connsiteY22" fmla="*/ 39591 h 56463"/>
                  <a:gd name="connsiteX23" fmla="*/ 5979 w 56596"/>
                  <a:gd name="connsiteY23" fmla="*/ 45835 h 56463"/>
                  <a:gd name="connsiteX24" fmla="*/ 10629 w 56596"/>
                  <a:gd name="connsiteY24" fmla="*/ 50485 h 56463"/>
                  <a:gd name="connsiteX25" fmla="*/ 16873 w 56596"/>
                  <a:gd name="connsiteY25" fmla="*/ 48493 h 56463"/>
                  <a:gd name="connsiteX26" fmla="*/ 22054 w 56596"/>
                  <a:gd name="connsiteY26" fmla="*/ 50618 h 56463"/>
                  <a:gd name="connsiteX27" fmla="*/ 24977 w 56596"/>
                  <a:gd name="connsiteY27" fmla="*/ 56464 h 56463"/>
                  <a:gd name="connsiteX28" fmla="*/ 31620 w 56596"/>
                  <a:gd name="connsiteY28" fmla="*/ 56464 h 56463"/>
                  <a:gd name="connsiteX29" fmla="*/ 34543 w 56596"/>
                  <a:gd name="connsiteY29" fmla="*/ 50618 h 56463"/>
                  <a:gd name="connsiteX30" fmla="*/ 39724 w 56596"/>
                  <a:gd name="connsiteY30" fmla="*/ 48493 h 56463"/>
                  <a:gd name="connsiteX31" fmla="*/ 45968 w 56596"/>
                  <a:gd name="connsiteY31" fmla="*/ 50618 h 56463"/>
                  <a:gd name="connsiteX32" fmla="*/ 50618 w 56596"/>
                  <a:gd name="connsiteY32" fmla="*/ 45835 h 56463"/>
                  <a:gd name="connsiteX33" fmla="*/ 48625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 name="connsiteX38" fmla="*/ 48625 w 56596"/>
                  <a:gd name="connsiteY38" fmla="*/ 16873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6596" h="56463" extrusionOk="0">
                    <a:moveTo>
                      <a:pt x="28298" y="38263"/>
                    </a:moveTo>
                    <a:cubicBezTo>
                      <a:pt x="22718" y="38263"/>
                      <a:pt x="18334" y="33745"/>
                      <a:pt x="18334" y="28298"/>
                    </a:cubicBezTo>
                    <a:cubicBezTo>
                      <a:pt x="18334" y="22718"/>
                      <a:pt x="22851" y="18334"/>
                      <a:pt x="28298" y="18334"/>
                    </a:cubicBezTo>
                    <a:cubicBezTo>
                      <a:pt x="33878" y="18334"/>
                      <a:pt x="38263" y="22851"/>
                      <a:pt x="38263" y="28298"/>
                    </a:cubicBezTo>
                    <a:cubicBezTo>
                      <a:pt x="38263" y="33745"/>
                      <a:pt x="33878" y="38263"/>
                      <a:pt x="28298" y="38263"/>
                    </a:cubicBezTo>
                    <a:lnTo>
                      <a:pt x="28298" y="38263"/>
                    </a:lnTo>
                    <a:close/>
                    <a:moveTo>
                      <a:pt x="48625" y="16873"/>
                    </a:moveTo>
                    <a:lnTo>
                      <a:pt x="50751" y="10629"/>
                    </a:lnTo>
                    <a:lnTo>
                      <a:pt x="45968" y="5846"/>
                    </a:lnTo>
                    <a:lnTo>
                      <a:pt x="39724" y="7971"/>
                    </a:lnTo>
                    <a:cubicBezTo>
                      <a:pt x="38130" y="7041"/>
                      <a:pt x="36270" y="6377"/>
                      <a:pt x="34543" y="5846"/>
                    </a:cubicBezTo>
                    <a:lnTo>
                      <a:pt x="31620" y="0"/>
                    </a:lnTo>
                    <a:lnTo>
                      <a:pt x="24977" y="0"/>
                    </a:lnTo>
                    <a:lnTo>
                      <a:pt x="22054" y="5846"/>
                    </a:lnTo>
                    <a:cubicBezTo>
                      <a:pt x="20194" y="6377"/>
                      <a:pt x="18467" y="7041"/>
                      <a:pt x="16873" y="7971"/>
                    </a:cubicBezTo>
                    <a:lnTo>
                      <a:pt x="10629" y="5846"/>
                    </a:lnTo>
                    <a:lnTo>
                      <a:pt x="5979" y="10496"/>
                    </a:lnTo>
                    <a:lnTo>
                      <a:pt x="7971" y="16740"/>
                    </a:lnTo>
                    <a:cubicBezTo>
                      <a:pt x="7041" y="18334"/>
                      <a:pt x="6377" y="20194"/>
                      <a:pt x="5846" y="21921"/>
                    </a:cubicBezTo>
                    <a:lnTo>
                      <a:pt x="0" y="24844"/>
                    </a:lnTo>
                    <a:lnTo>
                      <a:pt x="0" y="31487"/>
                    </a:lnTo>
                    <a:lnTo>
                      <a:pt x="5846" y="34410"/>
                    </a:lnTo>
                    <a:cubicBezTo>
                      <a:pt x="6377" y="36270"/>
                      <a:pt x="7041" y="37997"/>
                      <a:pt x="7971" y="39591"/>
                    </a:cubicBezTo>
                    <a:lnTo>
                      <a:pt x="5979" y="45835"/>
                    </a:lnTo>
                    <a:lnTo>
                      <a:pt x="10629" y="50485"/>
                    </a:lnTo>
                    <a:lnTo>
                      <a:pt x="16873" y="48493"/>
                    </a:lnTo>
                    <a:cubicBezTo>
                      <a:pt x="18467" y="49423"/>
                      <a:pt x="20194" y="50087"/>
                      <a:pt x="22054" y="50618"/>
                    </a:cubicBezTo>
                    <a:lnTo>
                      <a:pt x="24977" y="56464"/>
                    </a:lnTo>
                    <a:lnTo>
                      <a:pt x="31620" y="56464"/>
                    </a:lnTo>
                    <a:lnTo>
                      <a:pt x="34543" y="50618"/>
                    </a:lnTo>
                    <a:cubicBezTo>
                      <a:pt x="36403" y="50087"/>
                      <a:pt x="38130" y="49423"/>
                      <a:pt x="39724" y="48493"/>
                    </a:cubicBezTo>
                    <a:lnTo>
                      <a:pt x="45968" y="50618"/>
                    </a:lnTo>
                    <a:lnTo>
                      <a:pt x="50618" y="45835"/>
                    </a:lnTo>
                    <a:lnTo>
                      <a:pt x="48625" y="39724"/>
                    </a:lnTo>
                    <a:cubicBezTo>
                      <a:pt x="49555" y="38130"/>
                      <a:pt x="50220" y="36403"/>
                      <a:pt x="50751" y="34543"/>
                    </a:cubicBezTo>
                    <a:lnTo>
                      <a:pt x="56597" y="31620"/>
                    </a:lnTo>
                    <a:lnTo>
                      <a:pt x="56597" y="24977"/>
                    </a:lnTo>
                    <a:lnTo>
                      <a:pt x="50751" y="22054"/>
                    </a:lnTo>
                    <a:cubicBezTo>
                      <a:pt x="50220" y="20194"/>
                      <a:pt x="49555" y="18467"/>
                      <a:pt x="48625" y="16873"/>
                    </a:cubicBezTo>
                    <a:close/>
                  </a:path>
                </a:pathLst>
              </a:custGeom>
              <a:solidFill>
                <a:srgbClr val="282829">
                  <a:alpha val="50000"/>
                </a:srgbClr>
              </a:solidFill>
              <a:ln w="1290" cap="flat">
                <a:noFill/>
                <a:prstDash val="solid"/>
                <a:miter/>
              </a:ln>
            </p:spPr>
            <p:txBody>
              <a:bodyPr rtlCol="0" anchor="ctr"/>
              <a:lstStyle/>
              <a:p>
                <a:pPr>
                  <a:defRPr/>
                </a:pPr>
                <a:endParaRPr lang="en-IN"/>
              </a:p>
            </p:txBody>
          </p:sp>
        </p:grpSp>
        <p:sp>
          <p:nvSpPr>
            <p:cNvPr id="101" name="Graphic 32" descr="Satellite"/>
            <p:cNvSpPr/>
            <p:nvPr/>
          </p:nvSpPr>
          <p:spPr bwMode="auto">
            <a:xfrm>
              <a:off x="5050396" y="663508"/>
              <a:ext cx="380184" cy="379721"/>
            </a:xfrm>
            <a:custGeom>
              <a:avLst/>
              <a:gdLst>
                <a:gd name="connsiteX0" fmla="*/ 260394 w 380184"/>
                <a:gd name="connsiteY0" fmla="*/ 348734 h 379721"/>
                <a:gd name="connsiteX1" fmla="*/ 299707 w 380184"/>
                <a:gd name="connsiteY1" fmla="*/ 309420 h 379721"/>
                <a:gd name="connsiteX2" fmla="*/ 312658 w 380184"/>
                <a:gd name="connsiteY2" fmla="*/ 322370 h 379721"/>
                <a:gd name="connsiteX3" fmla="*/ 273344 w 380184"/>
                <a:gd name="connsiteY3" fmla="*/ 361684 h 379721"/>
                <a:gd name="connsiteX4" fmla="*/ 260394 w 380184"/>
                <a:gd name="connsiteY4" fmla="*/ 348734 h 379721"/>
                <a:gd name="connsiteX5" fmla="*/ 246981 w 380184"/>
                <a:gd name="connsiteY5" fmla="*/ 257156 h 379721"/>
                <a:gd name="connsiteX6" fmla="*/ 259931 w 380184"/>
                <a:gd name="connsiteY6" fmla="*/ 270107 h 379721"/>
                <a:gd name="connsiteX7" fmla="*/ 220618 w 380184"/>
                <a:gd name="connsiteY7" fmla="*/ 309420 h 379721"/>
                <a:gd name="connsiteX8" fmla="*/ 207668 w 380184"/>
                <a:gd name="connsiteY8" fmla="*/ 296470 h 379721"/>
                <a:gd name="connsiteX9" fmla="*/ 246981 w 380184"/>
                <a:gd name="connsiteY9" fmla="*/ 257156 h 379721"/>
                <a:gd name="connsiteX10" fmla="*/ 296470 w 380184"/>
                <a:gd name="connsiteY10" fmla="*/ 208130 h 379721"/>
                <a:gd name="connsiteX11" fmla="*/ 309420 w 380184"/>
                <a:gd name="connsiteY11" fmla="*/ 221080 h 379721"/>
                <a:gd name="connsiteX12" fmla="*/ 273344 w 380184"/>
                <a:gd name="connsiteY12" fmla="*/ 257156 h 379721"/>
                <a:gd name="connsiteX13" fmla="*/ 260394 w 380184"/>
                <a:gd name="connsiteY13" fmla="*/ 244206 h 379721"/>
                <a:gd name="connsiteX14" fmla="*/ 296470 w 380184"/>
                <a:gd name="connsiteY14" fmla="*/ 208130 h 379721"/>
                <a:gd name="connsiteX15" fmla="*/ 286295 w 380184"/>
                <a:gd name="connsiteY15" fmla="*/ 296470 h 379721"/>
                <a:gd name="connsiteX16" fmla="*/ 246981 w 380184"/>
                <a:gd name="connsiteY16" fmla="*/ 335783 h 379721"/>
                <a:gd name="connsiteX17" fmla="*/ 234031 w 380184"/>
                <a:gd name="connsiteY17" fmla="*/ 322833 h 379721"/>
                <a:gd name="connsiteX18" fmla="*/ 273344 w 380184"/>
                <a:gd name="connsiteY18" fmla="*/ 283520 h 379721"/>
                <a:gd name="connsiteX19" fmla="*/ 286295 w 380184"/>
                <a:gd name="connsiteY19" fmla="*/ 296470 h 379721"/>
                <a:gd name="connsiteX20" fmla="*/ 286295 w 380184"/>
                <a:gd name="connsiteY20" fmla="*/ 270107 h 379721"/>
                <a:gd name="connsiteX21" fmla="*/ 322371 w 380184"/>
                <a:gd name="connsiteY21" fmla="*/ 234031 h 379721"/>
                <a:gd name="connsiteX22" fmla="*/ 335321 w 380184"/>
                <a:gd name="connsiteY22" fmla="*/ 246981 h 379721"/>
                <a:gd name="connsiteX23" fmla="*/ 299245 w 380184"/>
                <a:gd name="connsiteY23" fmla="*/ 283057 h 379721"/>
                <a:gd name="connsiteX24" fmla="*/ 286295 w 380184"/>
                <a:gd name="connsiteY24" fmla="*/ 270107 h 379721"/>
                <a:gd name="connsiteX25" fmla="*/ 325608 w 380184"/>
                <a:gd name="connsiteY25" fmla="*/ 309420 h 379721"/>
                <a:gd name="connsiteX26" fmla="*/ 312658 w 380184"/>
                <a:gd name="connsiteY26" fmla="*/ 296470 h 379721"/>
                <a:gd name="connsiteX27" fmla="*/ 348734 w 380184"/>
                <a:gd name="connsiteY27" fmla="*/ 260394 h 379721"/>
                <a:gd name="connsiteX28" fmla="*/ 361684 w 380184"/>
                <a:gd name="connsiteY28" fmla="*/ 273344 h 379721"/>
                <a:gd name="connsiteX29" fmla="*/ 325608 w 380184"/>
                <a:gd name="connsiteY29" fmla="*/ 309420 h 379721"/>
                <a:gd name="connsiteX30" fmla="*/ 60589 w 380184"/>
                <a:gd name="connsiteY30" fmla="*/ 332546 h 379721"/>
                <a:gd name="connsiteX31" fmla="*/ 80477 w 380184"/>
                <a:gd name="connsiteY31" fmla="*/ 312658 h 379721"/>
                <a:gd name="connsiteX32" fmla="*/ 100365 w 380184"/>
                <a:gd name="connsiteY32" fmla="*/ 332546 h 379721"/>
                <a:gd name="connsiteX33" fmla="*/ 60589 w 380184"/>
                <a:gd name="connsiteY33" fmla="*/ 332546 h 379721"/>
                <a:gd name="connsiteX34" fmla="*/ 67527 w 380184"/>
                <a:gd name="connsiteY34" fmla="*/ 299707 h 379721"/>
                <a:gd name="connsiteX35" fmla="*/ 47176 w 380184"/>
                <a:gd name="connsiteY35" fmla="*/ 320058 h 379721"/>
                <a:gd name="connsiteX36" fmla="*/ 47176 w 380184"/>
                <a:gd name="connsiteY36" fmla="*/ 279357 h 379721"/>
                <a:gd name="connsiteX37" fmla="*/ 67527 w 380184"/>
                <a:gd name="connsiteY37" fmla="*/ 299707 h 379721"/>
                <a:gd name="connsiteX38" fmla="*/ 83715 w 380184"/>
                <a:gd name="connsiteY38" fmla="*/ 172054 h 379721"/>
                <a:gd name="connsiteX39" fmla="*/ 70764 w 380184"/>
                <a:gd name="connsiteY39" fmla="*/ 159104 h 379721"/>
                <a:gd name="connsiteX40" fmla="*/ 110078 w 380184"/>
                <a:gd name="connsiteY40" fmla="*/ 119790 h 379721"/>
                <a:gd name="connsiteX41" fmla="*/ 123028 w 380184"/>
                <a:gd name="connsiteY41" fmla="*/ 132741 h 379721"/>
                <a:gd name="connsiteX42" fmla="*/ 83715 w 380184"/>
                <a:gd name="connsiteY42" fmla="*/ 172054 h 379721"/>
                <a:gd name="connsiteX43" fmla="*/ 57351 w 380184"/>
                <a:gd name="connsiteY43" fmla="*/ 67527 h 379721"/>
                <a:gd name="connsiteX44" fmla="*/ 70302 w 380184"/>
                <a:gd name="connsiteY44" fmla="*/ 80477 h 379721"/>
                <a:gd name="connsiteX45" fmla="*/ 30988 w 380184"/>
                <a:gd name="connsiteY45" fmla="*/ 119790 h 379721"/>
                <a:gd name="connsiteX46" fmla="*/ 18038 w 380184"/>
                <a:gd name="connsiteY46" fmla="*/ 106840 h 379721"/>
                <a:gd name="connsiteX47" fmla="*/ 57351 w 380184"/>
                <a:gd name="connsiteY47" fmla="*/ 67527 h 379721"/>
                <a:gd name="connsiteX48" fmla="*/ 119790 w 380184"/>
                <a:gd name="connsiteY48" fmla="*/ 31451 h 379721"/>
                <a:gd name="connsiteX49" fmla="*/ 83715 w 380184"/>
                <a:gd name="connsiteY49" fmla="*/ 67527 h 379721"/>
                <a:gd name="connsiteX50" fmla="*/ 70764 w 380184"/>
                <a:gd name="connsiteY50" fmla="*/ 54576 h 379721"/>
                <a:gd name="connsiteX51" fmla="*/ 106378 w 380184"/>
                <a:gd name="connsiteY51" fmla="*/ 18500 h 379721"/>
                <a:gd name="connsiteX52" fmla="*/ 119790 w 380184"/>
                <a:gd name="connsiteY52" fmla="*/ 31451 h 379721"/>
                <a:gd name="connsiteX53" fmla="*/ 96665 w 380184"/>
                <a:gd name="connsiteY53" fmla="*/ 106840 h 379721"/>
                <a:gd name="connsiteX54" fmla="*/ 57351 w 380184"/>
                <a:gd name="connsiteY54" fmla="*/ 146154 h 379721"/>
                <a:gd name="connsiteX55" fmla="*/ 44401 w 380184"/>
                <a:gd name="connsiteY55" fmla="*/ 133203 h 379721"/>
                <a:gd name="connsiteX56" fmla="*/ 83715 w 380184"/>
                <a:gd name="connsiteY56" fmla="*/ 93890 h 379721"/>
                <a:gd name="connsiteX57" fmla="*/ 96665 w 380184"/>
                <a:gd name="connsiteY57" fmla="*/ 106840 h 379721"/>
                <a:gd name="connsiteX58" fmla="*/ 96665 w 380184"/>
                <a:gd name="connsiteY58" fmla="*/ 80477 h 379721"/>
                <a:gd name="connsiteX59" fmla="*/ 132741 w 380184"/>
                <a:gd name="connsiteY59" fmla="*/ 44401 h 379721"/>
                <a:gd name="connsiteX60" fmla="*/ 145691 w 380184"/>
                <a:gd name="connsiteY60" fmla="*/ 57351 h 379721"/>
                <a:gd name="connsiteX61" fmla="*/ 109615 w 380184"/>
                <a:gd name="connsiteY61" fmla="*/ 93427 h 379721"/>
                <a:gd name="connsiteX62" fmla="*/ 96665 w 380184"/>
                <a:gd name="connsiteY62" fmla="*/ 80477 h 379721"/>
                <a:gd name="connsiteX63" fmla="*/ 135978 w 380184"/>
                <a:gd name="connsiteY63" fmla="*/ 119790 h 379721"/>
                <a:gd name="connsiteX64" fmla="*/ 123028 w 380184"/>
                <a:gd name="connsiteY64" fmla="*/ 106840 h 379721"/>
                <a:gd name="connsiteX65" fmla="*/ 159104 w 380184"/>
                <a:gd name="connsiteY65" fmla="*/ 70764 h 379721"/>
                <a:gd name="connsiteX66" fmla="*/ 172054 w 380184"/>
                <a:gd name="connsiteY66" fmla="*/ 83715 h 379721"/>
                <a:gd name="connsiteX67" fmla="*/ 135978 w 380184"/>
                <a:gd name="connsiteY67" fmla="*/ 119790 h 379721"/>
                <a:gd name="connsiteX68" fmla="*/ 374634 w 380184"/>
                <a:gd name="connsiteY68" fmla="*/ 260394 h 379721"/>
                <a:gd name="connsiteX69" fmla="*/ 309420 w 380184"/>
                <a:gd name="connsiteY69" fmla="*/ 195180 h 379721"/>
                <a:gd name="connsiteX70" fmla="*/ 296470 w 380184"/>
                <a:gd name="connsiteY70" fmla="*/ 189630 h 379721"/>
                <a:gd name="connsiteX71" fmla="*/ 283520 w 380184"/>
                <a:gd name="connsiteY71" fmla="*/ 195180 h 379721"/>
                <a:gd name="connsiteX72" fmla="*/ 246981 w 380184"/>
                <a:gd name="connsiteY72" fmla="*/ 231256 h 379721"/>
                <a:gd name="connsiteX73" fmla="*/ 234031 w 380184"/>
                <a:gd name="connsiteY73" fmla="*/ 218305 h 379721"/>
                <a:gd name="connsiteX74" fmla="*/ 279819 w 380184"/>
                <a:gd name="connsiteY74" fmla="*/ 172517 h 379721"/>
                <a:gd name="connsiteX75" fmla="*/ 285370 w 380184"/>
                <a:gd name="connsiteY75" fmla="*/ 159566 h 379721"/>
                <a:gd name="connsiteX76" fmla="*/ 279819 w 380184"/>
                <a:gd name="connsiteY76" fmla="*/ 146616 h 379721"/>
                <a:gd name="connsiteX77" fmla="*/ 272419 w 380184"/>
                <a:gd name="connsiteY77" fmla="*/ 138753 h 379721"/>
                <a:gd name="connsiteX78" fmla="*/ 289532 w 380184"/>
                <a:gd name="connsiteY78" fmla="*/ 129503 h 379721"/>
                <a:gd name="connsiteX79" fmla="*/ 250681 w 380184"/>
                <a:gd name="connsiteY79" fmla="*/ 90652 h 379721"/>
                <a:gd name="connsiteX80" fmla="*/ 241431 w 380184"/>
                <a:gd name="connsiteY80" fmla="*/ 107765 h 379721"/>
                <a:gd name="connsiteX81" fmla="*/ 234031 w 380184"/>
                <a:gd name="connsiteY81" fmla="*/ 100365 h 379721"/>
                <a:gd name="connsiteX82" fmla="*/ 221080 w 380184"/>
                <a:gd name="connsiteY82" fmla="*/ 94815 h 379721"/>
                <a:gd name="connsiteX83" fmla="*/ 208130 w 380184"/>
                <a:gd name="connsiteY83" fmla="*/ 100365 h 379721"/>
                <a:gd name="connsiteX84" fmla="*/ 162342 w 380184"/>
                <a:gd name="connsiteY84" fmla="*/ 146154 h 379721"/>
                <a:gd name="connsiteX85" fmla="*/ 148929 w 380184"/>
                <a:gd name="connsiteY85" fmla="*/ 133203 h 379721"/>
                <a:gd name="connsiteX86" fmla="*/ 185005 w 380184"/>
                <a:gd name="connsiteY86" fmla="*/ 97127 h 379721"/>
                <a:gd name="connsiteX87" fmla="*/ 190555 w 380184"/>
                <a:gd name="connsiteY87" fmla="*/ 84177 h 379721"/>
                <a:gd name="connsiteX88" fmla="*/ 185005 w 380184"/>
                <a:gd name="connsiteY88" fmla="*/ 71227 h 379721"/>
                <a:gd name="connsiteX89" fmla="*/ 119790 w 380184"/>
                <a:gd name="connsiteY89" fmla="*/ 5550 h 379721"/>
                <a:gd name="connsiteX90" fmla="*/ 106378 w 380184"/>
                <a:gd name="connsiteY90" fmla="*/ 0 h 379721"/>
                <a:gd name="connsiteX91" fmla="*/ 93427 w 380184"/>
                <a:gd name="connsiteY91" fmla="*/ 5550 h 379721"/>
                <a:gd name="connsiteX92" fmla="*/ 5088 w 380184"/>
                <a:gd name="connsiteY92" fmla="*/ 93890 h 379721"/>
                <a:gd name="connsiteX93" fmla="*/ 0 w 380184"/>
                <a:gd name="connsiteY93" fmla="*/ 106840 h 379721"/>
                <a:gd name="connsiteX94" fmla="*/ 5550 w 380184"/>
                <a:gd name="connsiteY94" fmla="*/ 119790 h 379721"/>
                <a:gd name="connsiteX95" fmla="*/ 70764 w 380184"/>
                <a:gd name="connsiteY95" fmla="*/ 185005 h 379721"/>
                <a:gd name="connsiteX96" fmla="*/ 83715 w 380184"/>
                <a:gd name="connsiteY96" fmla="*/ 190555 h 379721"/>
                <a:gd name="connsiteX97" fmla="*/ 96665 w 380184"/>
                <a:gd name="connsiteY97" fmla="*/ 185005 h 379721"/>
                <a:gd name="connsiteX98" fmla="*/ 135978 w 380184"/>
                <a:gd name="connsiteY98" fmla="*/ 145691 h 379721"/>
                <a:gd name="connsiteX99" fmla="*/ 148929 w 380184"/>
                <a:gd name="connsiteY99" fmla="*/ 158641 h 379721"/>
                <a:gd name="connsiteX100" fmla="*/ 103140 w 380184"/>
                <a:gd name="connsiteY100" fmla="*/ 204430 h 379721"/>
                <a:gd name="connsiteX101" fmla="*/ 97590 w 380184"/>
                <a:gd name="connsiteY101" fmla="*/ 217380 h 379721"/>
                <a:gd name="connsiteX102" fmla="*/ 103140 w 380184"/>
                <a:gd name="connsiteY102" fmla="*/ 230331 h 379721"/>
                <a:gd name="connsiteX103" fmla="*/ 116553 w 380184"/>
                <a:gd name="connsiteY103" fmla="*/ 243281 h 379721"/>
                <a:gd name="connsiteX104" fmla="*/ 102678 w 380184"/>
                <a:gd name="connsiteY104" fmla="*/ 257156 h 379721"/>
                <a:gd name="connsiteX105" fmla="*/ 14800 w 380184"/>
                <a:gd name="connsiteY105" fmla="*/ 246981 h 379721"/>
                <a:gd name="connsiteX106" fmla="*/ 28676 w 380184"/>
                <a:gd name="connsiteY106" fmla="*/ 260394 h 379721"/>
                <a:gd name="connsiteX107" fmla="*/ 28213 w 380184"/>
                <a:gd name="connsiteY107" fmla="*/ 329771 h 379721"/>
                <a:gd name="connsiteX108" fmla="*/ 12488 w 380184"/>
                <a:gd name="connsiteY108" fmla="*/ 349196 h 379721"/>
                <a:gd name="connsiteX109" fmla="*/ 30526 w 380184"/>
                <a:gd name="connsiteY109" fmla="*/ 366309 h 379721"/>
                <a:gd name="connsiteX110" fmla="*/ 49489 w 380184"/>
                <a:gd name="connsiteY110" fmla="*/ 350121 h 379721"/>
                <a:gd name="connsiteX111" fmla="*/ 118865 w 380184"/>
                <a:gd name="connsiteY111" fmla="*/ 350584 h 379721"/>
                <a:gd name="connsiteX112" fmla="*/ 132741 w 380184"/>
                <a:gd name="connsiteY112" fmla="*/ 364459 h 379721"/>
                <a:gd name="connsiteX113" fmla="*/ 122566 w 380184"/>
                <a:gd name="connsiteY113" fmla="*/ 276582 h 379721"/>
                <a:gd name="connsiteX114" fmla="*/ 136441 w 380184"/>
                <a:gd name="connsiteY114" fmla="*/ 262707 h 379721"/>
                <a:gd name="connsiteX115" fmla="*/ 148929 w 380184"/>
                <a:gd name="connsiteY115" fmla="*/ 276582 h 379721"/>
                <a:gd name="connsiteX116" fmla="*/ 161879 w 380184"/>
                <a:gd name="connsiteY116" fmla="*/ 282132 h 379721"/>
                <a:gd name="connsiteX117" fmla="*/ 174829 w 380184"/>
                <a:gd name="connsiteY117" fmla="*/ 276582 h 379721"/>
                <a:gd name="connsiteX118" fmla="*/ 220618 w 380184"/>
                <a:gd name="connsiteY118" fmla="*/ 230793 h 379721"/>
                <a:gd name="connsiteX119" fmla="*/ 233568 w 380184"/>
                <a:gd name="connsiteY119" fmla="*/ 243744 h 379721"/>
                <a:gd name="connsiteX120" fmla="*/ 194255 w 380184"/>
                <a:gd name="connsiteY120" fmla="*/ 283057 h 379721"/>
                <a:gd name="connsiteX121" fmla="*/ 188705 w 380184"/>
                <a:gd name="connsiteY121" fmla="*/ 296007 h 379721"/>
                <a:gd name="connsiteX122" fmla="*/ 194255 w 380184"/>
                <a:gd name="connsiteY122" fmla="*/ 308958 h 379721"/>
                <a:gd name="connsiteX123" fmla="*/ 259931 w 380184"/>
                <a:gd name="connsiteY123" fmla="*/ 374172 h 379721"/>
                <a:gd name="connsiteX124" fmla="*/ 272882 w 380184"/>
                <a:gd name="connsiteY124" fmla="*/ 379722 h 379721"/>
                <a:gd name="connsiteX125" fmla="*/ 285832 w 380184"/>
                <a:gd name="connsiteY125" fmla="*/ 374172 h 379721"/>
                <a:gd name="connsiteX126" fmla="*/ 374634 w 380184"/>
                <a:gd name="connsiteY126" fmla="*/ 286757 h 379721"/>
                <a:gd name="connsiteX127" fmla="*/ 380184 w 380184"/>
                <a:gd name="connsiteY127" fmla="*/ 273807 h 379721"/>
                <a:gd name="connsiteX128" fmla="*/ 374634 w 380184"/>
                <a:gd name="connsiteY128" fmla="*/ 260394 h 37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80184" h="379721" extrusionOk="0">
                  <a:moveTo>
                    <a:pt x="260394" y="348734"/>
                  </a:moveTo>
                  <a:lnTo>
                    <a:pt x="299707" y="309420"/>
                  </a:lnTo>
                  <a:lnTo>
                    <a:pt x="312658" y="322370"/>
                  </a:lnTo>
                  <a:lnTo>
                    <a:pt x="273344" y="361684"/>
                  </a:lnTo>
                  <a:lnTo>
                    <a:pt x="260394" y="348734"/>
                  </a:lnTo>
                  <a:close/>
                  <a:moveTo>
                    <a:pt x="246981" y="257156"/>
                  </a:moveTo>
                  <a:lnTo>
                    <a:pt x="259931" y="270107"/>
                  </a:lnTo>
                  <a:lnTo>
                    <a:pt x="220618" y="309420"/>
                  </a:lnTo>
                  <a:lnTo>
                    <a:pt x="207668" y="296470"/>
                  </a:lnTo>
                  <a:lnTo>
                    <a:pt x="246981" y="257156"/>
                  </a:lnTo>
                  <a:close/>
                  <a:moveTo>
                    <a:pt x="296470" y="208130"/>
                  </a:moveTo>
                  <a:lnTo>
                    <a:pt x="309420" y="221080"/>
                  </a:lnTo>
                  <a:lnTo>
                    <a:pt x="273344" y="257156"/>
                  </a:lnTo>
                  <a:lnTo>
                    <a:pt x="260394" y="244206"/>
                  </a:lnTo>
                  <a:lnTo>
                    <a:pt x="296470" y="208130"/>
                  </a:lnTo>
                  <a:close/>
                  <a:moveTo>
                    <a:pt x="286295" y="296470"/>
                  </a:moveTo>
                  <a:lnTo>
                    <a:pt x="246981" y="335783"/>
                  </a:lnTo>
                  <a:lnTo>
                    <a:pt x="234031" y="322833"/>
                  </a:lnTo>
                  <a:lnTo>
                    <a:pt x="273344" y="283520"/>
                  </a:lnTo>
                  <a:lnTo>
                    <a:pt x="286295" y="296470"/>
                  </a:lnTo>
                  <a:close/>
                  <a:moveTo>
                    <a:pt x="286295" y="270107"/>
                  </a:moveTo>
                  <a:lnTo>
                    <a:pt x="322371" y="234031"/>
                  </a:lnTo>
                  <a:lnTo>
                    <a:pt x="335321" y="246981"/>
                  </a:lnTo>
                  <a:lnTo>
                    <a:pt x="299245" y="283057"/>
                  </a:lnTo>
                  <a:lnTo>
                    <a:pt x="286295" y="270107"/>
                  </a:lnTo>
                  <a:close/>
                  <a:moveTo>
                    <a:pt x="325608" y="309420"/>
                  </a:moveTo>
                  <a:lnTo>
                    <a:pt x="312658" y="296470"/>
                  </a:lnTo>
                  <a:lnTo>
                    <a:pt x="348734" y="260394"/>
                  </a:lnTo>
                  <a:lnTo>
                    <a:pt x="361684" y="273344"/>
                  </a:lnTo>
                  <a:lnTo>
                    <a:pt x="325608" y="309420"/>
                  </a:lnTo>
                  <a:close/>
                  <a:moveTo>
                    <a:pt x="60589" y="332546"/>
                  </a:moveTo>
                  <a:lnTo>
                    <a:pt x="80477" y="312658"/>
                  </a:lnTo>
                  <a:lnTo>
                    <a:pt x="100365" y="332546"/>
                  </a:lnTo>
                  <a:lnTo>
                    <a:pt x="60589" y="332546"/>
                  </a:lnTo>
                  <a:close/>
                  <a:moveTo>
                    <a:pt x="67527" y="299707"/>
                  </a:moveTo>
                  <a:lnTo>
                    <a:pt x="47176" y="320058"/>
                  </a:lnTo>
                  <a:lnTo>
                    <a:pt x="47176" y="279357"/>
                  </a:lnTo>
                  <a:lnTo>
                    <a:pt x="67527" y="299707"/>
                  </a:lnTo>
                  <a:close/>
                  <a:moveTo>
                    <a:pt x="83715" y="172054"/>
                  </a:moveTo>
                  <a:lnTo>
                    <a:pt x="70764" y="159104"/>
                  </a:lnTo>
                  <a:lnTo>
                    <a:pt x="110078" y="119790"/>
                  </a:lnTo>
                  <a:lnTo>
                    <a:pt x="123028" y="132741"/>
                  </a:lnTo>
                  <a:lnTo>
                    <a:pt x="83715" y="172054"/>
                  </a:lnTo>
                  <a:close/>
                  <a:moveTo>
                    <a:pt x="57351" y="67527"/>
                  </a:moveTo>
                  <a:lnTo>
                    <a:pt x="70302" y="80477"/>
                  </a:lnTo>
                  <a:lnTo>
                    <a:pt x="30988" y="119790"/>
                  </a:lnTo>
                  <a:lnTo>
                    <a:pt x="18038" y="106840"/>
                  </a:lnTo>
                  <a:lnTo>
                    <a:pt x="57351" y="67527"/>
                  </a:lnTo>
                  <a:close/>
                  <a:moveTo>
                    <a:pt x="119790" y="31451"/>
                  </a:moveTo>
                  <a:lnTo>
                    <a:pt x="83715" y="67527"/>
                  </a:lnTo>
                  <a:lnTo>
                    <a:pt x="70764" y="54576"/>
                  </a:lnTo>
                  <a:lnTo>
                    <a:pt x="106378" y="18500"/>
                  </a:lnTo>
                  <a:lnTo>
                    <a:pt x="119790" y="31451"/>
                  </a:lnTo>
                  <a:close/>
                  <a:moveTo>
                    <a:pt x="96665" y="106840"/>
                  </a:moveTo>
                  <a:lnTo>
                    <a:pt x="57351" y="146154"/>
                  </a:lnTo>
                  <a:lnTo>
                    <a:pt x="44401" y="133203"/>
                  </a:lnTo>
                  <a:lnTo>
                    <a:pt x="83715" y="93890"/>
                  </a:lnTo>
                  <a:lnTo>
                    <a:pt x="96665" y="106840"/>
                  </a:lnTo>
                  <a:close/>
                  <a:moveTo>
                    <a:pt x="96665" y="80477"/>
                  </a:moveTo>
                  <a:lnTo>
                    <a:pt x="132741" y="44401"/>
                  </a:lnTo>
                  <a:lnTo>
                    <a:pt x="145691" y="57351"/>
                  </a:lnTo>
                  <a:lnTo>
                    <a:pt x="109615" y="93427"/>
                  </a:lnTo>
                  <a:lnTo>
                    <a:pt x="96665" y="80477"/>
                  </a:lnTo>
                  <a:close/>
                  <a:moveTo>
                    <a:pt x="135978" y="119790"/>
                  </a:moveTo>
                  <a:lnTo>
                    <a:pt x="123028" y="106840"/>
                  </a:lnTo>
                  <a:lnTo>
                    <a:pt x="159104" y="70764"/>
                  </a:lnTo>
                  <a:lnTo>
                    <a:pt x="172054" y="83715"/>
                  </a:lnTo>
                  <a:lnTo>
                    <a:pt x="135978" y="119790"/>
                  </a:lnTo>
                  <a:close/>
                  <a:moveTo>
                    <a:pt x="374634" y="260394"/>
                  </a:moveTo>
                  <a:lnTo>
                    <a:pt x="309420" y="195180"/>
                  </a:lnTo>
                  <a:cubicBezTo>
                    <a:pt x="305720" y="191480"/>
                    <a:pt x="301095" y="189630"/>
                    <a:pt x="296470" y="189630"/>
                  </a:cubicBezTo>
                  <a:cubicBezTo>
                    <a:pt x="291845" y="189630"/>
                    <a:pt x="286757" y="191480"/>
                    <a:pt x="283520" y="195180"/>
                  </a:cubicBezTo>
                  <a:lnTo>
                    <a:pt x="246981" y="231256"/>
                  </a:lnTo>
                  <a:lnTo>
                    <a:pt x="234031" y="218305"/>
                  </a:lnTo>
                  <a:lnTo>
                    <a:pt x="279819" y="172517"/>
                  </a:lnTo>
                  <a:cubicBezTo>
                    <a:pt x="283520" y="168817"/>
                    <a:pt x="285370" y="164192"/>
                    <a:pt x="285370" y="159566"/>
                  </a:cubicBezTo>
                  <a:cubicBezTo>
                    <a:pt x="285370" y="154479"/>
                    <a:pt x="283520" y="149854"/>
                    <a:pt x="279819" y="146616"/>
                  </a:cubicBezTo>
                  <a:lnTo>
                    <a:pt x="272419" y="138753"/>
                  </a:lnTo>
                  <a:lnTo>
                    <a:pt x="289532" y="129503"/>
                  </a:lnTo>
                  <a:lnTo>
                    <a:pt x="250681" y="90652"/>
                  </a:lnTo>
                  <a:lnTo>
                    <a:pt x="241431" y="107765"/>
                  </a:lnTo>
                  <a:lnTo>
                    <a:pt x="234031" y="100365"/>
                  </a:lnTo>
                  <a:cubicBezTo>
                    <a:pt x="230331" y="96665"/>
                    <a:pt x="225706" y="94815"/>
                    <a:pt x="221080" y="94815"/>
                  </a:cubicBezTo>
                  <a:cubicBezTo>
                    <a:pt x="215993" y="94815"/>
                    <a:pt x="211368" y="96665"/>
                    <a:pt x="208130" y="100365"/>
                  </a:cubicBezTo>
                  <a:lnTo>
                    <a:pt x="162342" y="146154"/>
                  </a:lnTo>
                  <a:lnTo>
                    <a:pt x="148929" y="133203"/>
                  </a:lnTo>
                  <a:lnTo>
                    <a:pt x="185005" y="97127"/>
                  </a:lnTo>
                  <a:cubicBezTo>
                    <a:pt x="188705" y="93427"/>
                    <a:pt x="190555" y="88802"/>
                    <a:pt x="190555" y="84177"/>
                  </a:cubicBezTo>
                  <a:cubicBezTo>
                    <a:pt x="190555" y="79089"/>
                    <a:pt x="188705" y="74464"/>
                    <a:pt x="185005" y="71227"/>
                  </a:cubicBezTo>
                  <a:lnTo>
                    <a:pt x="119790" y="5550"/>
                  </a:lnTo>
                  <a:cubicBezTo>
                    <a:pt x="116090" y="1850"/>
                    <a:pt x="111465" y="0"/>
                    <a:pt x="106378" y="0"/>
                  </a:cubicBezTo>
                  <a:cubicBezTo>
                    <a:pt x="101290" y="0"/>
                    <a:pt x="96665" y="1850"/>
                    <a:pt x="93427" y="5550"/>
                  </a:cubicBezTo>
                  <a:lnTo>
                    <a:pt x="5088" y="93890"/>
                  </a:lnTo>
                  <a:cubicBezTo>
                    <a:pt x="1850" y="97127"/>
                    <a:pt x="0" y="101753"/>
                    <a:pt x="0" y="106840"/>
                  </a:cubicBezTo>
                  <a:cubicBezTo>
                    <a:pt x="0" y="111928"/>
                    <a:pt x="1850" y="116553"/>
                    <a:pt x="5550" y="119790"/>
                  </a:cubicBezTo>
                  <a:lnTo>
                    <a:pt x="70764" y="185005"/>
                  </a:lnTo>
                  <a:cubicBezTo>
                    <a:pt x="74464" y="188705"/>
                    <a:pt x="79089" y="190555"/>
                    <a:pt x="83715" y="190555"/>
                  </a:cubicBezTo>
                  <a:cubicBezTo>
                    <a:pt x="88340" y="190555"/>
                    <a:pt x="93427" y="188705"/>
                    <a:pt x="96665" y="185005"/>
                  </a:cubicBezTo>
                  <a:lnTo>
                    <a:pt x="135978" y="145691"/>
                  </a:lnTo>
                  <a:lnTo>
                    <a:pt x="148929" y="158641"/>
                  </a:lnTo>
                  <a:lnTo>
                    <a:pt x="103140" y="204430"/>
                  </a:lnTo>
                  <a:cubicBezTo>
                    <a:pt x="99440" y="208130"/>
                    <a:pt x="97590" y="212755"/>
                    <a:pt x="97590" y="217380"/>
                  </a:cubicBezTo>
                  <a:cubicBezTo>
                    <a:pt x="97590" y="222468"/>
                    <a:pt x="99440" y="227093"/>
                    <a:pt x="103140" y="230331"/>
                  </a:cubicBezTo>
                  <a:lnTo>
                    <a:pt x="116553" y="243281"/>
                  </a:lnTo>
                  <a:lnTo>
                    <a:pt x="102678" y="257156"/>
                  </a:lnTo>
                  <a:cubicBezTo>
                    <a:pt x="71689" y="232643"/>
                    <a:pt x="34226" y="227093"/>
                    <a:pt x="14800" y="246981"/>
                  </a:cubicBezTo>
                  <a:lnTo>
                    <a:pt x="28676" y="260394"/>
                  </a:lnTo>
                  <a:lnTo>
                    <a:pt x="28213" y="329771"/>
                  </a:lnTo>
                  <a:cubicBezTo>
                    <a:pt x="18963" y="331158"/>
                    <a:pt x="12025" y="339483"/>
                    <a:pt x="12488" y="349196"/>
                  </a:cubicBezTo>
                  <a:cubicBezTo>
                    <a:pt x="12950" y="358909"/>
                    <a:pt x="20813" y="366309"/>
                    <a:pt x="30526" y="366309"/>
                  </a:cubicBezTo>
                  <a:cubicBezTo>
                    <a:pt x="40238" y="366772"/>
                    <a:pt x="48101" y="359371"/>
                    <a:pt x="49489" y="350121"/>
                  </a:cubicBezTo>
                  <a:lnTo>
                    <a:pt x="118865" y="350584"/>
                  </a:lnTo>
                  <a:lnTo>
                    <a:pt x="132741" y="364459"/>
                  </a:lnTo>
                  <a:cubicBezTo>
                    <a:pt x="152166" y="345034"/>
                    <a:pt x="147079" y="307570"/>
                    <a:pt x="122566" y="276582"/>
                  </a:cubicBezTo>
                  <a:lnTo>
                    <a:pt x="136441" y="262707"/>
                  </a:lnTo>
                  <a:lnTo>
                    <a:pt x="148929" y="276582"/>
                  </a:lnTo>
                  <a:cubicBezTo>
                    <a:pt x="152629" y="280282"/>
                    <a:pt x="157254" y="282132"/>
                    <a:pt x="161879" y="282132"/>
                  </a:cubicBezTo>
                  <a:cubicBezTo>
                    <a:pt x="166967" y="282132"/>
                    <a:pt x="171592" y="280282"/>
                    <a:pt x="174829" y="276582"/>
                  </a:cubicBezTo>
                  <a:lnTo>
                    <a:pt x="220618" y="230793"/>
                  </a:lnTo>
                  <a:lnTo>
                    <a:pt x="233568" y="243744"/>
                  </a:lnTo>
                  <a:lnTo>
                    <a:pt x="194255" y="283057"/>
                  </a:lnTo>
                  <a:cubicBezTo>
                    <a:pt x="190555" y="286757"/>
                    <a:pt x="188705" y="291382"/>
                    <a:pt x="188705" y="296007"/>
                  </a:cubicBezTo>
                  <a:cubicBezTo>
                    <a:pt x="188705" y="300632"/>
                    <a:pt x="190555" y="305720"/>
                    <a:pt x="194255" y="308958"/>
                  </a:cubicBezTo>
                  <a:lnTo>
                    <a:pt x="259931" y="374172"/>
                  </a:lnTo>
                  <a:cubicBezTo>
                    <a:pt x="263632" y="377872"/>
                    <a:pt x="268257" y="379722"/>
                    <a:pt x="272882" y="379722"/>
                  </a:cubicBezTo>
                  <a:cubicBezTo>
                    <a:pt x="277969" y="379722"/>
                    <a:pt x="282595" y="377872"/>
                    <a:pt x="285832" y="374172"/>
                  </a:cubicBezTo>
                  <a:lnTo>
                    <a:pt x="374634" y="286757"/>
                  </a:lnTo>
                  <a:cubicBezTo>
                    <a:pt x="378334" y="283057"/>
                    <a:pt x="380184" y="278432"/>
                    <a:pt x="380184" y="273807"/>
                  </a:cubicBezTo>
                  <a:cubicBezTo>
                    <a:pt x="380184" y="268719"/>
                    <a:pt x="378334" y="264094"/>
                    <a:pt x="374634" y="260394"/>
                  </a:cubicBezTo>
                  <a:close/>
                </a:path>
              </a:pathLst>
            </a:custGeom>
            <a:solidFill>
              <a:srgbClr val="282829">
                <a:alpha val="50000"/>
              </a:srgbClr>
            </a:solidFill>
            <a:ln w="4564" cap="flat">
              <a:noFill/>
              <a:prstDash val="solid"/>
              <a:miter/>
            </a:ln>
          </p:spPr>
          <p:txBody>
            <a:bodyPr rtlCol="0" anchor="ctr"/>
            <a:lstStyle/>
            <a:p>
              <a:pPr>
                <a:defRPr/>
              </a:pPr>
              <a:endParaRPr lang="en-IN"/>
            </a:p>
          </p:txBody>
        </p:sp>
        <p:sp>
          <p:nvSpPr>
            <p:cNvPr id="104" name="Freeform: Shape 103"/>
            <p:cNvSpPr/>
            <p:nvPr/>
          </p:nvSpPr>
          <p:spPr bwMode="auto">
            <a:xfrm flipH="1">
              <a:off x="185939"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5" name="Freeform: Shape 104"/>
            <p:cNvSpPr/>
            <p:nvPr/>
          </p:nvSpPr>
          <p:spPr bwMode="auto">
            <a:xfrm flipH="1">
              <a:off x="185939"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6" name="Freeform: Shape 105"/>
            <p:cNvSpPr/>
            <p:nvPr/>
          </p:nvSpPr>
          <p:spPr bwMode="auto">
            <a:xfrm flipH="1">
              <a:off x="185939"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7" name="Freeform: Shape 106"/>
            <p:cNvSpPr/>
            <p:nvPr/>
          </p:nvSpPr>
          <p:spPr bwMode="auto">
            <a:xfrm flipH="1">
              <a:off x="185939"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8" name="Freeform: Shape 107"/>
            <p:cNvSpPr/>
            <p:nvPr/>
          </p:nvSpPr>
          <p:spPr bwMode="auto">
            <a:xfrm flipH="1">
              <a:off x="185939"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09" name="Freeform: Shape 108"/>
            <p:cNvSpPr/>
            <p:nvPr/>
          </p:nvSpPr>
          <p:spPr bwMode="auto">
            <a:xfrm flipH="1">
              <a:off x="185939"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0" name="Freeform: Shape 109"/>
            <p:cNvSpPr/>
            <p:nvPr/>
          </p:nvSpPr>
          <p:spPr bwMode="auto">
            <a:xfrm flipH="1">
              <a:off x="23537"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1" name="Freeform: Shape 110"/>
            <p:cNvSpPr/>
            <p:nvPr/>
          </p:nvSpPr>
          <p:spPr bwMode="auto">
            <a:xfrm flipH="1">
              <a:off x="23537"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2" name="Freeform: Shape 111"/>
            <p:cNvSpPr/>
            <p:nvPr/>
          </p:nvSpPr>
          <p:spPr bwMode="auto">
            <a:xfrm flipH="1">
              <a:off x="23537"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3" name="Freeform: Shape 112"/>
            <p:cNvSpPr/>
            <p:nvPr/>
          </p:nvSpPr>
          <p:spPr bwMode="auto">
            <a:xfrm flipH="1">
              <a:off x="23537"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4" name="Freeform: Shape 113"/>
            <p:cNvSpPr/>
            <p:nvPr/>
          </p:nvSpPr>
          <p:spPr bwMode="auto">
            <a:xfrm flipH="1">
              <a:off x="23537"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5" name="Freeform: Shape 114"/>
            <p:cNvSpPr/>
            <p:nvPr/>
          </p:nvSpPr>
          <p:spPr bwMode="auto">
            <a:xfrm flipH="1">
              <a:off x="23537"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6" name="Freeform: Shape 115"/>
            <p:cNvSpPr/>
            <p:nvPr/>
          </p:nvSpPr>
          <p:spPr bwMode="auto">
            <a:xfrm flipH="1">
              <a:off x="98854"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7" name="Freeform: Shape 116"/>
            <p:cNvSpPr/>
            <p:nvPr/>
          </p:nvSpPr>
          <p:spPr bwMode="auto">
            <a:xfrm flipH="1">
              <a:off x="6119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8" name="Freeform: Shape 117"/>
            <p:cNvSpPr/>
            <p:nvPr/>
          </p:nvSpPr>
          <p:spPr bwMode="auto">
            <a:xfrm flipH="1">
              <a:off x="8002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19" name="Freeform: Shape 118"/>
            <p:cNvSpPr/>
            <p:nvPr/>
          </p:nvSpPr>
          <p:spPr bwMode="auto">
            <a:xfrm flipH="1">
              <a:off x="11768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0" name="Freeform: Shape 119"/>
            <p:cNvSpPr/>
            <p:nvPr/>
          </p:nvSpPr>
          <p:spPr bwMode="auto">
            <a:xfrm flipH="1">
              <a:off x="155342"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1" name="Freeform: Shape 120"/>
            <p:cNvSpPr/>
            <p:nvPr/>
          </p:nvSpPr>
          <p:spPr bwMode="auto">
            <a:xfrm flipH="1">
              <a:off x="13651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2" name="Freeform: Shape 121"/>
            <p:cNvSpPr/>
            <p:nvPr/>
          </p:nvSpPr>
          <p:spPr bwMode="auto">
            <a:xfrm flipH="1">
              <a:off x="13651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3" name="Freeform: Shape 122"/>
            <p:cNvSpPr/>
            <p:nvPr/>
          </p:nvSpPr>
          <p:spPr bwMode="auto">
            <a:xfrm flipH="1">
              <a:off x="155342"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4" name="Freeform: Shape 123"/>
            <p:cNvSpPr/>
            <p:nvPr/>
          </p:nvSpPr>
          <p:spPr bwMode="auto">
            <a:xfrm flipH="1">
              <a:off x="11768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5" name="Freeform: Shape 124"/>
            <p:cNvSpPr/>
            <p:nvPr/>
          </p:nvSpPr>
          <p:spPr bwMode="auto">
            <a:xfrm flipH="1">
              <a:off x="98854"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6" name="Freeform: Shape 125"/>
            <p:cNvSpPr/>
            <p:nvPr/>
          </p:nvSpPr>
          <p:spPr bwMode="auto">
            <a:xfrm flipH="1">
              <a:off x="8002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7" name="Freeform: Shape 126"/>
            <p:cNvSpPr/>
            <p:nvPr/>
          </p:nvSpPr>
          <p:spPr bwMode="auto">
            <a:xfrm flipH="1">
              <a:off x="6119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8" name="Freeform: Shape 127"/>
            <p:cNvSpPr/>
            <p:nvPr/>
          </p:nvSpPr>
          <p:spPr bwMode="auto">
            <a:xfrm flipH="1">
              <a:off x="82379" y="118420"/>
              <a:ext cx="61194" cy="61194"/>
            </a:xfrm>
            <a:custGeom>
              <a:avLst/>
              <a:gdLst>
                <a:gd name="connsiteX0" fmla="*/ 0 w 61194"/>
                <a:gd name="connsiteY0" fmla="*/ 0 h 61194"/>
                <a:gd name="connsiteX1" fmla="*/ 61195 w 61194"/>
                <a:gd name="connsiteY1" fmla="*/ 0 h 61194"/>
                <a:gd name="connsiteX2" fmla="*/ 61195 w 61194"/>
                <a:gd name="connsiteY2" fmla="*/ 61195 h 61194"/>
                <a:gd name="connsiteX3" fmla="*/ 0 w 61194"/>
                <a:gd name="connsiteY3" fmla="*/ 61195 h 61194"/>
              </a:gdLst>
              <a:ahLst/>
              <a:cxnLst>
                <a:cxn ang="0">
                  <a:pos x="connsiteX0" y="connsiteY0"/>
                </a:cxn>
                <a:cxn ang="0">
                  <a:pos x="connsiteX1" y="connsiteY1"/>
                </a:cxn>
                <a:cxn ang="0">
                  <a:pos x="connsiteX2" y="connsiteY2"/>
                </a:cxn>
                <a:cxn ang="0">
                  <a:pos x="connsiteX3" y="connsiteY3"/>
                </a:cxn>
              </a:cxnLst>
              <a:rect l="l" t="t" r="r" b="b"/>
              <a:pathLst>
                <a:path w="61194" h="61194" extrusionOk="0">
                  <a:moveTo>
                    <a:pt x="0" y="0"/>
                  </a:moveTo>
                  <a:lnTo>
                    <a:pt x="61195" y="0"/>
                  </a:lnTo>
                  <a:lnTo>
                    <a:pt x="61195" y="61195"/>
                  </a:lnTo>
                  <a:lnTo>
                    <a:pt x="0" y="6119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29" name="Freeform: Shape 128"/>
            <p:cNvSpPr/>
            <p:nvPr/>
          </p:nvSpPr>
          <p:spPr bwMode="auto">
            <a:xfrm flipH="1">
              <a:off x="49428" y="85469"/>
              <a:ext cx="127096" cy="127096"/>
            </a:xfrm>
            <a:custGeom>
              <a:avLst/>
              <a:gdLst>
                <a:gd name="connsiteX0" fmla="*/ 117682 w 127096"/>
                <a:gd name="connsiteY0" fmla="*/ 0 h 127096"/>
                <a:gd name="connsiteX1" fmla="*/ 9415 w 127096"/>
                <a:gd name="connsiteY1" fmla="*/ 0 h 127096"/>
                <a:gd name="connsiteX2" fmla="*/ 0 w 127096"/>
                <a:gd name="connsiteY2" fmla="*/ 9415 h 127096"/>
                <a:gd name="connsiteX3" fmla="*/ 0 w 127096"/>
                <a:gd name="connsiteY3" fmla="*/ 117682 h 127096"/>
                <a:gd name="connsiteX4" fmla="*/ 9415 w 127096"/>
                <a:gd name="connsiteY4" fmla="*/ 127097 h 127096"/>
                <a:gd name="connsiteX5" fmla="*/ 117682 w 127096"/>
                <a:gd name="connsiteY5" fmla="*/ 127097 h 127096"/>
                <a:gd name="connsiteX6" fmla="*/ 127097 w 127096"/>
                <a:gd name="connsiteY6" fmla="*/ 117682 h 127096"/>
                <a:gd name="connsiteX7" fmla="*/ 127097 w 127096"/>
                <a:gd name="connsiteY7" fmla="*/ 9415 h 127096"/>
                <a:gd name="connsiteX8" fmla="*/ 117682 w 127096"/>
                <a:gd name="connsiteY8" fmla="*/ 0 h 127096"/>
                <a:gd name="connsiteX9" fmla="*/ 103560 w 127096"/>
                <a:gd name="connsiteY9" fmla="*/ 103560 h 127096"/>
                <a:gd name="connsiteX10" fmla="*/ 23536 w 127096"/>
                <a:gd name="connsiteY10" fmla="*/ 103560 h 127096"/>
                <a:gd name="connsiteX11" fmla="*/ 23536 w 127096"/>
                <a:gd name="connsiteY11" fmla="*/ 23536 h 127096"/>
                <a:gd name="connsiteX12" fmla="*/ 103560 w 127096"/>
                <a:gd name="connsiteY12" fmla="*/ 23536 h 12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096" h="127096" extrusionOk="0">
                  <a:moveTo>
                    <a:pt x="117682" y="0"/>
                  </a:moveTo>
                  <a:lnTo>
                    <a:pt x="9415" y="0"/>
                  </a:lnTo>
                  <a:cubicBezTo>
                    <a:pt x="4215" y="0"/>
                    <a:pt x="0" y="4215"/>
                    <a:pt x="0" y="9415"/>
                  </a:cubicBezTo>
                  <a:lnTo>
                    <a:pt x="0" y="117682"/>
                  </a:lnTo>
                  <a:cubicBezTo>
                    <a:pt x="0" y="122882"/>
                    <a:pt x="4215" y="127097"/>
                    <a:pt x="9415" y="127097"/>
                  </a:cubicBezTo>
                  <a:lnTo>
                    <a:pt x="117682" y="127097"/>
                  </a:lnTo>
                  <a:cubicBezTo>
                    <a:pt x="122882" y="127097"/>
                    <a:pt x="127097" y="122882"/>
                    <a:pt x="127097" y="117682"/>
                  </a:cubicBezTo>
                  <a:lnTo>
                    <a:pt x="127097" y="9415"/>
                  </a:lnTo>
                  <a:cubicBezTo>
                    <a:pt x="127097" y="4215"/>
                    <a:pt x="122882" y="0"/>
                    <a:pt x="117682" y="0"/>
                  </a:cubicBezTo>
                  <a:close/>
                  <a:moveTo>
                    <a:pt x="103560" y="103560"/>
                  </a:moveTo>
                  <a:lnTo>
                    <a:pt x="23536" y="103560"/>
                  </a:lnTo>
                  <a:lnTo>
                    <a:pt x="23536" y="23536"/>
                  </a:lnTo>
                  <a:lnTo>
                    <a:pt x="103560" y="2353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1" name="Freeform: Shape 130"/>
            <p:cNvSpPr/>
            <p:nvPr/>
          </p:nvSpPr>
          <p:spPr bwMode="auto">
            <a:xfrm flipH="1">
              <a:off x="520003" y="2685647"/>
              <a:ext cx="120245" cy="81342"/>
            </a:xfrm>
            <a:custGeom>
              <a:avLst/>
              <a:gdLst>
                <a:gd name="connsiteX0" fmla="*/ 109636 w 120245"/>
                <a:gd name="connsiteY0" fmla="*/ 70733 h 81342"/>
                <a:gd name="connsiteX1" fmla="*/ 10610 w 120245"/>
                <a:gd name="connsiteY1" fmla="*/ 70733 h 81342"/>
                <a:gd name="connsiteX2" fmla="*/ 10610 w 120245"/>
                <a:gd name="connsiteY2" fmla="*/ 10610 h 81342"/>
                <a:gd name="connsiteX3" fmla="*/ 109636 w 120245"/>
                <a:gd name="connsiteY3" fmla="*/ 10610 h 81342"/>
                <a:gd name="connsiteX4" fmla="*/ 120246 w 120245"/>
                <a:gd name="connsiteY4" fmla="*/ 7073 h 81342"/>
                <a:gd name="connsiteX5" fmla="*/ 113173 w 120245"/>
                <a:gd name="connsiteY5" fmla="*/ 0 h 81342"/>
                <a:gd name="connsiteX6" fmla="*/ 7073 w 120245"/>
                <a:gd name="connsiteY6" fmla="*/ 0 h 81342"/>
                <a:gd name="connsiteX7" fmla="*/ 0 w 120245"/>
                <a:gd name="connsiteY7" fmla="*/ 7073 h 81342"/>
                <a:gd name="connsiteX8" fmla="*/ 0 w 120245"/>
                <a:gd name="connsiteY8" fmla="*/ 81343 h 81342"/>
                <a:gd name="connsiteX9" fmla="*/ 120246 w 120245"/>
                <a:gd name="connsiteY9" fmla="*/ 81343 h 8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45" h="81342" extrusionOk="0">
                  <a:moveTo>
                    <a:pt x="109636" y="70733"/>
                  </a:moveTo>
                  <a:lnTo>
                    <a:pt x="10610" y="70733"/>
                  </a:lnTo>
                  <a:lnTo>
                    <a:pt x="10610" y="10610"/>
                  </a:lnTo>
                  <a:lnTo>
                    <a:pt x="109636" y="10610"/>
                  </a:lnTo>
                  <a:close/>
                  <a:moveTo>
                    <a:pt x="120246" y="7073"/>
                  </a:moveTo>
                  <a:cubicBezTo>
                    <a:pt x="120246" y="3167"/>
                    <a:pt x="117079" y="0"/>
                    <a:pt x="113173" y="0"/>
                  </a:cubicBezTo>
                  <a:lnTo>
                    <a:pt x="7073" y="0"/>
                  </a:lnTo>
                  <a:cubicBezTo>
                    <a:pt x="3167" y="0"/>
                    <a:pt x="0" y="3167"/>
                    <a:pt x="0" y="7073"/>
                  </a:cubicBezTo>
                  <a:lnTo>
                    <a:pt x="0" y="81343"/>
                  </a:lnTo>
                  <a:lnTo>
                    <a:pt x="120246" y="81343"/>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32" name="Freeform: Shape 131"/>
            <p:cNvSpPr/>
            <p:nvPr/>
          </p:nvSpPr>
          <p:spPr bwMode="auto">
            <a:xfrm flipH="1">
              <a:off x="498784" y="2774063"/>
              <a:ext cx="162685" cy="10609"/>
            </a:xfrm>
            <a:custGeom>
              <a:avLst/>
              <a:gdLst>
                <a:gd name="connsiteX0" fmla="*/ 91953 w 162685"/>
                <a:gd name="connsiteY0" fmla="*/ 0 h 10609"/>
                <a:gd name="connsiteX1" fmla="*/ 91953 w 162685"/>
                <a:gd name="connsiteY1" fmla="*/ 1768 h 10609"/>
                <a:gd name="connsiteX2" fmla="*/ 90404 w 162685"/>
                <a:gd name="connsiteY2" fmla="*/ 3537 h 10609"/>
                <a:gd name="connsiteX3" fmla="*/ 90184 w 162685"/>
                <a:gd name="connsiteY3" fmla="*/ 3537 h 10609"/>
                <a:gd name="connsiteX4" fmla="*/ 72501 w 162685"/>
                <a:gd name="connsiteY4" fmla="*/ 3537 h 10609"/>
                <a:gd name="connsiteX5" fmla="*/ 70733 w 162685"/>
                <a:gd name="connsiteY5" fmla="*/ 1988 h 10609"/>
                <a:gd name="connsiteX6" fmla="*/ 70733 w 162685"/>
                <a:gd name="connsiteY6" fmla="*/ 1768 h 10609"/>
                <a:gd name="connsiteX7" fmla="*/ 70733 w 162685"/>
                <a:gd name="connsiteY7" fmla="*/ 0 h 10609"/>
                <a:gd name="connsiteX8" fmla="*/ 0 w 162685"/>
                <a:gd name="connsiteY8" fmla="*/ 0 h 10609"/>
                <a:gd name="connsiteX9" fmla="*/ 0 w 162685"/>
                <a:gd name="connsiteY9" fmla="*/ 3537 h 10609"/>
                <a:gd name="connsiteX10" fmla="*/ 7073 w 162685"/>
                <a:gd name="connsiteY10" fmla="*/ 10610 h 10609"/>
                <a:gd name="connsiteX11" fmla="*/ 155612 w 162685"/>
                <a:gd name="connsiteY11" fmla="*/ 10610 h 10609"/>
                <a:gd name="connsiteX12" fmla="*/ 162686 w 162685"/>
                <a:gd name="connsiteY12" fmla="*/ 3537 h 10609"/>
                <a:gd name="connsiteX13" fmla="*/ 162686 w 162685"/>
                <a:gd name="connsiteY13" fmla="*/ 0 h 1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685" h="10609" extrusionOk="0">
                  <a:moveTo>
                    <a:pt x="91953" y="0"/>
                  </a:moveTo>
                  <a:lnTo>
                    <a:pt x="91953" y="1768"/>
                  </a:lnTo>
                  <a:cubicBezTo>
                    <a:pt x="92013" y="2684"/>
                    <a:pt x="91320" y="3476"/>
                    <a:pt x="90404" y="3537"/>
                  </a:cubicBezTo>
                  <a:cubicBezTo>
                    <a:pt x="90331" y="3541"/>
                    <a:pt x="90258" y="3541"/>
                    <a:pt x="90184" y="3537"/>
                  </a:cubicBezTo>
                  <a:lnTo>
                    <a:pt x="72501" y="3537"/>
                  </a:lnTo>
                  <a:cubicBezTo>
                    <a:pt x="71585" y="3597"/>
                    <a:pt x="70794" y="2904"/>
                    <a:pt x="70733" y="1988"/>
                  </a:cubicBezTo>
                  <a:cubicBezTo>
                    <a:pt x="70728" y="1915"/>
                    <a:pt x="70728" y="1841"/>
                    <a:pt x="70733" y="1768"/>
                  </a:cubicBezTo>
                  <a:lnTo>
                    <a:pt x="70733" y="0"/>
                  </a:lnTo>
                  <a:lnTo>
                    <a:pt x="0" y="0"/>
                  </a:lnTo>
                  <a:lnTo>
                    <a:pt x="0" y="3537"/>
                  </a:lnTo>
                  <a:cubicBezTo>
                    <a:pt x="0" y="7443"/>
                    <a:pt x="3167" y="10610"/>
                    <a:pt x="7073" y="10610"/>
                  </a:cubicBezTo>
                  <a:lnTo>
                    <a:pt x="155612" y="10610"/>
                  </a:lnTo>
                  <a:cubicBezTo>
                    <a:pt x="159519" y="10610"/>
                    <a:pt x="162686" y="7443"/>
                    <a:pt x="162686" y="3537"/>
                  </a:cubicBezTo>
                  <a:lnTo>
                    <a:pt x="162686" y="0"/>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33" name="Freeform: Shape 132"/>
            <p:cNvSpPr/>
            <p:nvPr/>
          </p:nvSpPr>
          <p:spPr bwMode="auto">
            <a:xfrm flipH="1">
              <a:off x="555370" y="2701562"/>
              <a:ext cx="49513" cy="49513"/>
            </a:xfrm>
            <a:custGeom>
              <a:avLst/>
              <a:gdLst>
                <a:gd name="connsiteX0" fmla="*/ 24757 w 49513"/>
                <a:gd name="connsiteY0" fmla="*/ 0 h 49513"/>
                <a:gd name="connsiteX1" fmla="*/ 0 w 49513"/>
                <a:gd name="connsiteY1" fmla="*/ 24757 h 49513"/>
                <a:gd name="connsiteX2" fmla="*/ 24757 w 49513"/>
                <a:gd name="connsiteY2" fmla="*/ 49513 h 49513"/>
                <a:gd name="connsiteX3" fmla="*/ 49513 w 49513"/>
                <a:gd name="connsiteY3" fmla="*/ 24757 h 49513"/>
                <a:gd name="connsiteX4" fmla="*/ 24757 w 49513"/>
                <a:gd name="connsiteY4" fmla="*/ 0 h 49513"/>
                <a:gd name="connsiteX5" fmla="*/ 26525 w 49513"/>
                <a:gd name="connsiteY5" fmla="*/ 26525 h 49513"/>
                <a:gd name="connsiteX6" fmla="*/ 34641 w 49513"/>
                <a:gd name="connsiteY6" fmla="*/ 26525 h 49513"/>
                <a:gd name="connsiteX7" fmla="*/ 26525 w 49513"/>
                <a:gd name="connsiteY7" fmla="*/ 42634 h 49513"/>
                <a:gd name="connsiteX8" fmla="*/ 26525 w 49513"/>
                <a:gd name="connsiteY8" fmla="*/ 22988 h 49513"/>
                <a:gd name="connsiteX9" fmla="*/ 26525 w 49513"/>
                <a:gd name="connsiteY9" fmla="*/ 6861 h 49513"/>
                <a:gd name="connsiteX10" fmla="*/ 34641 w 49513"/>
                <a:gd name="connsiteY10" fmla="*/ 22988 h 49513"/>
                <a:gd name="connsiteX11" fmla="*/ 22988 w 49513"/>
                <a:gd name="connsiteY11" fmla="*/ 22988 h 49513"/>
                <a:gd name="connsiteX12" fmla="*/ 15137 w 49513"/>
                <a:gd name="connsiteY12" fmla="*/ 22988 h 49513"/>
                <a:gd name="connsiteX13" fmla="*/ 22988 w 49513"/>
                <a:gd name="connsiteY13" fmla="*/ 7073 h 49513"/>
                <a:gd name="connsiteX14" fmla="*/ 22988 w 49513"/>
                <a:gd name="connsiteY14" fmla="*/ 26525 h 49513"/>
                <a:gd name="connsiteX15" fmla="*/ 22988 w 49513"/>
                <a:gd name="connsiteY15" fmla="*/ 42440 h 49513"/>
                <a:gd name="connsiteX16" fmla="*/ 15137 w 49513"/>
                <a:gd name="connsiteY16" fmla="*/ 26525 h 49513"/>
                <a:gd name="connsiteX17" fmla="*/ 11583 w 49513"/>
                <a:gd name="connsiteY17" fmla="*/ 22988 h 49513"/>
                <a:gd name="connsiteX18" fmla="*/ 4014 w 49513"/>
                <a:gd name="connsiteY18" fmla="*/ 22988 h 49513"/>
                <a:gd name="connsiteX19" fmla="*/ 20760 w 49513"/>
                <a:gd name="connsiteY19" fmla="*/ 4332 h 49513"/>
                <a:gd name="connsiteX20" fmla="*/ 11583 w 49513"/>
                <a:gd name="connsiteY20" fmla="*/ 22988 h 49513"/>
                <a:gd name="connsiteX21" fmla="*/ 11583 w 49513"/>
                <a:gd name="connsiteY21" fmla="*/ 26525 h 49513"/>
                <a:gd name="connsiteX22" fmla="*/ 20795 w 49513"/>
                <a:gd name="connsiteY22" fmla="*/ 45198 h 49513"/>
                <a:gd name="connsiteX23" fmla="*/ 4014 w 49513"/>
                <a:gd name="connsiteY23" fmla="*/ 26525 h 49513"/>
                <a:gd name="connsiteX24" fmla="*/ 38196 w 49513"/>
                <a:gd name="connsiteY24" fmla="*/ 26525 h 49513"/>
                <a:gd name="connsiteX25" fmla="*/ 45499 w 49513"/>
                <a:gd name="connsiteY25" fmla="*/ 26525 h 49513"/>
                <a:gd name="connsiteX26" fmla="*/ 29036 w 49513"/>
                <a:gd name="connsiteY26" fmla="*/ 45128 h 49513"/>
                <a:gd name="connsiteX27" fmla="*/ 38196 w 49513"/>
                <a:gd name="connsiteY27" fmla="*/ 26525 h 49513"/>
                <a:gd name="connsiteX28" fmla="*/ 38196 w 49513"/>
                <a:gd name="connsiteY28" fmla="*/ 22988 h 49513"/>
                <a:gd name="connsiteX29" fmla="*/ 29089 w 49513"/>
                <a:gd name="connsiteY29" fmla="*/ 4403 h 49513"/>
                <a:gd name="connsiteX30" fmla="*/ 45499 w 49513"/>
                <a:gd name="connsiteY30" fmla="*/ 22988 h 4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513" h="49513" extrusionOk="0">
                  <a:moveTo>
                    <a:pt x="24757" y="0"/>
                  </a:moveTo>
                  <a:cubicBezTo>
                    <a:pt x="11084" y="0"/>
                    <a:pt x="0" y="11084"/>
                    <a:pt x="0" y="24757"/>
                  </a:cubicBezTo>
                  <a:cubicBezTo>
                    <a:pt x="0" y="38429"/>
                    <a:pt x="11084" y="49513"/>
                    <a:pt x="24757" y="49513"/>
                  </a:cubicBezTo>
                  <a:cubicBezTo>
                    <a:pt x="38429" y="49513"/>
                    <a:pt x="49513" y="38429"/>
                    <a:pt x="49513" y="24757"/>
                  </a:cubicBezTo>
                  <a:cubicBezTo>
                    <a:pt x="49513" y="11084"/>
                    <a:pt x="38429" y="0"/>
                    <a:pt x="24757" y="0"/>
                  </a:cubicBezTo>
                  <a:close/>
                  <a:moveTo>
                    <a:pt x="26525" y="26525"/>
                  </a:moveTo>
                  <a:lnTo>
                    <a:pt x="34641" y="26525"/>
                  </a:lnTo>
                  <a:cubicBezTo>
                    <a:pt x="33717" y="32621"/>
                    <a:pt x="30874" y="38264"/>
                    <a:pt x="26525" y="42634"/>
                  </a:cubicBezTo>
                  <a:close/>
                  <a:moveTo>
                    <a:pt x="26525" y="22988"/>
                  </a:moveTo>
                  <a:lnTo>
                    <a:pt x="26525" y="6861"/>
                  </a:lnTo>
                  <a:cubicBezTo>
                    <a:pt x="30878" y="11236"/>
                    <a:pt x="33722" y="16885"/>
                    <a:pt x="34641" y="22988"/>
                  </a:cubicBezTo>
                  <a:close/>
                  <a:moveTo>
                    <a:pt x="22988" y="22988"/>
                  </a:moveTo>
                  <a:lnTo>
                    <a:pt x="15137" y="22988"/>
                  </a:lnTo>
                  <a:cubicBezTo>
                    <a:pt x="16016" y="16990"/>
                    <a:pt x="18764" y="11421"/>
                    <a:pt x="22988" y="7073"/>
                  </a:cubicBezTo>
                  <a:close/>
                  <a:moveTo>
                    <a:pt x="22988" y="26525"/>
                  </a:moveTo>
                  <a:lnTo>
                    <a:pt x="22988" y="42440"/>
                  </a:lnTo>
                  <a:cubicBezTo>
                    <a:pt x="18771" y="38086"/>
                    <a:pt x="16025" y="32520"/>
                    <a:pt x="15137" y="26525"/>
                  </a:cubicBezTo>
                  <a:close/>
                  <a:moveTo>
                    <a:pt x="11583" y="22988"/>
                  </a:moveTo>
                  <a:lnTo>
                    <a:pt x="4014" y="22988"/>
                  </a:lnTo>
                  <a:cubicBezTo>
                    <a:pt x="4799" y="13726"/>
                    <a:pt x="11636" y="6109"/>
                    <a:pt x="20760" y="4332"/>
                  </a:cubicBezTo>
                  <a:cubicBezTo>
                    <a:pt x="15719" y="9363"/>
                    <a:pt x="12491" y="15925"/>
                    <a:pt x="11583" y="22988"/>
                  </a:cubicBezTo>
                  <a:close/>
                  <a:moveTo>
                    <a:pt x="11583" y="26525"/>
                  </a:moveTo>
                  <a:cubicBezTo>
                    <a:pt x="12492" y="33601"/>
                    <a:pt x="15733" y="40172"/>
                    <a:pt x="20795" y="45198"/>
                  </a:cubicBezTo>
                  <a:cubicBezTo>
                    <a:pt x="11658" y="43423"/>
                    <a:pt x="4807" y="35800"/>
                    <a:pt x="4014" y="26525"/>
                  </a:cubicBezTo>
                  <a:close/>
                  <a:moveTo>
                    <a:pt x="38196" y="26525"/>
                  </a:moveTo>
                  <a:lnTo>
                    <a:pt x="45499" y="26525"/>
                  </a:lnTo>
                  <a:cubicBezTo>
                    <a:pt x="44725" y="35682"/>
                    <a:pt x="38031" y="43246"/>
                    <a:pt x="29036" y="45128"/>
                  </a:cubicBezTo>
                  <a:cubicBezTo>
                    <a:pt x="34074" y="40119"/>
                    <a:pt x="37298" y="33572"/>
                    <a:pt x="38196" y="26525"/>
                  </a:cubicBezTo>
                  <a:close/>
                  <a:moveTo>
                    <a:pt x="38196" y="22988"/>
                  </a:moveTo>
                  <a:cubicBezTo>
                    <a:pt x="37291" y="15959"/>
                    <a:pt x="34089" y="9426"/>
                    <a:pt x="29089" y="4403"/>
                  </a:cubicBezTo>
                  <a:cubicBezTo>
                    <a:pt x="38058" y="6304"/>
                    <a:pt x="44724" y="13853"/>
                    <a:pt x="45499" y="22988"/>
                  </a:cubicBez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34" name="Graphic 40" descr="Plug"/>
            <p:cNvSpPr/>
            <p:nvPr/>
          </p:nvSpPr>
          <p:spPr bwMode="auto">
            <a:xfrm>
              <a:off x="8236032" y="2096545"/>
              <a:ext cx="83595" cy="136382"/>
            </a:xfrm>
            <a:custGeom>
              <a:avLst/>
              <a:gdLst>
                <a:gd name="connsiteX0" fmla="*/ 83596 w 83595"/>
                <a:gd name="connsiteY0" fmla="*/ 23840 h 136382"/>
                <a:gd name="connsiteX1" fmla="*/ 64305 w 83595"/>
                <a:gd name="connsiteY1" fmla="*/ 23840 h 136382"/>
                <a:gd name="connsiteX2" fmla="*/ 64305 w 83595"/>
                <a:gd name="connsiteY2" fmla="*/ 43131 h 136382"/>
                <a:gd name="connsiteX3" fmla="*/ 70735 w 83595"/>
                <a:gd name="connsiteY3" fmla="*/ 43131 h 136382"/>
                <a:gd name="connsiteX4" fmla="*/ 70735 w 83595"/>
                <a:gd name="connsiteY4" fmla="*/ 54657 h 136382"/>
                <a:gd name="connsiteX5" fmla="*/ 45014 w 83595"/>
                <a:gd name="connsiteY5" fmla="*/ 80378 h 136382"/>
                <a:gd name="connsiteX6" fmla="*/ 45014 w 83595"/>
                <a:gd name="connsiteY6" fmla="*/ 12314 h 136382"/>
                <a:gd name="connsiteX7" fmla="*/ 50786 w 83595"/>
                <a:gd name="connsiteY7" fmla="*/ 18069 h 136382"/>
                <a:gd name="connsiteX8" fmla="*/ 55319 w 83595"/>
                <a:gd name="connsiteY8" fmla="*/ 17718 h 136382"/>
                <a:gd name="connsiteX9" fmla="*/ 55319 w 83595"/>
                <a:gd name="connsiteY9" fmla="*/ 13536 h 136382"/>
                <a:gd name="connsiteX10" fmla="*/ 41799 w 83595"/>
                <a:gd name="connsiteY10" fmla="*/ 0 h 136382"/>
                <a:gd name="connsiteX11" fmla="*/ 28280 w 83595"/>
                <a:gd name="connsiteY11" fmla="*/ 13536 h 136382"/>
                <a:gd name="connsiteX12" fmla="*/ 28630 w 83595"/>
                <a:gd name="connsiteY12" fmla="*/ 18069 h 136382"/>
                <a:gd name="connsiteX13" fmla="*/ 32813 w 83595"/>
                <a:gd name="connsiteY13" fmla="*/ 18069 h 136382"/>
                <a:gd name="connsiteX14" fmla="*/ 38584 w 83595"/>
                <a:gd name="connsiteY14" fmla="*/ 12314 h 136382"/>
                <a:gd name="connsiteX15" fmla="*/ 38584 w 83595"/>
                <a:gd name="connsiteY15" fmla="*/ 93239 h 136382"/>
                <a:gd name="connsiteX16" fmla="*/ 12863 w 83595"/>
                <a:gd name="connsiteY16" fmla="*/ 67518 h 136382"/>
                <a:gd name="connsiteX17" fmla="*/ 12863 w 83595"/>
                <a:gd name="connsiteY17" fmla="*/ 53821 h 136382"/>
                <a:gd name="connsiteX18" fmla="*/ 18742 w 83595"/>
                <a:gd name="connsiteY18" fmla="*/ 41512 h 136382"/>
                <a:gd name="connsiteX19" fmla="*/ 6433 w 83595"/>
                <a:gd name="connsiteY19" fmla="*/ 35634 h 136382"/>
                <a:gd name="connsiteX20" fmla="*/ 554 w 83595"/>
                <a:gd name="connsiteY20" fmla="*/ 47942 h 136382"/>
                <a:gd name="connsiteX21" fmla="*/ 6433 w 83595"/>
                <a:gd name="connsiteY21" fmla="*/ 53821 h 136382"/>
                <a:gd name="connsiteX22" fmla="*/ 6433 w 83595"/>
                <a:gd name="connsiteY22" fmla="*/ 70186 h 136382"/>
                <a:gd name="connsiteX23" fmla="*/ 38584 w 83595"/>
                <a:gd name="connsiteY23" fmla="*/ 102337 h 136382"/>
                <a:gd name="connsiteX24" fmla="*/ 38584 w 83595"/>
                <a:gd name="connsiteY24" fmla="*/ 111067 h 136382"/>
                <a:gd name="connsiteX25" fmla="*/ 29347 w 83595"/>
                <a:gd name="connsiteY25" fmla="*/ 126734 h 136382"/>
                <a:gd name="connsiteX26" fmla="*/ 45014 w 83595"/>
                <a:gd name="connsiteY26" fmla="*/ 135971 h 136382"/>
                <a:gd name="connsiteX27" fmla="*/ 54251 w 83595"/>
                <a:gd name="connsiteY27" fmla="*/ 120304 h 136382"/>
                <a:gd name="connsiteX28" fmla="*/ 45014 w 83595"/>
                <a:gd name="connsiteY28" fmla="*/ 111067 h 136382"/>
                <a:gd name="connsiteX29" fmla="*/ 45014 w 83595"/>
                <a:gd name="connsiteY29" fmla="*/ 89477 h 136382"/>
                <a:gd name="connsiteX30" fmla="*/ 77166 w 83595"/>
                <a:gd name="connsiteY30" fmla="*/ 57326 h 136382"/>
                <a:gd name="connsiteX31" fmla="*/ 77166 w 83595"/>
                <a:gd name="connsiteY31" fmla="*/ 43131 h 136382"/>
                <a:gd name="connsiteX32" fmla="*/ 83596 w 83595"/>
                <a:gd name="connsiteY32" fmla="*/ 43131 h 13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3595" h="136382" extrusionOk="0">
                  <a:moveTo>
                    <a:pt x="83596" y="23840"/>
                  </a:moveTo>
                  <a:lnTo>
                    <a:pt x="64305" y="23840"/>
                  </a:lnTo>
                  <a:lnTo>
                    <a:pt x="64305" y="43131"/>
                  </a:lnTo>
                  <a:lnTo>
                    <a:pt x="70735" y="43131"/>
                  </a:lnTo>
                  <a:lnTo>
                    <a:pt x="70735" y="54657"/>
                  </a:lnTo>
                  <a:lnTo>
                    <a:pt x="45014" y="80378"/>
                  </a:lnTo>
                  <a:lnTo>
                    <a:pt x="45014" y="12314"/>
                  </a:lnTo>
                  <a:lnTo>
                    <a:pt x="50786" y="18069"/>
                  </a:lnTo>
                  <a:cubicBezTo>
                    <a:pt x="52134" y="19224"/>
                    <a:pt x="54164" y="19067"/>
                    <a:pt x="55319" y="17718"/>
                  </a:cubicBezTo>
                  <a:cubicBezTo>
                    <a:pt x="56350" y="16515"/>
                    <a:pt x="56350" y="14739"/>
                    <a:pt x="55319" y="13536"/>
                  </a:cubicBezTo>
                  <a:lnTo>
                    <a:pt x="41799" y="0"/>
                  </a:lnTo>
                  <a:lnTo>
                    <a:pt x="28280" y="13536"/>
                  </a:lnTo>
                  <a:cubicBezTo>
                    <a:pt x="27125" y="14884"/>
                    <a:pt x="27282" y="16914"/>
                    <a:pt x="28630" y="18069"/>
                  </a:cubicBezTo>
                  <a:cubicBezTo>
                    <a:pt x="29834" y="19100"/>
                    <a:pt x="31609" y="19100"/>
                    <a:pt x="32813" y="18069"/>
                  </a:cubicBezTo>
                  <a:lnTo>
                    <a:pt x="38584" y="12314"/>
                  </a:lnTo>
                  <a:lnTo>
                    <a:pt x="38584" y="93239"/>
                  </a:lnTo>
                  <a:lnTo>
                    <a:pt x="12863" y="67518"/>
                  </a:lnTo>
                  <a:lnTo>
                    <a:pt x="12863" y="53821"/>
                  </a:lnTo>
                  <a:cubicBezTo>
                    <a:pt x="17885" y="52045"/>
                    <a:pt x="20517" y="46535"/>
                    <a:pt x="18742" y="41512"/>
                  </a:cubicBezTo>
                  <a:cubicBezTo>
                    <a:pt x="16966" y="36490"/>
                    <a:pt x="11455" y="33858"/>
                    <a:pt x="6433" y="35634"/>
                  </a:cubicBezTo>
                  <a:cubicBezTo>
                    <a:pt x="1411" y="37409"/>
                    <a:pt x="-1221" y="42920"/>
                    <a:pt x="554" y="47942"/>
                  </a:cubicBezTo>
                  <a:cubicBezTo>
                    <a:pt x="1525" y="50689"/>
                    <a:pt x="3686" y="52850"/>
                    <a:pt x="6433" y="53821"/>
                  </a:cubicBezTo>
                  <a:lnTo>
                    <a:pt x="6433" y="70186"/>
                  </a:lnTo>
                  <a:lnTo>
                    <a:pt x="38584" y="102337"/>
                  </a:lnTo>
                  <a:lnTo>
                    <a:pt x="38584" y="111067"/>
                  </a:lnTo>
                  <a:cubicBezTo>
                    <a:pt x="31707" y="112842"/>
                    <a:pt x="27572" y="119857"/>
                    <a:pt x="29347" y="126734"/>
                  </a:cubicBezTo>
                  <a:cubicBezTo>
                    <a:pt x="31123" y="133611"/>
                    <a:pt x="38137" y="137746"/>
                    <a:pt x="45014" y="135971"/>
                  </a:cubicBezTo>
                  <a:cubicBezTo>
                    <a:pt x="51892" y="134195"/>
                    <a:pt x="56027" y="127181"/>
                    <a:pt x="54251" y="120304"/>
                  </a:cubicBezTo>
                  <a:cubicBezTo>
                    <a:pt x="53082" y="115774"/>
                    <a:pt x="49544" y="112236"/>
                    <a:pt x="45014" y="111067"/>
                  </a:cubicBezTo>
                  <a:lnTo>
                    <a:pt x="45014" y="89477"/>
                  </a:lnTo>
                  <a:lnTo>
                    <a:pt x="77166" y="57326"/>
                  </a:lnTo>
                  <a:lnTo>
                    <a:pt x="77166" y="43131"/>
                  </a:lnTo>
                  <a:lnTo>
                    <a:pt x="83596" y="43131"/>
                  </a:lnTo>
                  <a:close/>
                </a:path>
              </a:pathLst>
            </a:custGeom>
            <a:solidFill>
              <a:srgbClr val="282829">
                <a:alpha val="50000"/>
              </a:srgbClr>
            </a:solidFill>
            <a:ln w="1588" cap="flat">
              <a:noFill/>
              <a:prstDash val="solid"/>
              <a:miter/>
            </a:ln>
          </p:spPr>
          <p:txBody>
            <a:bodyPr rtlCol="0" anchor="ctr"/>
            <a:lstStyle/>
            <a:p>
              <a:pPr>
                <a:defRPr/>
              </a:pPr>
              <a:endParaRPr lang="en-IN"/>
            </a:p>
          </p:txBody>
        </p:sp>
        <p:sp>
          <p:nvSpPr>
            <p:cNvPr id="136" name="Freeform: Shape 135"/>
            <p:cNvSpPr/>
            <p:nvPr/>
          </p:nvSpPr>
          <p:spPr bwMode="auto">
            <a:xfrm flipH="1">
              <a:off x="6950406" y="3134413"/>
              <a:ext cx="112974" cy="35304"/>
            </a:xfrm>
            <a:custGeom>
              <a:avLst/>
              <a:gdLst>
                <a:gd name="connsiteX0" fmla="*/ 95323 w 112974"/>
                <a:gd name="connsiteY0" fmla="*/ 0 h 35304"/>
                <a:gd name="connsiteX1" fmla="*/ 17652 w 112974"/>
                <a:gd name="connsiteY1" fmla="*/ 0 h 35304"/>
                <a:gd name="connsiteX2" fmla="*/ 0 w 112974"/>
                <a:gd name="connsiteY2" fmla="*/ 17652 h 35304"/>
                <a:gd name="connsiteX3" fmla="*/ 17652 w 112974"/>
                <a:gd name="connsiteY3" fmla="*/ 35305 h 35304"/>
                <a:gd name="connsiteX4" fmla="*/ 95323 w 112974"/>
                <a:gd name="connsiteY4" fmla="*/ 35305 h 35304"/>
                <a:gd name="connsiteX5" fmla="*/ 112975 w 112974"/>
                <a:gd name="connsiteY5" fmla="*/ 17652 h 35304"/>
                <a:gd name="connsiteX6" fmla="*/ 95323 w 112974"/>
                <a:gd name="connsiteY6" fmla="*/ 0 h 35304"/>
                <a:gd name="connsiteX7" fmla="*/ 22360 w 112974"/>
                <a:gd name="connsiteY7" fmla="*/ 24713 h 35304"/>
                <a:gd name="connsiteX8" fmla="*/ 15299 w 112974"/>
                <a:gd name="connsiteY8" fmla="*/ 17652 h 35304"/>
                <a:gd name="connsiteX9" fmla="*/ 22360 w 112974"/>
                <a:gd name="connsiteY9" fmla="*/ 10591 h 35304"/>
                <a:gd name="connsiteX10" fmla="*/ 29421 w 112974"/>
                <a:gd name="connsiteY10" fmla="*/ 17652 h 35304"/>
                <a:gd name="connsiteX11" fmla="*/ 22360 w 112974"/>
                <a:gd name="connsiteY11" fmla="*/ 24713 h 35304"/>
                <a:gd name="connsiteX12" fmla="*/ 56487 w 112974"/>
                <a:gd name="connsiteY12" fmla="*/ 24713 h 35304"/>
                <a:gd name="connsiteX13" fmla="*/ 49427 w 112974"/>
                <a:gd name="connsiteY13" fmla="*/ 17652 h 35304"/>
                <a:gd name="connsiteX14" fmla="*/ 56487 w 112974"/>
                <a:gd name="connsiteY14" fmla="*/ 10591 h 35304"/>
                <a:gd name="connsiteX15" fmla="*/ 63548 w 112974"/>
                <a:gd name="connsiteY15" fmla="*/ 17652 h 35304"/>
                <a:gd name="connsiteX16" fmla="*/ 56487 w 112974"/>
                <a:gd name="connsiteY16" fmla="*/ 24713 h 35304"/>
                <a:gd name="connsiteX17" fmla="*/ 90615 w 112974"/>
                <a:gd name="connsiteY17" fmla="*/ 24713 h 35304"/>
                <a:gd name="connsiteX18" fmla="*/ 83554 w 112974"/>
                <a:gd name="connsiteY18" fmla="*/ 17652 h 35304"/>
                <a:gd name="connsiteX19" fmla="*/ 90615 w 112974"/>
                <a:gd name="connsiteY19" fmla="*/ 10591 h 35304"/>
                <a:gd name="connsiteX20" fmla="*/ 97676 w 112974"/>
                <a:gd name="connsiteY20" fmla="*/ 17652 h 35304"/>
                <a:gd name="connsiteX21" fmla="*/ 90615 w 112974"/>
                <a:gd name="connsiteY21" fmla="*/ 24713 h 3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974" h="35304" extrusionOk="0">
                  <a:moveTo>
                    <a:pt x="95323" y="0"/>
                  </a:moveTo>
                  <a:lnTo>
                    <a:pt x="17652" y="0"/>
                  </a:lnTo>
                  <a:cubicBezTo>
                    <a:pt x="7903" y="0"/>
                    <a:pt x="0" y="7903"/>
                    <a:pt x="0" y="17652"/>
                  </a:cubicBezTo>
                  <a:cubicBezTo>
                    <a:pt x="0" y="27401"/>
                    <a:pt x="7903" y="35305"/>
                    <a:pt x="17652" y="35305"/>
                  </a:cubicBezTo>
                  <a:lnTo>
                    <a:pt x="95323" y="35305"/>
                  </a:lnTo>
                  <a:cubicBezTo>
                    <a:pt x="105072" y="35305"/>
                    <a:pt x="112975" y="27401"/>
                    <a:pt x="112975" y="17652"/>
                  </a:cubicBezTo>
                  <a:cubicBezTo>
                    <a:pt x="112975" y="7903"/>
                    <a:pt x="105072" y="0"/>
                    <a:pt x="95323" y="0"/>
                  </a:cubicBezTo>
                  <a:close/>
                  <a:moveTo>
                    <a:pt x="22360" y="24713"/>
                  </a:moveTo>
                  <a:cubicBezTo>
                    <a:pt x="18460" y="24713"/>
                    <a:pt x="15299" y="21552"/>
                    <a:pt x="15299" y="17652"/>
                  </a:cubicBezTo>
                  <a:cubicBezTo>
                    <a:pt x="15299" y="13753"/>
                    <a:pt x="18460" y="10591"/>
                    <a:pt x="22360" y="10591"/>
                  </a:cubicBezTo>
                  <a:cubicBezTo>
                    <a:pt x="26259" y="10591"/>
                    <a:pt x="29421" y="13753"/>
                    <a:pt x="29421" y="17652"/>
                  </a:cubicBezTo>
                  <a:cubicBezTo>
                    <a:pt x="29421" y="21552"/>
                    <a:pt x="26259" y="24713"/>
                    <a:pt x="22360" y="24713"/>
                  </a:cubicBezTo>
                  <a:close/>
                  <a:moveTo>
                    <a:pt x="56487" y="24713"/>
                  </a:moveTo>
                  <a:cubicBezTo>
                    <a:pt x="52588" y="24713"/>
                    <a:pt x="49427" y="21552"/>
                    <a:pt x="49427" y="17652"/>
                  </a:cubicBezTo>
                  <a:cubicBezTo>
                    <a:pt x="49427" y="13753"/>
                    <a:pt x="52588" y="10591"/>
                    <a:pt x="56487" y="10591"/>
                  </a:cubicBezTo>
                  <a:cubicBezTo>
                    <a:pt x="60387" y="10591"/>
                    <a:pt x="63548" y="13753"/>
                    <a:pt x="63548" y="17652"/>
                  </a:cubicBezTo>
                  <a:cubicBezTo>
                    <a:pt x="63548" y="21552"/>
                    <a:pt x="60387" y="24713"/>
                    <a:pt x="56487" y="24713"/>
                  </a:cubicBezTo>
                  <a:close/>
                  <a:moveTo>
                    <a:pt x="90615" y="24713"/>
                  </a:moveTo>
                  <a:cubicBezTo>
                    <a:pt x="86716" y="24713"/>
                    <a:pt x="83554" y="21552"/>
                    <a:pt x="83554" y="17652"/>
                  </a:cubicBezTo>
                  <a:cubicBezTo>
                    <a:pt x="83554" y="13753"/>
                    <a:pt x="86716" y="10591"/>
                    <a:pt x="90615" y="10591"/>
                  </a:cubicBezTo>
                  <a:cubicBezTo>
                    <a:pt x="94515" y="10591"/>
                    <a:pt x="97676" y="13753"/>
                    <a:pt x="97676" y="17652"/>
                  </a:cubicBezTo>
                  <a:cubicBezTo>
                    <a:pt x="97676" y="21552"/>
                    <a:pt x="94515" y="24713"/>
                    <a:pt x="90615" y="24713"/>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7" name="Freeform: Shape 136"/>
            <p:cNvSpPr/>
            <p:nvPr/>
          </p:nvSpPr>
          <p:spPr bwMode="auto">
            <a:xfrm flipH="1">
              <a:off x="6990630"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extrusionOk="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8" name="Freeform: Shape 137"/>
            <p:cNvSpPr/>
            <p:nvPr/>
          </p:nvSpPr>
          <p:spPr bwMode="auto">
            <a:xfrm flipH="1">
              <a:off x="6976108" y="2979038"/>
              <a:ext cx="61194" cy="75351"/>
            </a:xfrm>
            <a:custGeom>
              <a:avLst/>
              <a:gdLst>
                <a:gd name="connsiteX0" fmla="*/ 50862 w 61194"/>
                <a:gd name="connsiteY0" fmla="*/ 28279 h 75351"/>
                <a:gd name="connsiteX1" fmla="*/ 35305 w 61194"/>
                <a:gd name="connsiteY1" fmla="*/ 28279 h 75351"/>
                <a:gd name="connsiteX2" fmla="*/ 35305 w 61194"/>
                <a:gd name="connsiteY2" fmla="*/ 17569 h 75351"/>
                <a:gd name="connsiteX3" fmla="*/ 38751 w 61194"/>
                <a:gd name="connsiteY3" fmla="*/ 4709 h 75351"/>
                <a:gd name="connsiteX4" fmla="*/ 25890 w 61194"/>
                <a:gd name="connsiteY4" fmla="*/ 1263 h 75351"/>
                <a:gd name="connsiteX5" fmla="*/ 22444 w 61194"/>
                <a:gd name="connsiteY5" fmla="*/ 14123 h 75351"/>
                <a:gd name="connsiteX6" fmla="*/ 25890 w 61194"/>
                <a:gd name="connsiteY6" fmla="*/ 17569 h 75351"/>
                <a:gd name="connsiteX7" fmla="*/ 25890 w 61194"/>
                <a:gd name="connsiteY7" fmla="*/ 28279 h 75351"/>
                <a:gd name="connsiteX8" fmla="*/ 10333 w 61194"/>
                <a:gd name="connsiteY8" fmla="*/ 28279 h 75351"/>
                <a:gd name="connsiteX9" fmla="*/ 0 w 61194"/>
                <a:gd name="connsiteY9" fmla="*/ 38611 h 75351"/>
                <a:gd name="connsiteX10" fmla="*/ 0 w 61194"/>
                <a:gd name="connsiteY10" fmla="*/ 65019 h 75351"/>
                <a:gd name="connsiteX11" fmla="*/ 10333 w 61194"/>
                <a:gd name="connsiteY11" fmla="*/ 75351 h 75351"/>
                <a:gd name="connsiteX12" fmla="*/ 50862 w 61194"/>
                <a:gd name="connsiteY12" fmla="*/ 75351 h 75351"/>
                <a:gd name="connsiteX13" fmla="*/ 61195 w 61194"/>
                <a:gd name="connsiteY13" fmla="*/ 65019 h 75351"/>
                <a:gd name="connsiteX14" fmla="*/ 61195 w 61194"/>
                <a:gd name="connsiteY14" fmla="*/ 38611 h 75351"/>
                <a:gd name="connsiteX15" fmla="*/ 50862 w 61194"/>
                <a:gd name="connsiteY15" fmla="*/ 28279 h 75351"/>
                <a:gd name="connsiteX16" fmla="*/ 18829 w 61194"/>
                <a:gd name="connsiteY16" fmla="*/ 58876 h 75351"/>
                <a:gd name="connsiteX17" fmla="*/ 11768 w 61194"/>
                <a:gd name="connsiteY17" fmla="*/ 51815 h 75351"/>
                <a:gd name="connsiteX18" fmla="*/ 18829 w 61194"/>
                <a:gd name="connsiteY18" fmla="*/ 44754 h 75351"/>
                <a:gd name="connsiteX19" fmla="*/ 25890 w 61194"/>
                <a:gd name="connsiteY19" fmla="*/ 51815 h 75351"/>
                <a:gd name="connsiteX20" fmla="*/ 18829 w 61194"/>
                <a:gd name="connsiteY20" fmla="*/ 58876 h 75351"/>
                <a:gd name="connsiteX21" fmla="*/ 42366 w 61194"/>
                <a:gd name="connsiteY21" fmla="*/ 58876 h 75351"/>
                <a:gd name="connsiteX22" fmla="*/ 35305 w 61194"/>
                <a:gd name="connsiteY22" fmla="*/ 51815 h 75351"/>
                <a:gd name="connsiteX23" fmla="*/ 42366 w 61194"/>
                <a:gd name="connsiteY23" fmla="*/ 44754 h 75351"/>
                <a:gd name="connsiteX24" fmla="*/ 49427 w 61194"/>
                <a:gd name="connsiteY24" fmla="*/ 51815 h 75351"/>
                <a:gd name="connsiteX25" fmla="*/ 42366 w 61194"/>
                <a:gd name="connsiteY25" fmla="*/ 58876 h 7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194" h="75351" extrusionOk="0">
                  <a:moveTo>
                    <a:pt x="50862" y="28279"/>
                  </a:moveTo>
                  <a:lnTo>
                    <a:pt x="35305" y="28279"/>
                  </a:lnTo>
                  <a:lnTo>
                    <a:pt x="35305" y="17569"/>
                  </a:lnTo>
                  <a:cubicBezTo>
                    <a:pt x="39808" y="14970"/>
                    <a:pt x="41350" y="9212"/>
                    <a:pt x="38751" y="4709"/>
                  </a:cubicBezTo>
                  <a:cubicBezTo>
                    <a:pt x="36151" y="206"/>
                    <a:pt x="30393" y="-1337"/>
                    <a:pt x="25890" y="1263"/>
                  </a:cubicBezTo>
                  <a:cubicBezTo>
                    <a:pt x="21387" y="3863"/>
                    <a:pt x="19844" y="9620"/>
                    <a:pt x="22444" y="14123"/>
                  </a:cubicBezTo>
                  <a:cubicBezTo>
                    <a:pt x="23270" y="15555"/>
                    <a:pt x="24459" y="16743"/>
                    <a:pt x="25890" y="17569"/>
                  </a:cubicBezTo>
                  <a:lnTo>
                    <a:pt x="25890" y="28279"/>
                  </a:lnTo>
                  <a:lnTo>
                    <a:pt x="10333" y="28279"/>
                  </a:lnTo>
                  <a:cubicBezTo>
                    <a:pt x="4632" y="28291"/>
                    <a:pt x="13" y="32910"/>
                    <a:pt x="0" y="38611"/>
                  </a:cubicBezTo>
                  <a:lnTo>
                    <a:pt x="0" y="65019"/>
                  </a:lnTo>
                  <a:cubicBezTo>
                    <a:pt x="13" y="70720"/>
                    <a:pt x="4632" y="75338"/>
                    <a:pt x="10333" y="75351"/>
                  </a:cubicBezTo>
                  <a:lnTo>
                    <a:pt x="50862" y="75351"/>
                  </a:lnTo>
                  <a:cubicBezTo>
                    <a:pt x="56563" y="75338"/>
                    <a:pt x="61182" y="70720"/>
                    <a:pt x="61195" y="65019"/>
                  </a:cubicBezTo>
                  <a:lnTo>
                    <a:pt x="61195" y="38611"/>
                  </a:lnTo>
                  <a:cubicBezTo>
                    <a:pt x="61182" y="32910"/>
                    <a:pt x="56563" y="28291"/>
                    <a:pt x="50862" y="28279"/>
                  </a:cubicBezTo>
                  <a:close/>
                  <a:moveTo>
                    <a:pt x="18829" y="58876"/>
                  </a:moveTo>
                  <a:cubicBezTo>
                    <a:pt x="14929" y="58876"/>
                    <a:pt x="11768" y="55715"/>
                    <a:pt x="11768" y="51815"/>
                  </a:cubicBezTo>
                  <a:cubicBezTo>
                    <a:pt x="11768" y="47915"/>
                    <a:pt x="14929" y="44754"/>
                    <a:pt x="18829" y="44754"/>
                  </a:cubicBezTo>
                  <a:cubicBezTo>
                    <a:pt x="22729" y="44754"/>
                    <a:pt x="25890" y="47915"/>
                    <a:pt x="25890" y="51815"/>
                  </a:cubicBezTo>
                  <a:cubicBezTo>
                    <a:pt x="25890" y="55715"/>
                    <a:pt x="22729" y="58876"/>
                    <a:pt x="18829" y="58876"/>
                  </a:cubicBezTo>
                  <a:close/>
                  <a:moveTo>
                    <a:pt x="42366" y="58876"/>
                  </a:moveTo>
                  <a:cubicBezTo>
                    <a:pt x="38466" y="58876"/>
                    <a:pt x="35305" y="55715"/>
                    <a:pt x="35305" y="51815"/>
                  </a:cubicBezTo>
                  <a:cubicBezTo>
                    <a:pt x="35305" y="47915"/>
                    <a:pt x="38466" y="44754"/>
                    <a:pt x="42366" y="44754"/>
                  </a:cubicBezTo>
                  <a:cubicBezTo>
                    <a:pt x="46265" y="44754"/>
                    <a:pt x="49427" y="47915"/>
                    <a:pt x="49427" y="51815"/>
                  </a:cubicBezTo>
                  <a:cubicBezTo>
                    <a:pt x="49427" y="55715"/>
                    <a:pt x="46265" y="58876"/>
                    <a:pt x="42366" y="58876"/>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39" name="Freeform: Shape 138"/>
            <p:cNvSpPr/>
            <p:nvPr/>
          </p:nvSpPr>
          <p:spPr bwMode="auto">
            <a:xfrm flipH="1">
              <a:off x="7014166"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extrusionOk="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40" name="Freeform: Shape 139"/>
            <p:cNvSpPr/>
            <p:nvPr/>
          </p:nvSpPr>
          <p:spPr bwMode="auto">
            <a:xfrm flipH="1">
              <a:off x="6934931" y="3030076"/>
              <a:ext cx="147837" cy="98029"/>
            </a:xfrm>
            <a:custGeom>
              <a:avLst/>
              <a:gdLst>
                <a:gd name="connsiteX0" fmla="*/ 137258 w 147837"/>
                <a:gd name="connsiteY0" fmla="*/ 73316 h 98029"/>
                <a:gd name="connsiteX1" fmla="*/ 137258 w 147837"/>
                <a:gd name="connsiteY1" fmla="*/ 53710 h 98029"/>
                <a:gd name="connsiteX2" fmla="*/ 126690 w 147837"/>
                <a:gd name="connsiteY2" fmla="*/ 43142 h 98029"/>
                <a:gd name="connsiteX3" fmla="*/ 113722 w 147837"/>
                <a:gd name="connsiteY3" fmla="*/ 43142 h 98029"/>
                <a:gd name="connsiteX4" fmla="*/ 113722 w 147837"/>
                <a:gd name="connsiteY4" fmla="*/ 31374 h 98029"/>
                <a:gd name="connsiteX5" fmla="*/ 38405 w 147837"/>
                <a:gd name="connsiteY5" fmla="*/ 31374 h 98029"/>
                <a:gd name="connsiteX6" fmla="*/ 38405 w 147837"/>
                <a:gd name="connsiteY6" fmla="*/ 45496 h 98029"/>
                <a:gd name="connsiteX7" fmla="*/ 20729 w 147837"/>
                <a:gd name="connsiteY7" fmla="*/ 45496 h 98029"/>
                <a:gd name="connsiteX8" fmla="*/ 19576 w 147837"/>
                <a:gd name="connsiteY8" fmla="*/ 44343 h 98029"/>
                <a:gd name="connsiteX9" fmla="*/ 19576 w 147837"/>
                <a:gd name="connsiteY9" fmla="*/ 24831 h 98029"/>
                <a:gd name="connsiteX10" fmla="*/ 29899 w 147837"/>
                <a:gd name="connsiteY10" fmla="*/ 5855 h 98029"/>
                <a:gd name="connsiteX11" fmla="*/ 26637 w 147837"/>
                <a:gd name="connsiteY11" fmla="*/ 0 h 98029"/>
                <a:gd name="connsiteX12" fmla="*/ 19576 w 147837"/>
                <a:gd name="connsiteY12" fmla="*/ 6261 h 98029"/>
                <a:gd name="connsiteX13" fmla="*/ 21153 w 147837"/>
                <a:gd name="connsiteY13" fmla="*/ 10191 h 98029"/>
                <a:gd name="connsiteX14" fmla="*/ 15237 w 147837"/>
                <a:gd name="connsiteY14" fmla="*/ 16043 h 98029"/>
                <a:gd name="connsiteX15" fmla="*/ 9385 w 147837"/>
                <a:gd name="connsiteY15" fmla="*/ 10127 h 98029"/>
                <a:gd name="connsiteX16" fmla="*/ 10820 w 147837"/>
                <a:gd name="connsiteY16" fmla="*/ 6308 h 98029"/>
                <a:gd name="connsiteX17" fmla="*/ 3759 w 147837"/>
                <a:gd name="connsiteY17" fmla="*/ 118 h 98029"/>
                <a:gd name="connsiteX18" fmla="*/ 5255 w 147837"/>
                <a:gd name="connsiteY18" fmla="*/ 21702 h 98029"/>
                <a:gd name="connsiteX19" fmla="*/ 10161 w 147837"/>
                <a:gd name="connsiteY19" fmla="*/ 24572 h 98029"/>
                <a:gd name="connsiteX20" fmla="*/ 10161 w 147837"/>
                <a:gd name="connsiteY20" fmla="*/ 44343 h 98029"/>
                <a:gd name="connsiteX21" fmla="*/ 20729 w 147837"/>
                <a:gd name="connsiteY21" fmla="*/ 54911 h 98029"/>
                <a:gd name="connsiteX22" fmla="*/ 38405 w 147837"/>
                <a:gd name="connsiteY22" fmla="*/ 54911 h 98029"/>
                <a:gd name="connsiteX23" fmla="*/ 38405 w 147837"/>
                <a:gd name="connsiteY23" fmla="*/ 97276 h 98029"/>
                <a:gd name="connsiteX24" fmla="*/ 113722 w 147837"/>
                <a:gd name="connsiteY24" fmla="*/ 97276 h 98029"/>
                <a:gd name="connsiteX25" fmla="*/ 113722 w 147837"/>
                <a:gd name="connsiteY25" fmla="*/ 52557 h 98029"/>
                <a:gd name="connsiteX26" fmla="*/ 126690 w 147837"/>
                <a:gd name="connsiteY26" fmla="*/ 52557 h 98029"/>
                <a:gd name="connsiteX27" fmla="*/ 127843 w 147837"/>
                <a:gd name="connsiteY27" fmla="*/ 53710 h 98029"/>
                <a:gd name="connsiteX28" fmla="*/ 127843 w 147837"/>
                <a:gd name="connsiteY28" fmla="*/ 73316 h 98029"/>
                <a:gd name="connsiteX29" fmla="*/ 117996 w 147837"/>
                <a:gd name="connsiteY29" fmla="*/ 92581 h 98029"/>
                <a:gd name="connsiteX30" fmla="*/ 121112 w 147837"/>
                <a:gd name="connsiteY30" fmla="*/ 98029 h 98029"/>
                <a:gd name="connsiteX31" fmla="*/ 128173 w 147837"/>
                <a:gd name="connsiteY31" fmla="*/ 91769 h 98029"/>
                <a:gd name="connsiteX32" fmla="*/ 126667 w 147837"/>
                <a:gd name="connsiteY32" fmla="*/ 87862 h 98029"/>
                <a:gd name="connsiteX33" fmla="*/ 132556 w 147837"/>
                <a:gd name="connsiteY33" fmla="*/ 81982 h 98029"/>
                <a:gd name="connsiteX34" fmla="*/ 138435 w 147837"/>
                <a:gd name="connsiteY34" fmla="*/ 87871 h 98029"/>
                <a:gd name="connsiteX35" fmla="*/ 136976 w 147837"/>
                <a:gd name="connsiteY35" fmla="*/ 91745 h 98029"/>
                <a:gd name="connsiteX36" fmla="*/ 144037 w 147837"/>
                <a:gd name="connsiteY36" fmla="*/ 97935 h 98029"/>
                <a:gd name="connsiteX37" fmla="*/ 142646 w 147837"/>
                <a:gd name="connsiteY37" fmla="*/ 76378 h 98029"/>
                <a:gd name="connsiteX38" fmla="*/ 137258 w 147837"/>
                <a:gd name="connsiteY38" fmla="*/ 73316 h 98029"/>
                <a:gd name="connsiteX39" fmla="*/ 104307 w 147837"/>
                <a:gd name="connsiteY39" fmla="*/ 64325 h 98029"/>
                <a:gd name="connsiteX40" fmla="*/ 97764 w 147837"/>
                <a:gd name="connsiteY40" fmla="*/ 64325 h 98029"/>
                <a:gd name="connsiteX41" fmla="*/ 97128 w 147837"/>
                <a:gd name="connsiteY41" fmla="*/ 64584 h 98029"/>
                <a:gd name="connsiteX42" fmla="*/ 89926 w 147837"/>
                <a:gd name="connsiteY42" fmla="*/ 71951 h 98029"/>
                <a:gd name="connsiteX43" fmla="*/ 84442 w 147837"/>
                <a:gd name="connsiteY43" fmla="*/ 58959 h 98029"/>
                <a:gd name="connsiteX44" fmla="*/ 74204 w 147837"/>
                <a:gd name="connsiteY44" fmla="*/ 80142 h 98029"/>
                <a:gd name="connsiteX45" fmla="*/ 67025 w 147837"/>
                <a:gd name="connsiteY45" fmla="*/ 52557 h 98029"/>
                <a:gd name="connsiteX46" fmla="*/ 61494 w 147837"/>
                <a:gd name="connsiteY46" fmla="*/ 64325 h 98029"/>
                <a:gd name="connsiteX47" fmla="*/ 50173 w 147837"/>
                <a:gd name="connsiteY47" fmla="*/ 64325 h 98029"/>
                <a:gd name="connsiteX48" fmla="*/ 50173 w 147837"/>
                <a:gd name="connsiteY48" fmla="*/ 59618 h 98029"/>
                <a:gd name="connsiteX49" fmla="*/ 58505 w 147837"/>
                <a:gd name="connsiteY49" fmla="*/ 59618 h 98029"/>
                <a:gd name="connsiteX50" fmla="*/ 68296 w 147837"/>
                <a:gd name="connsiteY50" fmla="*/ 38788 h 98029"/>
                <a:gd name="connsiteX51" fmla="*/ 75545 w 147837"/>
                <a:gd name="connsiteY51" fmla="*/ 66514 h 98029"/>
                <a:gd name="connsiteX52" fmla="*/ 84748 w 147837"/>
                <a:gd name="connsiteY52" fmla="*/ 47685 h 98029"/>
                <a:gd name="connsiteX53" fmla="*/ 91527 w 147837"/>
                <a:gd name="connsiteY53" fmla="*/ 63737 h 98029"/>
                <a:gd name="connsiteX54" fmla="*/ 93880 w 147837"/>
                <a:gd name="connsiteY54" fmla="*/ 61383 h 98029"/>
                <a:gd name="connsiteX55" fmla="*/ 97764 w 147837"/>
                <a:gd name="connsiteY55" fmla="*/ 59618 h 98029"/>
                <a:gd name="connsiteX56" fmla="*/ 104307 w 147837"/>
                <a:gd name="connsiteY56" fmla="*/ 59618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7837" h="98029" extrusionOk="0">
                  <a:moveTo>
                    <a:pt x="137258" y="73316"/>
                  </a:moveTo>
                  <a:lnTo>
                    <a:pt x="137258" y="53710"/>
                  </a:lnTo>
                  <a:cubicBezTo>
                    <a:pt x="137258" y="47874"/>
                    <a:pt x="132527" y="43142"/>
                    <a:pt x="126690" y="43142"/>
                  </a:cubicBezTo>
                  <a:lnTo>
                    <a:pt x="113722" y="43142"/>
                  </a:lnTo>
                  <a:lnTo>
                    <a:pt x="113722" y="31374"/>
                  </a:lnTo>
                  <a:lnTo>
                    <a:pt x="38405" y="31374"/>
                  </a:lnTo>
                  <a:lnTo>
                    <a:pt x="38405" y="45496"/>
                  </a:lnTo>
                  <a:lnTo>
                    <a:pt x="20729" y="45496"/>
                  </a:lnTo>
                  <a:cubicBezTo>
                    <a:pt x="20092" y="45496"/>
                    <a:pt x="19576" y="44980"/>
                    <a:pt x="19576" y="44343"/>
                  </a:cubicBezTo>
                  <a:lnTo>
                    <a:pt x="19576" y="24831"/>
                  </a:lnTo>
                  <a:cubicBezTo>
                    <a:pt x="27667" y="22442"/>
                    <a:pt x="32289" y="13946"/>
                    <a:pt x="29899" y="5855"/>
                  </a:cubicBezTo>
                  <a:cubicBezTo>
                    <a:pt x="29258" y="3686"/>
                    <a:pt x="28144" y="1686"/>
                    <a:pt x="26637" y="0"/>
                  </a:cubicBezTo>
                  <a:lnTo>
                    <a:pt x="19576" y="6261"/>
                  </a:lnTo>
                  <a:cubicBezTo>
                    <a:pt x="20563" y="7335"/>
                    <a:pt x="21124" y="8732"/>
                    <a:pt x="21153" y="10191"/>
                  </a:cubicBezTo>
                  <a:cubicBezTo>
                    <a:pt x="21135" y="13441"/>
                    <a:pt x="18486" y="16061"/>
                    <a:pt x="15237" y="16043"/>
                  </a:cubicBezTo>
                  <a:cubicBezTo>
                    <a:pt x="11987" y="16026"/>
                    <a:pt x="9367" y="13377"/>
                    <a:pt x="9385" y="10127"/>
                  </a:cubicBezTo>
                  <a:cubicBezTo>
                    <a:pt x="9392" y="8724"/>
                    <a:pt x="9901" y="7369"/>
                    <a:pt x="10820" y="6308"/>
                  </a:cubicBezTo>
                  <a:lnTo>
                    <a:pt x="3759" y="118"/>
                  </a:lnTo>
                  <a:cubicBezTo>
                    <a:pt x="-1788" y="6491"/>
                    <a:pt x="-1118" y="16154"/>
                    <a:pt x="5255" y="21702"/>
                  </a:cubicBezTo>
                  <a:cubicBezTo>
                    <a:pt x="6697" y="22957"/>
                    <a:pt x="8361" y="23930"/>
                    <a:pt x="10161" y="24572"/>
                  </a:cubicBezTo>
                  <a:lnTo>
                    <a:pt x="10161" y="44343"/>
                  </a:lnTo>
                  <a:cubicBezTo>
                    <a:pt x="10161" y="50179"/>
                    <a:pt x="14892" y="54911"/>
                    <a:pt x="20729" y="54911"/>
                  </a:cubicBezTo>
                  <a:lnTo>
                    <a:pt x="38405" y="54911"/>
                  </a:lnTo>
                  <a:lnTo>
                    <a:pt x="38405" y="97276"/>
                  </a:lnTo>
                  <a:lnTo>
                    <a:pt x="113722" y="97276"/>
                  </a:lnTo>
                  <a:lnTo>
                    <a:pt x="113722" y="52557"/>
                  </a:lnTo>
                  <a:lnTo>
                    <a:pt x="126690" y="52557"/>
                  </a:lnTo>
                  <a:cubicBezTo>
                    <a:pt x="127327" y="52557"/>
                    <a:pt x="127843" y="53073"/>
                    <a:pt x="127843" y="53710"/>
                  </a:cubicBezTo>
                  <a:lnTo>
                    <a:pt x="127843" y="73316"/>
                  </a:lnTo>
                  <a:cubicBezTo>
                    <a:pt x="119804" y="75917"/>
                    <a:pt x="115396" y="84542"/>
                    <a:pt x="117996" y="92581"/>
                  </a:cubicBezTo>
                  <a:cubicBezTo>
                    <a:pt x="118647" y="94593"/>
                    <a:pt x="119708" y="96448"/>
                    <a:pt x="121112" y="98029"/>
                  </a:cubicBezTo>
                  <a:lnTo>
                    <a:pt x="128173" y="91769"/>
                  </a:lnTo>
                  <a:cubicBezTo>
                    <a:pt x="127199" y="90701"/>
                    <a:pt x="126661" y="89307"/>
                    <a:pt x="126667" y="87862"/>
                  </a:cubicBezTo>
                  <a:cubicBezTo>
                    <a:pt x="126669" y="84612"/>
                    <a:pt x="129306" y="81980"/>
                    <a:pt x="132556" y="81982"/>
                  </a:cubicBezTo>
                  <a:cubicBezTo>
                    <a:pt x="135805" y="81985"/>
                    <a:pt x="138438" y="84622"/>
                    <a:pt x="138435" y="87871"/>
                  </a:cubicBezTo>
                  <a:cubicBezTo>
                    <a:pt x="138434" y="89297"/>
                    <a:pt x="137915" y="90673"/>
                    <a:pt x="136976" y="91745"/>
                  </a:cubicBezTo>
                  <a:lnTo>
                    <a:pt x="144037" y="97935"/>
                  </a:lnTo>
                  <a:cubicBezTo>
                    <a:pt x="149606" y="91598"/>
                    <a:pt x="148983" y="81947"/>
                    <a:pt x="142646" y="76378"/>
                  </a:cubicBezTo>
                  <a:cubicBezTo>
                    <a:pt x="141078" y="75000"/>
                    <a:pt x="139244" y="73958"/>
                    <a:pt x="137258" y="73316"/>
                  </a:cubicBezTo>
                  <a:close/>
                  <a:moveTo>
                    <a:pt x="104307" y="64325"/>
                  </a:moveTo>
                  <a:lnTo>
                    <a:pt x="97764" y="64325"/>
                  </a:lnTo>
                  <a:cubicBezTo>
                    <a:pt x="97536" y="64366"/>
                    <a:pt x="97320" y="64454"/>
                    <a:pt x="97128" y="64584"/>
                  </a:cubicBezTo>
                  <a:lnTo>
                    <a:pt x="89926" y="71951"/>
                  </a:lnTo>
                  <a:lnTo>
                    <a:pt x="84442" y="58959"/>
                  </a:lnTo>
                  <a:lnTo>
                    <a:pt x="74204" y="80142"/>
                  </a:lnTo>
                  <a:lnTo>
                    <a:pt x="67025" y="52557"/>
                  </a:lnTo>
                  <a:lnTo>
                    <a:pt x="61494" y="64325"/>
                  </a:lnTo>
                  <a:lnTo>
                    <a:pt x="50173" y="64325"/>
                  </a:lnTo>
                  <a:lnTo>
                    <a:pt x="50173" y="59618"/>
                  </a:lnTo>
                  <a:lnTo>
                    <a:pt x="58505" y="59618"/>
                  </a:lnTo>
                  <a:lnTo>
                    <a:pt x="68296" y="38788"/>
                  </a:lnTo>
                  <a:lnTo>
                    <a:pt x="75545" y="66514"/>
                  </a:lnTo>
                  <a:lnTo>
                    <a:pt x="84748" y="47685"/>
                  </a:lnTo>
                  <a:lnTo>
                    <a:pt x="91527" y="63737"/>
                  </a:lnTo>
                  <a:lnTo>
                    <a:pt x="93880" y="61383"/>
                  </a:lnTo>
                  <a:cubicBezTo>
                    <a:pt x="94914" y="60337"/>
                    <a:pt x="96296" y="59709"/>
                    <a:pt x="97764" y="59618"/>
                  </a:cubicBezTo>
                  <a:lnTo>
                    <a:pt x="104307" y="59618"/>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142" name="Freeform: Shape 141"/>
            <p:cNvSpPr/>
            <p:nvPr/>
          </p:nvSpPr>
          <p:spPr bwMode="auto">
            <a:xfrm flipH="1">
              <a:off x="3840352" y="2520148"/>
              <a:ext cx="92129" cy="59592"/>
            </a:xfrm>
            <a:custGeom>
              <a:avLst/>
              <a:gdLst>
                <a:gd name="connsiteX0" fmla="*/ 78514 w 92129"/>
                <a:gd name="connsiteY0" fmla="*/ 23165 h 59592"/>
                <a:gd name="connsiteX1" fmla="*/ 61007 w 92129"/>
                <a:gd name="connsiteY1" fmla="*/ 8488 h 59592"/>
                <a:gd name="connsiteX2" fmla="*/ 58178 w 92129"/>
                <a:gd name="connsiteY2" fmla="*/ 8665 h 59592"/>
                <a:gd name="connsiteX3" fmla="*/ 39964 w 92129"/>
                <a:gd name="connsiteY3" fmla="*/ 0 h 59592"/>
                <a:gd name="connsiteX4" fmla="*/ 17330 w 92129"/>
                <a:gd name="connsiteY4" fmla="*/ 17153 h 59592"/>
                <a:gd name="connsiteX5" fmla="*/ 0 w 92129"/>
                <a:gd name="connsiteY5" fmla="*/ 38196 h 59592"/>
                <a:gd name="connsiteX6" fmla="*/ 21220 w 92129"/>
                <a:gd name="connsiteY6" fmla="*/ 59592 h 59592"/>
                <a:gd name="connsiteX7" fmla="*/ 21220 w 92129"/>
                <a:gd name="connsiteY7" fmla="*/ 59592 h 59592"/>
                <a:gd name="connsiteX8" fmla="*/ 74270 w 92129"/>
                <a:gd name="connsiteY8" fmla="*/ 59592 h 59592"/>
                <a:gd name="connsiteX9" fmla="*/ 92130 w 92129"/>
                <a:gd name="connsiteY9" fmla="*/ 41025 h 59592"/>
                <a:gd name="connsiteX10" fmla="*/ 78514 w 92129"/>
                <a:gd name="connsiteY10" fmla="*/ 23165 h 59592"/>
                <a:gd name="connsiteX11" fmla="*/ 73209 w 92129"/>
                <a:gd name="connsiteY11" fmla="*/ 48983 h 59592"/>
                <a:gd name="connsiteX12" fmla="*/ 20866 w 92129"/>
                <a:gd name="connsiteY12" fmla="*/ 48983 h 59592"/>
                <a:gd name="connsiteX13" fmla="*/ 11494 w 92129"/>
                <a:gd name="connsiteY13" fmla="*/ 42793 h 59592"/>
                <a:gd name="connsiteX14" fmla="*/ 12732 w 92129"/>
                <a:gd name="connsiteY14" fmla="*/ 31476 h 59592"/>
                <a:gd name="connsiteX15" fmla="*/ 21397 w 92129"/>
                <a:gd name="connsiteY15" fmla="*/ 27055 h 59592"/>
                <a:gd name="connsiteX16" fmla="*/ 23165 w 92129"/>
                <a:gd name="connsiteY16" fmla="*/ 27232 h 59592"/>
                <a:gd name="connsiteX17" fmla="*/ 26348 w 92129"/>
                <a:gd name="connsiteY17" fmla="*/ 27763 h 59592"/>
                <a:gd name="connsiteX18" fmla="*/ 26348 w 92129"/>
                <a:gd name="connsiteY18" fmla="*/ 24226 h 59592"/>
                <a:gd name="connsiteX19" fmla="*/ 36781 w 92129"/>
                <a:gd name="connsiteY19" fmla="*/ 10964 h 59592"/>
                <a:gd name="connsiteX20" fmla="*/ 39964 w 92129"/>
                <a:gd name="connsiteY20" fmla="*/ 10610 h 59592"/>
                <a:gd name="connsiteX21" fmla="*/ 39964 w 92129"/>
                <a:gd name="connsiteY21" fmla="*/ 10610 h 59592"/>
                <a:gd name="connsiteX22" fmla="*/ 39964 w 92129"/>
                <a:gd name="connsiteY22" fmla="*/ 10610 h 59592"/>
                <a:gd name="connsiteX23" fmla="*/ 39964 w 92129"/>
                <a:gd name="connsiteY23" fmla="*/ 10610 h 59592"/>
                <a:gd name="connsiteX24" fmla="*/ 51989 w 92129"/>
                <a:gd name="connsiteY24" fmla="*/ 18037 h 59592"/>
                <a:gd name="connsiteX25" fmla="*/ 53050 w 92129"/>
                <a:gd name="connsiteY25" fmla="*/ 20159 h 59592"/>
                <a:gd name="connsiteX26" fmla="*/ 55349 w 92129"/>
                <a:gd name="connsiteY26" fmla="*/ 19275 h 59592"/>
                <a:gd name="connsiteX27" fmla="*/ 58885 w 92129"/>
                <a:gd name="connsiteY27" fmla="*/ 18744 h 59592"/>
                <a:gd name="connsiteX28" fmla="*/ 65251 w 92129"/>
                <a:gd name="connsiteY28" fmla="*/ 20689 h 59592"/>
                <a:gd name="connsiteX29" fmla="*/ 69849 w 92129"/>
                <a:gd name="connsiteY29" fmla="*/ 29708 h 59592"/>
                <a:gd name="connsiteX30" fmla="*/ 69849 w 92129"/>
                <a:gd name="connsiteY30" fmla="*/ 32537 h 59592"/>
                <a:gd name="connsiteX31" fmla="*/ 73385 w 92129"/>
                <a:gd name="connsiteY31" fmla="*/ 32537 h 59592"/>
                <a:gd name="connsiteX32" fmla="*/ 81697 w 92129"/>
                <a:gd name="connsiteY32" fmla="*/ 40848 h 59592"/>
                <a:gd name="connsiteX33" fmla="*/ 73209 w 92129"/>
                <a:gd name="connsiteY33" fmla="*/ 48983 h 5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2129" h="59592" extrusionOk="0">
                  <a:moveTo>
                    <a:pt x="78514" y="23165"/>
                  </a:moveTo>
                  <a:cubicBezTo>
                    <a:pt x="77099" y="14854"/>
                    <a:pt x="69672" y="8488"/>
                    <a:pt x="61007" y="8488"/>
                  </a:cubicBezTo>
                  <a:cubicBezTo>
                    <a:pt x="60123" y="8488"/>
                    <a:pt x="59062" y="8665"/>
                    <a:pt x="58178" y="8665"/>
                  </a:cubicBezTo>
                  <a:cubicBezTo>
                    <a:pt x="53934" y="3360"/>
                    <a:pt x="47391" y="0"/>
                    <a:pt x="39964" y="0"/>
                  </a:cubicBezTo>
                  <a:cubicBezTo>
                    <a:pt x="29177" y="0"/>
                    <a:pt x="20159" y="7250"/>
                    <a:pt x="17330" y="17153"/>
                  </a:cubicBezTo>
                  <a:cubicBezTo>
                    <a:pt x="7427" y="19098"/>
                    <a:pt x="0" y="27763"/>
                    <a:pt x="0" y="38196"/>
                  </a:cubicBezTo>
                  <a:cubicBezTo>
                    <a:pt x="0" y="50044"/>
                    <a:pt x="9549" y="59592"/>
                    <a:pt x="21220" y="59592"/>
                  </a:cubicBezTo>
                  <a:lnTo>
                    <a:pt x="21220" y="59592"/>
                  </a:lnTo>
                  <a:cubicBezTo>
                    <a:pt x="21220" y="59592"/>
                    <a:pt x="73562" y="59592"/>
                    <a:pt x="74270" y="59592"/>
                  </a:cubicBezTo>
                  <a:cubicBezTo>
                    <a:pt x="84526" y="59592"/>
                    <a:pt x="92130" y="51281"/>
                    <a:pt x="92130" y="41025"/>
                  </a:cubicBezTo>
                  <a:cubicBezTo>
                    <a:pt x="92130" y="32537"/>
                    <a:pt x="86294" y="25464"/>
                    <a:pt x="78514" y="23165"/>
                  </a:cubicBezTo>
                  <a:close/>
                  <a:moveTo>
                    <a:pt x="73209" y="48983"/>
                  </a:moveTo>
                  <a:lnTo>
                    <a:pt x="20866" y="48983"/>
                  </a:lnTo>
                  <a:cubicBezTo>
                    <a:pt x="16799" y="48629"/>
                    <a:pt x="13262" y="46330"/>
                    <a:pt x="11494" y="42793"/>
                  </a:cubicBezTo>
                  <a:cubicBezTo>
                    <a:pt x="9903" y="39080"/>
                    <a:pt x="10256" y="34836"/>
                    <a:pt x="12732" y="31476"/>
                  </a:cubicBezTo>
                  <a:cubicBezTo>
                    <a:pt x="14854" y="28647"/>
                    <a:pt x="18037" y="27055"/>
                    <a:pt x="21397" y="27055"/>
                  </a:cubicBezTo>
                  <a:cubicBezTo>
                    <a:pt x="21927" y="27055"/>
                    <a:pt x="22635" y="27055"/>
                    <a:pt x="23165" y="27232"/>
                  </a:cubicBezTo>
                  <a:lnTo>
                    <a:pt x="26348" y="27763"/>
                  </a:lnTo>
                  <a:lnTo>
                    <a:pt x="26348" y="24226"/>
                  </a:lnTo>
                  <a:cubicBezTo>
                    <a:pt x="26348" y="17860"/>
                    <a:pt x="30592" y="12378"/>
                    <a:pt x="36781" y="10964"/>
                  </a:cubicBezTo>
                  <a:cubicBezTo>
                    <a:pt x="37842" y="10787"/>
                    <a:pt x="38903" y="10610"/>
                    <a:pt x="39964" y="10610"/>
                  </a:cubicBezTo>
                  <a:cubicBezTo>
                    <a:pt x="39964" y="10610"/>
                    <a:pt x="39964" y="10610"/>
                    <a:pt x="39964" y="10610"/>
                  </a:cubicBezTo>
                  <a:lnTo>
                    <a:pt x="39964" y="10610"/>
                  </a:lnTo>
                  <a:cubicBezTo>
                    <a:pt x="39964" y="10610"/>
                    <a:pt x="39964" y="10610"/>
                    <a:pt x="39964" y="10610"/>
                  </a:cubicBezTo>
                  <a:cubicBezTo>
                    <a:pt x="45092" y="10610"/>
                    <a:pt x="49690" y="13439"/>
                    <a:pt x="51989" y="18037"/>
                  </a:cubicBezTo>
                  <a:lnTo>
                    <a:pt x="53050" y="20159"/>
                  </a:lnTo>
                  <a:lnTo>
                    <a:pt x="55349" y="19275"/>
                  </a:lnTo>
                  <a:cubicBezTo>
                    <a:pt x="56410" y="18921"/>
                    <a:pt x="57647" y="18744"/>
                    <a:pt x="58885" y="18744"/>
                  </a:cubicBezTo>
                  <a:cubicBezTo>
                    <a:pt x="61184" y="18744"/>
                    <a:pt x="63306" y="19452"/>
                    <a:pt x="65251" y="20689"/>
                  </a:cubicBezTo>
                  <a:cubicBezTo>
                    <a:pt x="68080" y="22811"/>
                    <a:pt x="69849" y="26171"/>
                    <a:pt x="69849" y="29708"/>
                  </a:cubicBezTo>
                  <a:lnTo>
                    <a:pt x="69849" y="32537"/>
                  </a:lnTo>
                  <a:lnTo>
                    <a:pt x="73385" y="32537"/>
                  </a:lnTo>
                  <a:cubicBezTo>
                    <a:pt x="77983" y="32537"/>
                    <a:pt x="81697" y="36251"/>
                    <a:pt x="81697" y="40848"/>
                  </a:cubicBezTo>
                  <a:cubicBezTo>
                    <a:pt x="81520" y="45269"/>
                    <a:pt x="77806" y="48983"/>
                    <a:pt x="73209" y="48983"/>
                  </a:cubicBez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3" name="Freeform: Shape 142"/>
            <p:cNvSpPr/>
            <p:nvPr/>
          </p:nvSpPr>
          <p:spPr bwMode="auto">
            <a:xfrm flipH="1">
              <a:off x="3900651" y="2586814"/>
              <a:ext cx="84878" cy="79574"/>
            </a:xfrm>
            <a:custGeom>
              <a:avLst/>
              <a:gdLst>
                <a:gd name="connsiteX0" fmla="*/ 79221 w 84879"/>
                <a:gd name="connsiteY0" fmla="*/ 0 h 79574"/>
                <a:gd name="connsiteX1" fmla="*/ 5659 w 84879"/>
                <a:gd name="connsiteY1" fmla="*/ 0 h 79574"/>
                <a:gd name="connsiteX2" fmla="*/ 0 w 84879"/>
                <a:gd name="connsiteY2" fmla="*/ 5659 h 79574"/>
                <a:gd name="connsiteX3" fmla="*/ 0 w 84879"/>
                <a:gd name="connsiteY3" fmla="*/ 56233 h 79574"/>
                <a:gd name="connsiteX4" fmla="*/ 5659 w 84879"/>
                <a:gd name="connsiteY4" fmla="*/ 61891 h 79574"/>
                <a:gd name="connsiteX5" fmla="*/ 5659 w 84879"/>
                <a:gd name="connsiteY5" fmla="*/ 61891 h 79574"/>
                <a:gd name="connsiteX6" fmla="*/ 33598 w 84879"/>
                <a:gd name="connsiteY6" fmla="*/ 61891 h 79574"/>
                <a:gd name="connsiteX7" fmla="*/ 33598 w 84879"/>
                <a:gd name="connsiteY7" fmla="*/ 68965 h 79574"/>
                <a:gd name="connsiteX8" fmla="*/ 21220 w 84879"/>
                <a:gd name="connsiteY8" fmla="*/ 68965 h 79574"/>
                <a:gd name="connsiteX9" fmla="*/ 21220 w 84879"/>
                <a:gd name="connsiteY9" fmla="*/ 79575 h 79574"/>
                <a:gd name="connsiteX10" fmla="*/ 63660 w 84879"/>
                <a:gd name="connsiteY10" fmla="*/ 79575 h 79574"/>
                <a:gd name="connsiteX11" fmla="*/ 63660 w 84879"/>
                <a:gd name="connsiteY11" fmla="*/ 68965 h 79574"/>
                <a:gd name="connsiteX12" fmla="*/ 51281 w 84879"/>
                <a:gd name="connsiteY12" fmla="*/ 68965 h 79574"/>
                <a:gd name="connsiteX13" fmla="*/ 51281 w 84879"/>
                <a:gd name="connsiteY13" fmla="*/ 61891 h 79574"/>
                <a:gd name="connsiteX14" fmla="*/ 79221 w 84879"/>
                <a:gd name="connsiteY14" fmla="*/ 61891 h 79574"/>
                <a:gd name="connsiteX15" fmla="*/ 84880 w 84879"/>
                <a:gd name="connsiteY15" fmla="*/ 56233 h 79574"/>
                <a:gd name="connsiteX16" fmla="*/ 84880 w 84879"/>
                <a:gd name="connsiteY16" fmla="*/ 56233 h 79574"/>
                <a:gd name="connsiteX17" fmla="*/ 84880 w 84879"/>
                <a:gd name="connsiteY17" fmla="*/ 5659 h 79574"/>
                <a:gd name="connsiteX18" fmla="*/ 79221 w 84879"/>
                <a:gd name="connsiteY18" fmla="*/ 0 h 79574"/>
                <a:gd name="connsiteX19" fmla="*/ 74270 w 84879"/>
                <a:gd name="connsiteY19" fmla="*/ 51281 h 79574"/>
                <a:gd name="connsiteX20" fmla="*/ 10610 w 84879"/>
                <a:gd name="connsiteY20" fmla="*/ 51281 h 79574"/>
                <a:gd name="connsiteX21" fmla="*/ 10610 w 84879"/>
                <a:gd name="connsiteY21" fmla="*/ 10610 h 79574"/>
                <a:gd name="connsiteX22" fmla="*/ 74270 w 84879"/>
                <a:gd name="connsiteY22" fmla="*/ 10610 h 79574"/>
                <a:gd name="connsiteX23" fmla="*/ 74270 w 84879"/>
                <a:gd name="connsiteY23" fmla="*/ 51281 h 7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879" h="79574" extrusionOk="0">
                  <a:moveTo>
                    <a:pt x="79221" y="0"/>
                  </a:moveTo>
                  <a:lnTo>
                    <a:pt x="5659" y="0"/>
                  </a:lnTo>
                  <a:cubicBezTo>
                    <a:pt x="2476" y="0"/>
                    <a:pt x="0" y="2476"/>
                    <a:pt x="0" y="5659"/>
                  </a:cubicBezTo>
                  <a:lnTo>
                    <a:pt x="0" y="56233"/>
                  </a:lnTo>
                  <a:cubicBezTo>
                    <a:pt x="0" y="59416"/>
                    <a:pt x="2476" y="61891"/>
                    <a:pt x="5659" y="61891"/>
                  </a:cubicBezTo>
                  <a:cubicBezTo>
                    <a:pt x="5659" y="61891"/>
                    <a:pt x="5659" y="61891"/>
                    <a:pt x="5659" y="61891"/>
                  </a:cubicBezTo>
                  <a:lnTo>
                    <a:pt x="33598" y="61891"/>
                  </a:lnTo>
                  <a:lnTo>
                    <a:pt x="33598" y="68965"/>
                  </a:lnTo>
                  <a:lnTo>
                    <a:pt x="21220" y="68965"/>
                  </a:lnTo>
                  <a:lnTo>
                    <a:pt x="21220" y="79575"/>
                  </a:lnTo>
                  <a:lnTo>
                    <a:pt x="63660" y="79575"/>
                  </a:lnTo>
                  <a:lnTo>
                    <a:pt x="63660" y="68965"/>
                  </a:lnTo>
                  <a:lnTo>
                    <a:pt x="51281" y="68965"/>
                  </a:lnTo>
                  <a:lnTo>
                    <a:pt x="51281" y="61891"/>
                  </a:lnTo>
                  <a:lnTo>
                    <a:pt x="79221" y="61891"/>
                  </a:lnTo>
                  <a:cubicBezTo>
                    <a:pt x="82404" y="61891"/>
                    <a:pt x="84880" y="59416"/>
                    <a:pt x="84880" y="56233"/>
                  </a:cubicBezTo>
                  <a:lnTo>
                    <a:pt x="84880" y="56233"/>
                  </a:lnTo>
                  <a:lnTo>
                    <a:pt x="84880" y="5659"/>
                  </a:lnTo>
                  <a:cubicBezTo>
                    <a:pt x="84880" y="2476"/>
                    <a:pt x="82404" y="0"/>
                    <a:pt x="79221" y="0"/>
                  </a:cubicBezTo>
                  <a:close/>
                  <a:moveTo>
                    <a:pt x="74270" y="51281"/>
                  </a:moveTo>
                  <a:lnTo>
                    <a:pt x="10610" y="51281"/>
                  </a:lnTo>
                  <a:lnTo>
                    <a:pt x="10610" y="10610"/>
                  </a:lnTo>
                  <a:lnTo>
                    <a:pt x="74270" y="10610"/>
                  </a:lnTo>
                  <a:lnTo>
                    <a:pt x="74270" y="51281"/>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4" name="Freeform: Shape 143"/>
            <p:cNvSpPr/>
            <p:nvPr/>
          </p:nvSpPr>
          <p:spPr bwMode="auto">
            <a:xfrm flipH="1">
              <a:off x="3861175" y="2586814"/>
              <a:ext cx="31165" cy="39256"/>
            </a:xfrm>
            <a:custGeom>
              <a:avLst/>
              <a:gdLst>
                <a:gd name="connsiteX0" fmla="*/ 17860 w 31165"/>
                <a:gd name="connsiteY0" fmla="*/ 0 h 39256"/>
                <a:gd name="connsiteX1" fmla="*/ 20513 w 31165"/>
                <a:gd name="connsiteY1" fmla="*/ 8134 h 39256"/>
                <a:gd name="connsiteX2" fmla="*/ 12909 w 31165"/>
                <a:gd name="connsiteY2" fmla="*/ 20689 h 39256"/>
                <a:gd name="connsiteX3" fmla="*/ 12909 w 31165"/>
                <a:gd name="connsiteY3" fmla="*/ 13439 h 39256"/>
                <a:gd name="connsiteX4" fmla="*/ 0 w 31165"/>
                <a:gd name="connsiteY4" fmla="*/ 26525 h 39256"/>
                <a:gd name="connsiteX5" fmla="*/ 12909 w 31165"/>
                <a:gd name="connsiteY5" fmla="*/ 39257 h 39256"/>
                <a:gd name="connsiteX6" fmla="*/ 12909 w 31165"/>
                <a:gd name="connsiteY6" fmla="*/ 32007 h 39256"/>
                <a:gd name="connsiteX7" fmla="*/ 30238 w 31165"/>
                <a:gd name="connsiteY7" fmla="*/ 1591 h 39256"/>
                <a:gd name="connsiteX8" fmla="*/ 29708 w 31165"/>
                <a:gd name="connsiteY8" fmla="*/ 0 h 39256"/>
                <a:gd name="connsiteX9" fmla="*/ 17860 w 31165"/>
                <a:gd name="connsiteY9" fmla="*/ 0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extrusionOk="0">
                  <a:moveTo>
                    <a:pt x="17860" y="0"/>
                  </a:moveTo>
                  <a:cubicBezTo>
                    <a:pt x="19628" y="2299"/>
                    <a:pt x="20513" y="5305"/>
                    <a:pt x="20513" y="8134"/>
                  </a:cubicBezTo>
                  <a:cubicBezTo>
                    <a:pt x="20513" y="13439"/>
                    <a:pt x="17506" y="18214"/>
                    <a:pt x="12909" y="20689"/>
                  </a:cubicBezTo>
                  <a:lnTo>
                    <a:pt x="12909" y="13439"/>
                  </a:lnTo>
                  <a:lnTo>
                    <a:pt x="0" y="26525"/>
                  </a:lnTo>
                  <a:lnTo>
                    <a:pt x="12909" y="39257"/>
                  </a:lnTo>
                  <a:lnTo>
                    <a:pt x="12909" y="32007"/>
                  </a:lnTo>
                  <a:cubicBezTo>
                    <a:pt x="26171" y="28470"/>
                    <a:pt x="33952" y="14854"/>
                    <a:pt x="30238" y="1591"/>
                  </a:cubicBezTo>
                  <a:cubicBezTo>
                    <a:pt x="30061" y="1061"/>
                    <a:pt x="29885" y="530"/>
                    <a:pt x="29708" y="0"/>
                  </a:cubicBezTo>
                  <a:lnTo>
                    <a:pt x="17860" y="0"/>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5" name="Freeform: Shape 144"/>
            <p:cNvSpPr/>
            <p:nvPr/>
          </p:nvSpPr>
          <p:spPr bwMode="auto">
            <a:xfrm flipH="1">
              <a:off x="3939554" y="2540484"/>
              <a:ext cx="31165" cy="39256"/>
            </a:xfrm>
            <a:custGeom>
              <a:avLst/>
              <a:gdLst>
                <a:gd name="connsiteX0" fmla="*/ 13305 w 31165"/>
                <a:gd name="connsiteY0" fmla="*/ 39257 h 39256"/>
                <a:gd name="connsiteX1" fmla="*/ 10653 w 31165"/>
                <a:gd name="connsiteY1" fmla="*/ 31122 h 39256"/>
                <a:gd name="connsiteX2" fmla="*/ 18256 w 31165"/>
                <a:gd name="connsiteY2" fmla="*/ 18567 h 39256"/>
                <a:gd name="connsiteX3" fmla="*/ 18256 w 31165"/>
                <a:gd name="connsiteY3" fmla="*/ 25818 h 39256"/>
                <a:gd name="connsiteX4" fmla="*/ 31165 w 31165"/>
                <a:gd name="connsiteY4" fmla="*/ 12732 h 39256"/>
                <a:gd name="connsiteX5" fmla="*/ 18256 w 31165"/>
                <a:gd name="connsiteY5" fmla="*/ 0 h 39256"/>
                <a:gd name="connsiteX6" fmla="*/ 18256 w 31165"/>
                <a:gd name="connsiteY6" fmla="*/ 7250 h 39256"/>
                <a:gd name="connsiteX7" fmla="*/ 927 w 31165"/>
                <a:gd name="connsiteY7" fmla="*/ 37665 h 39256"/>
                <a:gd name="connsiteX8" fmla="*/ 1457 w 31165"/>
                <a:gd name="connsiteY8" fmla="*/ 39257 h 39256"/>
                <a:gd name="connsiteX9" fmla="*/ 13305 w 31165"/>
                <a:gd name="connsiteY9" fmla="*/ 39257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extrusionOk="0">
                  <a:moveTo>
                    <a:pt x="13305" y="39257"/>
                  </a:moveTo>
                  <a:cubicBezTo>
                    <a:pt x="11891" y="37488"/>
                    <a:pt x="10653" y="33952"/>
                    <a:pt x="10653" y="31122"/>
                  </a:cubicBezTo>
                  <a:cubicBezTo>
                    <a:pt x="10653" y="25818"/>
                    <a:pt x="13659" y="21043"/>
                    <a:pt x="18256" y="18567"/>
                  </a:cubicBezTo>
                  <a:lnTo>
                    <a:pt x="18256" y="25818"/>
                  </a:lnTo>
                  <a:lnTo>
                    <a:pt x="31165" y="12732"/>
                  </a:lnTo>
                  <a:lnTo>
                    <a:pt x="18256" y="0"/>
                  </a:lnTo>
                  <a:lnTo>
                    <a:pt x="18256" y="7250"/>
                  </a:lnTo>
                  <a:cubicBezTo>
                    <a:pt x="4994" y="10787"/>
                    <a:pt x="-2787" y="24403"/>
                    <a:pt x="927" y="37665"/>
                  </a:cubicBezTo>
                  <a:cubicBezTo>
                    <a:pt x="1104" y="38196"/>
                    <a:pt x="1281" y="38726"/>
                    <a:pt x="1457" y="39257"/>
                  </a:cubicBezTo>
                  <a:lnTo>
                    <a:pt x="13305" y="39257"/>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147" name="Freeform: Shape 146"/>
            <p:cNvSpPr/>
            <p:nvPr/>
          </p:nvSpPr>
          <p:spPr bwMode="auto">
            <a:xfrm>
              <a:off x="4330105" y="1734044"/>
              <a:ext cx="6299" cy="6299"/>
            </a:xfrm>
            <a:custGeom>
              <a:avLst/>
              <a:gdLst>
                <a:gd name="connsiteX0" fmla="*/ 3150 w 6299"/>
                <a:gd name="connsiteY0" fmla="*/ 0 h 6299"/>
                <a:gd name="connsiteX1" fmla="*/ 0 w 6299"/>
                <a:gd name="connsiteY1" fmla="*/ 3150 h 6299"/>
                <a:gd name="connsiteX2" fmla="*/ 3150 w 6299"/>
                <a:gd name="connsiteY2" fmla="*/ 6300 h 6299"/>
                <a:gd name="connsiteX3" fmla="*/ 6300 w 6299"/>
                <a:gd name="connsiteY3" fmla="*/ 3150 h 6299"/>
                <a:gd name="connsiteX4" fmla="*/ 3150 w 6299"/>
                <a:gd name="connsiteY4" fmla="*/ 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extrusionOk="0">
                  <a:moveTo>
                    <a:pt x="3150" y="0"/>
                  </a:moveTo>
                  <a:cubicBezTo>
                    <a:pt x="1425" y="0"/>
                    <a:pt x="0" y="1425"/>
                    <a:pt x="0" y="3150"/>
                  </a:cubicBezTo>
                  <a:cubicBezTo>
                    <a:pt x="0" y="4875"/>
                    <a:pt x="1425" y="6300"/>
                    <a:pt x="3150" y="6300"/>
                  </a:cubicBezTo>
                  <a:cubicBezTo>
                    <a:pt x="4875" y="6300"/>
                    <a:pt x="6300" y="4875"/>
                    <a:pt x="6300" y="3150"/>
                  </a:cubicBezTo>
                  <a:cubicBezTo>
                    <a:pt x="6300" y="1425"/>
                    <a:pt x="4875" y="0"/>
                    <a:pt x="3150" y="0"/>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48" name="Freeform: Shape 147"/>
            <p:cNvSpPr/>
            <p:nvPr/>
          </p:nvSpPr>
          <p:spPr bwMode="auto">
            <a:xfrm>
              <a:off x="4320656" y="1749268"/>
              <a:ext cx="6299" cy="6299"/>
            </a:xfrm>
            <a:custGeom>
              <a:avLst/>
              <a:gdLst>
                <a:gd name="connsiteX0" fmla="*/ 6300 w 6299"/>
                <a:gd name="connsiteY0" fmla="*/ 3150 h 6299"/>
                <a:gd name="connsiteX1" fmla="*/ 3150 w 6299"/>
                <a:gd name="connsiteY1" fmla="*/ 6300 h 6299"/>
                <a:gd name="connsiteX2" fmla="*/ 0 w 6299"/>
                <a:gd name="connsiteY2" fmla="*/ 3150 h 6299"/>
                <a:gd name="connsiteX3" fmla="*/ 3150 w 6299"/>
                <a:gd name="connsiteY3" fmla="*/ 0 h 6299"/>
                <a:gd name="connsiteX4" fmla="*/ 6300 w 6299"/>
                <a:gd name="connsiteY4" fmla="*/ 315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extrusionOk="0">
                  <a:moveTo>
                    <a:pt x="6300" y="3150"/>
                  </a:moveTo>
                  <a:cubicBezTo>
                    <a:pt x="6300" y="4889"/>
                    <a:pt x="4889" y="6300"/>
                    <a:pt x="3150" y="6300"/>
                  </a:cubicBezTo>
                  <a:cubicBezTo>
                    <a:pt x="1410" y="6300"/>
                    <a:pt x="0" y="4889"/>
                    <a:pt x="0" y="3150"/>
                  </a:cubicBezTo>
                  <a:cubicBezTo>
                    <a:pt x="0" y="1410"/>
                    <a:pt x="1410" y="0"/>
                    <a:pt x="3150" y="0"/>
                  </a:cubicBezTo>
                  <a:cubicBezTo>
                    <a:pt x="4889" y="0"/>
                    <a:pt x="6300" y="1410"/>
                    <a:pt x="6300" y="3150"/>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49" name="Freeform: Shape 148"/>
            <p:cNvSpPr/>
            <p:nvPr/>
          </p:nvSpPr>
          <p:spPr bwMode="auto">
            <a:xfrm>
              <a:off x="4308417" y="1723470"/>
              <a:ext cx="51018" cy="60519"/>
            </a:xfrm>
            <a:custGeom>
              <a:avLst/>
              <a:gdLst>
                <a:gd name="connsiteX0" fmla="*/ 33763 w 51018"/>
                <a:gd name="connsiteY0" fmla="*/ 14774 h 60520"/>
                <a:gd name="connsiteX1" fmla="*/ 31888 w 51018"/>
                <a:gd name="connsiteY1" fmla="*/ 15674 h 60520"/>
                <a:gd name="connsiteX2" fmla="*/ 31138 w 51018"/>
                <a:gd name="connsiteY2" fmla="*/ 17324 h 60520"/>
                <a:gd name="connsiteX3" fmla="*/ 31813 w 51018"/>
                <a:gd name="connsiteY3" fmla="*/ 19274 h 60520"/>
                <a:gd name="connsiteX4" fmla="*/ 30313 w 51018"/>
                <a:gd name="connsiteY4" fmla="*/ 20774 h 60520"/>
                <a:gd name="connsiteX5" fmla="*/ 28363 w 51018"/>
                <a:gd name="connsiteY5" fmla="*/ 20099 h 60520"/>
                <a:gd name="connsiteX6" fmla="*/ 26713 w 51018"/>
                <a:gd name="connsiteY6" fmla="*/ 20774 h 60520"/>
                <a:gd name="connsiteX7" fmla="*/ 25813 w 51018"/>
                <a:gd name="connsiteY7" fmla="*/ 22573 h 60520"/>
                <a:gd name="connsiteX8" fmla="*/ 23713 w 51018"/>
                <a:gd name="connsiteY8" fmla="*/ 22573 h 60520"/>
                <a:gd name="connsiteX9" fmla="*/ 22813 w 51018"/>
                <a:gd name="connsiteY9" fmla="*/ 20699 h 60520"/>
                <a:gd name="connsiteX10" fmla="*/ 21164 w 51018"/>
                <a:gd name="connsiteY10" fmla="*/ 20024 h 60520"/>
                <a:gd name="connsiteX11" fmla="*/ 19214 w 51018"/>
                <a:gd name="connsiteY11" fmla="*/ 20699 h 60520"/>
                <a:gd name="connsiteX12" fmla="*/ 17714 w 51018"/>
                <a:gd name="connsiteY12" fmla="*/ 19199 h 60520"/>
                <a:gd name="connsiteX13" fmla="*/ 18389 w 51018"/>
                <a:gd name="connsiteY13" fmla="*/ 17249 h 60520"/>
                <a:gd name="connsiteX14" fmla="*/ 17714 w 51018"/>
                <a:gd name="connsiteY14" fmla="*/ 15599 h 60520"/>
                <a:gd name="connsiteX15" fmla="*/ 15839 w 51018"/>
                <a:gd name="connsiteY15" fmla="*/ 14699 h 60520"/>
                <a:gd name="connsiteX16" fmla="*/ 15839 w 51018"/>
                <a:gd name="connsiteY16" fmla="*/ 12599 h 60520"/>
                <a:gd name="connsiteX17" fmla="*/ 17714 w 51018"/>
                <a:gd name="connsiteY17" fmla="*/ 11699 h 60520"/>
                <a:gd name="connsiteX18" fmla="*/ 18389 w 51018"/>
                <a:gd name="connsiteY18" fmla="*/ 10049 h 60520"/>
                <a:gd name="connsiteX19" fmla="*/ 17789 w 51018"/>
                <a:gd name="connsiteY19" fmla="*/ 8099 h 60520"/>
                <a:gd name="connsiteX20" fmla="*/ 19289 w 51018"/>
                <a:gd name="connsiteY20" fmla="*/ 6600 h 60520"/>
                <a:gd name="connsiteX21" fmla="*/ 21239 w 51018"/>
                <a:gd name="connsiteY21" fmla="*/ 7274 h 60520"/>
                <a:gd name="connsiteX22" fmla="*/ 22888 w 51018"/>
                <a:gd name="connsiteY22" fmla="*/ 6600 h 60520"/>
                <a:gd name="connsiteX23" fmla="*/ 23788 w 51018"/>
                <a:gd name="connsiteY23" fmla="*/ 4725 h 60520"/>
                <a:gd name="connsiteX24" fmla="*/ 25888 w 51018"/>
                <a:gd name="connsiteY24" fmla="*/ 4725 h 60520"/>
                <a:gd name="connsiteX25" fmla="*/ 26788 w 51018"/>
                <a:gd name="connsiteY25" fmla="*/ 6525 h 60520"/>
                <a:gd name="connsiteX26" fmla="*/ 28438 w 51018"/>
                <a:gd name="connsiteY26" fmla="*/ 7200 h 60520"/>
                <a:gd name="connsiteX27" fmla="*/ 30388 w 51018"/>
                <a:gd name="connsiteY27" fmla="*/ 6525 h 60520"/>
                <a:gd name="connsiteX28" fmla="*/ 31888 w 51018"/>
                <a:gd name="connsiteY28" fmla="*/ 8024 h 60520"/>
                <a:gd name="connsiteX29" fmla="*/ 31213 w 51018"/>
                <a:gd name="connsiteY29" fmla="*/ 9974 h 60520"/>
                <a:gd name="connsiteX30" fmla="*/ 31888 w 51018"/>
                <a:gd name="connsiteY30" fmla="*/ 11624 h 60520"/>
                <a:gd name="connsiteX31" fmla="*/ 33763 w 51018"/>
                <a:gd name="connsiteY31" fmla="*/ 12524 h 60520"/>
                <a:gd name="connsiteX32" fmla="*/ 33763 w 51018"/>
                <a:gd name="connsiteY32" fmla="*/ 14774 h 60520"/>
                <a:gd name="connsiteX33" fmla="*/ 24313 w 51018"/>
                <a:gd name="connsiteY33" fmla="*/ 29998 h 60520"/>
                <a:gd name="connsiteX34" fmla="*/ 22439 w 51018"/>
                <a:gd name="connsiteY34" fmla="*/ 30898 h 60520"/>
                <a:gd name="connsiteX35" fmla="*/ 21764 w 51018"/>
                <a:gd name="connsiteY35" fmla="*/ 32548 h 60520"/>
                <a:gd name="connsiteX36" fmla="*/ 22364 w 51018"/>
                <a:gd name="connsiteY36" fmla="*/ 34498 h 60520"/>
                <a:gd name="connsiteX37" fmla="*/ 20864 w 51018"/>
                <a:gd name="connsiteY37" fmla="*/ 35998 h 60520"/>
                <a:gd name="connsiteX38" fmla="*/ 18914 w 51018"/>
                <a:gd name="connsiteY38" fmla="*/ 35323 h 60520"/>
                <a:gd name="connsiteX39" fmla="*/ 17264 w 51018"/>
                <a:gd name="connsiteY39" fmla="*/ 35998 h 60520"/>
                <a:gd name="connsiteX40" fmla="*/ 16439 w 51018"/>
                <a:gd name="connsiteY40" fmla="*/ 37797 h 60520"/>
                <a:gd name="connsiteX41" fmla="*/ 14339 w 51018"/>
                <a:gd name="connsiteY41" fmla="*/ 37797 h 60520"/>
                <a:gd name="connsiteX42" fmla="*/ 13439 w 51018"/>
                <a:gd name="connsiteY42" fmla="*/ 35923 h 60520"/>
                <a:gd name="connsiteX43" fmla="*/ 11789 w 51018"/>
                <a:gd name="connsiteY43" fmla="*/ 35248 h 60520"/>
                <a:gd name="connsiteX44" fmla="*/ 9839 w 51018"/>
                <a:gd name="connsiteY44" fmla="*/ 35848 h 60520"/>
                <a:gd name="connsiteX45" fmla="*/ 8339 w 51018"/>
                <a:gd name="connsiteY45" fmla="*/ 34348 h 60520"/>
                <a:gd name="connsiteX46" fmla="*/ 9014 w 51018"/>
                <a:gd name="connsiteY46" fmla="*/ 32398 h 60520"/>
                <a:gd name="connsiteX47" fmla="*/ 8339 w 51018"/>
                <a:gd name="connsiteY47" fmla="*/ 30748 h 60520"/>
                <a:gd name="connsiteX48" fmla="*/ 6465 w 51018"/>
                <a:gd name="connsiteY48" fmla="*/ 29848 h 60520"/>
                <a:gd name="connsiteX49" fmla="*/ 6465 w 51018"/>
                <a:gd name="connsiteY49" fmla="*/ 27748 h 60520"/>
                <a:gd name="connsiteX50" fmla="*/ 8339 w 51018"/>
                <a:gd name="connsiteY50" fmla="*/ 26848 h 60520"/>
                <a:gd name="connsiteX51" fmla="*/ 9014 w 51018"/>
                <a:gd name="connsiteY51" fmla="*/ 25198 h 60520"/>
                <a:gd name="connsiteX52" fmla="*/ 8339 w 51018"/>
                <a:gd name="connsiteY52" fmla="*/ 23248 h 60520"/>
                <a:gd name="connsiteX53" fmla="*/ 9839 w 51018"/>
                <a:gd name="connsiteY53" fmla="*/ 21748 h 60520"/>
                <a:gd name="connsiteX54" fmla="*/ 11789 w 51018"/>
                <a:gd name="connsiteY54" fmla="*/ 22423 h 60520"/>
                <a:gd name="connsiteX55" fmla="*/ 13439 w 51018"/>
                <a:gd name="connsiteY55" fmla="*/ 21748 h 60520"/>
                <a:gd name="connsiteX56" fmla="*/ 14339 w 51018"/>
                <a:gd name="connsiteY56" fmla="*/ 19874 h 60520"/>
                <a:gd name="connsiteX57" fmla="*/ 16514 w 51018"/>
                <a:gd name="connsiteY57" fmla="*/ 19874 h 60520"/>
                <a:gd name="connsiteX58" fmla="*/ 17414 w 51018"/>
                <a:gd name="connsiteY58" fmla="*/ 21748 h 60520"/>
                <a:gd name="connsiteX59" fmla="*/ 19064 w 51018"/>
                <a:gd name="connsiteY59" fmla="*/ 22423 h 60520"/>
                <a:gd name="connsiteX60" fmla="*/ 21014 w 51018"/>
                <a:gd name="connsiteY60" fmla="*/ 21748 h 60520"/>
                <a:gd name="connsiteX61" fmla="*/ 22513 w 51018"/>
                <a:gd name="connsiteY61" fmla="*/ 23248 h 60520"/>
                <a:gd name="connsiteX62" fmla="*/ 21839 w 51018"/>
                <a:gd name="connsiteY62" fmla="*/ 25198 h 60520"/>
                <a:gd name="connsiteX63" fmla="*/ 22513 w 51018"/>
                <a:gd name="connsiteY63" fmla="*/ 26848 h 60520"/>
                <a:gd name="connsiteX64" fmla="*/ 24388 w 51018"/>
                <a:gd name="connsiteY64" fmla="*/ 27748 h 60520"/>
                <a:gd name="connsiteX65" fmla="*/ 24313 w 51018"/>
                <a:gd name="connsiteY65" fmla="*/ 29998 h 60520"/>
                <a:gd name="connsiteX66" fmla="*/ 24313 w 51018"/>
                <a:gd name="connsiteY66" fmla="*/ 29998 h 60520"/>
                <a:gd name="connsiteX67" fmla="*/ 50262 w 51018"/>
                <a:gd name="connsiteY67" fmla="*/ 32773 h 60520"/>
                <a:gd name="connsiteX68" fmla="*/ 45087 w 51018"/>
                <a:gd name="connsiteY68" fmla="*/ 23773 h 60520"/>
                <a:gd name="connsiteX69" fmla="*/ 45087 w 51018"/>
                <a:gd name="connsiteY69" fmla="*/ 23398 h 60520"/>
                <a:gd name="connsiteX70" fmla="*/ 34063 w 51018"/>
                <a:gd name="connsiteY70" fmla="*/ 3150 h 60520"/>
                <a:gd name="connsiteX71" fmla="*/ 11039 w 51018"/>
                <a:gd name="connsiteY71" fmla="*/ 3150 h 60520"/>
                <a:gd name="connsiteX72" fmla="*/ 15 w 51018"/>
                <a:gd name="connsiteY72" fmla="*/ 23398 h 60520"/>
                <a:gd name="connsiteX73" fmla="*/ 8864 w 51018"/>
                <a:gd name="connsiteY73" fmla="*/ 41547 h 60520"/>
                <a:gd name="connsiteX74" fmla="*/ 8864 w 51018"/>
                <a:gd name="connsiteY74" fmla="*/ 60521 h 60520"/>
                <a:gd name="connsiteX75" fmla="*/ 32563 w 51018"/>
                <a:gd name="connsiteY75" fmla="*/ 60521 h 60520"/>
                <a:gd name="connsiteX76" fmla="*/ 32563 w 51018"/>
                <a:gd name="connsiteY76" fmla="*/ 51521 h 60520"/>
                <a:gd name="connsiteX77" fmla="*/ 36238 w 51018"/>
                <a:gd name="connsiteY77" fmla="*/ 51521 h 60520"/>
                <a:gd name="connsiteX78" fmla="*/ 42537 w 51018"/>
                <a:gd name="connsiteY78" fmla="*/ 48897 h 60520"/>
                <a:gd name="connsiteX79" fmla="*/ 45087 w 51018"/>
                <a:gd name="connsiteY79" fmla="*/ 42522 h 60520"/>
                <a:gd name="connsiteX80" fmla="*/ 45087 w 51018"/>
                <a:gd name="connsiteY80" fmla="*/ 38022 h 60520"/>
                <a:gd name="connsiteX81" fmla="*/ 48387 w 51018"/>
                <a:gd name="connsiteY81" fmla="*/ 38022 h 60520"/>
                <a:gd name="connsiteX82" fmla="*/ 50262 w 51018"/>
                <a:gd name="connsiteY82" fmla="*/ 32773 h 6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018" h="60520" extrusionOk="0">
                  <a:moveTo>
                    <a:pt x="33763" y="14774"/>
                  </a:moveTo>
                  <a:lnTo>
                    <a:pt x="31888" y="15674"/>
                  </a:lnTo>
                  <a:cubicBezTo>
                    <a:pt x="31738" y="16274"/>
                    <a:pt x="31438" y="16799"/>
                    <a:pt x="31138" y="17324"/>
                  </a:cubicBezTo>
                  <a:lnTo>
                    <a:pt x="31813" y="19274"/>
                  </a:lnTo>
                  <a:lnTo>
                    <a:pt x="30313" y="20774"/>
                  </a:lnTo>
                  <a:lnTo>
                    <a:pt x="28363" y="20099"/>
                  </a:lnTo>
                  <a:cubicBezTo>
                    <a:pt x="27838" y="20399"/>
                    <a:pt x="27313" y="20624"/>
                    <a:pt x="26713" y="20774"/>
                  </a:cubicBezTo>
                  <a:lnTo>
                    <a:pt x="25813" y="22573"/>
                  </a:lnTo>
                  <a:lnTo>
                    <a:pt x="23713" y="22573"/>
                  </a:lnTo>
                  <a:lnTo>
                    <a:pt x="22813" y="20699"/>
                  </a:lnTo>
                  <a:cubicBezTo>
                    <a:pt x="22214" y="20549"/>
                    <a:pt x="21689" y="20324"/>
                    <a:pt x="21164" y="20024"/>
                  </a:cubicBezTo>
                  <a:lnTo>
                    <a:pt x="19214" y="20699"/>
                  </a:lnTo>
                  <a:lnTo>
                    <a:pt x="17714" y="19199"/>
                  </a:lnTo>
                  <a:lnTo>
                    <a:pt x="18389" y="17249"/>
                  </a:lnTo>
                  <a:cubicBezTo>
                    <a:pt x="18089" y="16724"/>
                    <a:pt x="17864" y="16199"/>
                    <a:pt x="17714" y="15599"/>
                  </a:cubicBezTo>
                  <a:lnTo>
                    <a:pt x="15839" y="14699"/>
                  </a:lnTo>
                  <a:lnTo>
                    <a:pt x="15839" y="12599"/>
                  </a:lnTo>
                  <a:lnTo>
                    <a:pt x="17714" y="11699"/>
                  </a:lnTo>
                  <a:cubicBezTo>
                    <a:pt x="17864" y="11099"/>
                    <a:pt x="18089" y="10574"/>
                    <a:pt x="18389" y="10049"/>
                  </a:cubicBezTo>
                  <a:lnTo>
                    <a:pt x="17789" y="8099"/>
                  </a:lnTo>
                  <a:lnTo>
                    <a:pt x="19289" y="6600"/>
                  </a:lnTo>
                  <a:lnTo>
                    <a:pt x="21239" y="7274"/>
                  </a:lnTo>
                  <a:cubicBezTo>
                    <a:pt x="21764" y="6975"/>
                    <a:pt x="22289" y="6750"/>
                    <a:pt x="22888" y="6600"/>
                  </a:cubicBezTo>
                  <a:lnTo>
                    <a:pt x="23788" y="4725"/>
                  </a:lnTo>
                  <a:lnTo>
                    <a:pt x="25888" y="4725"/>
                  </a:lnTo>
                  <a:lnTo>
                    <a:pt x="26788" y="6525"/>
                  </a:lnTo>
                  <a:cubicBezTo>
                    <a:pt x="27388" y="6675"/>
                    <a:pt x="27913" y="6900"/>
                    <a:pt x="28438" y="7200"/>
                  </a:cubicBezTo>
                  <a:lnTo>
                    <a:pt x="30388" y="6525"/>
                  </a:lnTo>
                  <a:lnTo>
                    <a:pt x="31888" y="8024"/>
                  </a:lnTo>
                  <a:lnTo>
                    <a:pt x="31213" y="9974"/>
                  </a:lnTo>
                  <a:cubicBezTo>
                    <a:pt x="31513" y="10499"/>
                    <a:pt x="31738" y="11024"/>
                    <a:pt x="31888" y="11624"/>
                  </a:cubicBezTo>
                  <a:lnTo>
                    <a:pt x="33763" y="12524"/>
                  </a:lnTo>
                  <a:lnTo>
                    <a:pt x="33763" y="14774"/>
                  </a:lnTo>
                  <a:close/>
                  <a:moveTo>
                    <a:pt x="24313" y="29998"/>
                  </a:moveTo>
                  <a:lnTo>
                    <a:pt x="22439" y="30898"/>
                  </a:lnTo>
                  <a:cubicBezTo>
                    <a:pt x="22289" y="31498"/>
                    <a:pt x="22064" y="32023"/>
                    <a:pt x="21764" y="32548"/>
                  </a:cubicBezTo>
                  <a:lnTo>
                    <a:pt x="22364" y="34498"/>
                  </a:lnTo>
                  <a:lnTo>
                    <a:pt x="20864" y="35998"/>
                  </a:lnTo>
                  <a:lnTo>
                    <a:pt x="18914" y="35323"/>
                  </a:lnTo>
                  <a:cubicBezTo>
                    <a:pt x="18389" y="35623"/>
                    <a:pt x="17864" y="35848"/>
                    <a:pt x="17264" y="35998"/>
                  </a:cubicBezTo>
                  <a:lnTo>
                    <a:pt x="16439" y="37797"/>
                  </a:lnTo>
                  <a:lnTo>
                    <a:pt x="14339" y="37797"/>
                  </a:lnTo>
                  <a:lnTo>
                    <a:pt x="13439" y="35923"/>
                  </a:lnTo>
                  <a:cubicBezTo>
                    <a:pt x="12839" y="35773"/>
                    <a:pt x="12314" y="35548"/>
                    <a:pt x="11789" y="35248"/>
                  </a:cubicBezTo>
                  <a:lnTo>
                    <a:pt x="9839" y="35848"/>
                  </a:lnTo>
                  <a:lnTo>
                    <a:pt x="8339" y="34348"/>
                  </a:lnTo>
                  <a:lnTo>
                    <a:pt x="9014" y="32398"/>
                  </a:lnTo>
                  <a:cubicBezTo>
                    <a:pt x="8714" y="31873"/>
                    <a:pt x="8489" y="31348"/>
                    <a:pt x="8339" y="30748"/>
                  </a:cubicBezTo>
                  <a:lnTo>
                    <a:pt x="6465" y="29848"/>
                  </a:lnTo>
                  <a:lnTo>
                    <a:pt x="6465" y="27748"/>
                  </a:lnTo>
                  <a:lnTo>
                    <a:pt x="8339" y="26848"/>
                  </a:lnTo>
                  <a:cubicBezTo>
                    <a:pt x="8489" y="26248"/>
                    <a:pt x="8714" y="25723"/>
                    <a:pt x="9014" y="25198"/>
                  </a:cubicBezTo>
                  <a:lnTo>
                    <a:pt x="8339" y="23248"/>
                  </a:lnTo>
                  <a:lnTo>
                    <a:pt x="9839" y="21748"/>
                  </a:lnTo>
                  <a:lnTo>
                    <a:pt x="11789" y="22423"/>
                  </a:lnTo>
                  <a:cubicBezTo>
                    <a:pt x="12314" y="22123"/>
                    <a:pt x="12839" y="21898"/>
                    <a:pt x="13439" y="21748"/>
                  </a:cubicBezTo>
                  <a:lnTo>
                    <a:pt x="14339" y="19874"/>
                  </a:lnTo>
                  <a:lnTo>
                    <a:pt x="16514" y="19874"/>
                  </a:lnTo>
                  <a:lnTo>
                    <a:pt x="17414" y="21748"/>
                  </a:lnTo>
                  <a:cubicBezTo>
                    <a:pt x="18014" y="21898"/>
                    <a:pt x="18539" y="22123"/>
                    <a:pt x="19064" y="22423"/>
                  </a:cubicBezTo>
                  <a:lnTo>
                    <a:pt x="21014" y="21748"/>
                  </a:lnTo>
                  <a:lnTo>
                    <a:pt x="22513" y="23248"/>
                  </a:lnTo>
                  <a:lnTo>
                    <a:pt x="21839" y="25198"/>
                  </a:lnTo>
                  <a:cubicBezTo>
                    <a:pt x="22139" y="25723"/>
                    <a:pt x="22364" y="26248"/>
                    <a:pt x="22513" y="26848"/>
                  </a:cubicBezTo>
                  <a:lnTo>
                    <a:pt x="24388" y="27748"/>
                  </a:lnTo>
                  <a:lnTo>
                    <a:pt x="24313" y="29998"/>
                  </a:lnTo>
                  <a:lnTo>
                    <a:pt x="24313" y="29998"/>
                  </a:lnTo>
                  <a:close/>
                  <a:moveTo>
                    <a:pt x="50262" y="32773"/>
                  </a:moveTo>
                  <a:lnTo>
                    <a:pt x="45087" y="23773"/>
                  </a:lnTo>
                  <a:lnTo>
                    <a:pt x="45087" y="23398"/>
                  </a:lnTo>
                  <a:cubicBezTo>
                    <a:pt x="45387" y="15149"/>
                    <a:pt x="41187" y="7424"/>
                    <a:pt x="34063" y="3150"/>
                  </a:cubicBezTo>
                  <a:cubicBezTo>
                    <a:pt x="26938" y="-1050"/>
                    <a:pt x="18164" y="-1050"/>
                    <a:pt x="11039" y="3150"/>
                  </a:cubicBezTo>
                  <a:cubicBezTo>
                    <a:pt x="3915" y="7349"/>
                    <a:pt x="-285" y="15149"/>
                    <a:pt x="15" y="23398"/>
                  </a:cubicBezTo>
                  <a:cubicBezTo>
                    <a:pt x="15" y="30523"/>
                    <a:pt x="3240" y="37197"/>
                    <a:pt x="8864" y="41547"/>
                  </a:cubicBezTo>
                  <a:lnTo>
                    <a:pt x="8864" y="60521"/>
                  </a:lnTo>
                  <a:lnTo>
                    <a:pt x="32563" y="60521"/>
                  </a:lnTo>
                  <a:lnTo>
                    <a:pt x="32563" y="51521"/>
                  </a:lnTo>
                  <a:lnTo>
                    <a:pt x="36238" y="51521"/>
                  </a:lnTo>
                  <a:cubicBezTo>
                    <a:pt x="38637" y="51521"/>
                    <a:pt x="40887" y="50546"/>
                    <a:pt x="42537" y="48897"/>
                  </a:cubicBezTo>
                  <a:cubicBezTo>
                    <a:pt x="44187" y="47172"/>
                    <a:pt x="45087" y="44922"/>
                    <a:pt x="45087" y="42522"/>
                  </a:cubicBezTo>
                  <a:lnTo>
                    <a:pt x="45087" y="38022"/>
                  </a:lnTo>
                  <a:lnTo>
                    <a:pt x="48387" y="38022"/>
                  </a:lnTo>
                  <a:cubicBezTo>
                    <a:pt x="50337" y="37797"/>
                    <a:pt x="52061" y="35548"/>
                    <a:pt x="50262" y="32773"/>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51" name="Freeform: Shape 150"/>
            <p:cNvSpPr/>
            <p:nvPr/>
          </p:nvSpPr>
          <p:spPr bwMode="auto">
            <a:xfrm>
              <a:off x="6984224" y="2251414"/>
              <a:ext cx="26940" cy="15718"/>
            </a:xfrm>
            <a:custGeom>
              <a:avLst/>
              <a:gdLst>
                <a:gd name="connsiteX0" fmla="*/ 26941 w 26940"/>
                <a:gd name="connsiteY0" fmla="*/ 9250 h 15718"/>
                <a:gd name="connsiteX1" fmla="*/ 20472 w 26940"/>
                <a:gd name="connsiteY1" fmla="*/ 15719 h 15718"/>
                <a:gd name="connsiteX2" fmla="*/ 13994 w 26940"/>
                <a:gd name="connsiteY2" fmla="*/ 9250 h 15718"/>
                <a:gd name="connsiteX3" fmla="*/ 17608 w 26940"/>
                <a:gd name="connsiteY3" fmla="*/ 9250 h 15718"/>
                <a:gd name="connsiteX4" fmla="*/ 11259 w 26940"/>
                <a:gd name="connsiteY4" fmla="*/ 5368 h 15718"/>
                <a:gd name="connsiteX5" fmla="*/ 6578 w 26940"/>
                <a:gd name="connsiteY5" fmla="*/ 7154 h 15718"/>
                <a:gd name="connsiteX6" fmla="*/ 0 w 26940"/>
                <a:gd name="connsiteY6" fmla="*/ 7154 h 15718"/>
                <a:gd name="connsiteX7" fmla="*/ 16576 w 26940"/>
                <a:gd name="connsiteY7" fmla="*/ 1189 h 15718"/>
                <a:gd name="connsiteX8" fmla="*/ 23307 w 26940"/>
                <a:gd name="connsiteY8" fmla="*/ 9250 h 1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18" extrusionOk="0">
                  <a:moveTo>
                    <a:pt x="26941" y="9250"/>
                  </a:moveTo>
                  <a:lnTo>
                    <a:pt x="20472" y="15719"/>
                  </a:lnTo>
                  <a:lnTo>
                    <a:pt x="13994" y="9250"/>
                  </a:lnTo>
                  <a:lnTo>
                    <a:pt x="17608" y="9250"/>
                  </a:lnTo>
                  <a:cubicBezTo>
                    <a:pt x="16385" y="6870"/>
                    <a:pt x="13936" y="5371"/>
                    <a:pt x="11259" y="5368"/>
                  </a:cubicBezTo>
                  <a:cubicBezTo>
                    <a:pt x="9533" y="5369"/>
                    <a:pt x="7867" y="6005"/>
                    <a:pt x="6578" y="7154"/>
                  </a:cubicBezTo>
                  <a:lnTo>
                    <a:pt x="0" y="7154"/>
                  </a:lnTo>
                  <a:cubicBezTo>
                    <a:pt x="2930" y="930"/>
                    <a:pt x="10352" y="-1741"/>
                    <a:pt x="16576" y="1189"/>
                  </a:cubicBezTo>
                  <a:cubicBezTo>
                    <a:pt x="19898" y="2753"/>
                    <a:pt x="22361" y="5703"/>
                    <a:pt x="23307" y="9250"/>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2" name="Freeform: Shape 151"/>
            <p:cNvSpPr/>
            <p:nvPr/>
          </p:nvSpPr>
          <p:spPr bwMode="auto">
            <a:xfrm>
              <a:off x="6979842" y="2260664"/>
              <a:ext cx="26940" cy="15721"/>
            </a:xfrm>
            <a:custGeom>
              <a:avLst/>
              <a:gdLst>
                <a:gd name="connsiteX0" fmla="*/ 0 w 26940"/>
                <a:gd name="connsiteY0" fmla="*/ 6468 h 15721"/>
                <a:gd name="connsiteX1" fmla="*/ 6478 w 26940"/>
                <a:gd name="connsiteY1" fmla="*/ 0 h 15721"/>
                <a:gd name="connsiteX2" fmla="*/ 12946 w 26940"/>
                <a:gd name="connsiteY2" fmla="*/ 6468 h 15721"/>
                <a:gd name="connsiteX3" fmla="*/ 9303 w 26940"/>
                <a:gd name="connsiteY3" fmla="*/ 6468 h 15721"/>
                <a:gd name="connsiteX4" fmla="*/ 15641 w 26940"/>
                <a:gd name="connsiteY4" fmla="*/ 10351 h 15721"/>
                <a:gd name="connsiteX5" fmla="*/ 20333 w 26940"/>
                <a:gd name="connsiteY5" fmla="*/ 8564 h 15721"/>
                <a:gd name="connsiteX6" fmla="*/ 26941 w 26940"/>
                <a:gd name="connsiteY6" fmla="*/ 8564 h 15721"/>
                <a:gd name="connsiteX7" fmla="*/ 10333 w 26940"/>
                <a:gd name="connsiteY7" fmla="*/ 14526 h 15721"/>
                <a:gd name="connsiteX8" fmla="*/ 3603 w 26940"/>
                <a:gd name="connsiteY8" fmla="*/ 6468 h 15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21" extrusionOk="0">
                  <a:moveTo>
                    <a:pt x="0" y="6468"/>
                  </a:moveTo>
                  <a:lnTo>
                    <a:pt x="6478" y="0"/>
                  </a:lnTo>
                  <a:lnTo>
                    <a:pt x="12946" y="6468"/>
                  </a:lnTo>
                  <a:lnTo>
                    <a:pt x="9303" y="6468"/>
                  </a:lnTo>
                  <a:cubicBezTo>
                    <a:pt x="10522" y="8847"/>
                    <a:pt x="12968" y="10346"/>
                    <a:pt x="15641" y="10351"/>
                  </a:cubicBezTo>
                  <a:cubicBezTo>
                    <a:pt x="17371" y="10351"/>
                    <a:pt x="19041" y="9715"/>
                    <a:pt x="20333" y="8564"/>
                  </a:cubicBezTo>
                  <a:lnTo>
                    <a:pt x="26941" y="8564"/>
                  </a:lnTo>
                  <a:cubicBezTo>
                    <a:pt x="24001" y="14797"/>
                    <a:pt x="16565" y="17466"/>
                    <a:pt x="10333" y="14526"/>
                  </a:cubicBezTo>
                  <a:cubicBezTo>
                    <a:pt x="7014" y="12960"/>
                    <a:pt x="4552" y="10013"/>
                    <a:pt x="3603" y="646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3" name="Freeform: Shape 152"/>
            <p:cNvSpPr/>
            <p:nvPr/>
          </p:nvSpPr>
          <p:spPr bwMode="auto">
            <a:xfrm>
              <a:off x="6949761" y="2231471"/>
              <a:ext cx="91816" cy="55883"/>
            </a:xfrm>
            <a:custGeom>
              <a:avLst/>
              <a:gdLst>
                <a:gd name="connsiteX0" fmla="*/ 76575 w 91816"/>
                <a:gd name="connsiteY0" fmla="*/ 55884 h 55883"/>
                <a:gd name="connsiteX1" fmla="*/ 91812 w 91816"/>
                <a:gd name="connsiteY1" fmla="*/ 39907 h 55883"/>
                <a:gd name="connsiteX2" fmla="*/ 78471 w 91816"/>
                <a:gd name="connsiteY2" fmla="*/ 24831 h 55883"/>
                <a:gd name="connsiteX3" fmla="*/ 71005 w 91816"/>
                <a:gd name="connsiteY3" fmla="*/ 12653 h 55883"/>
                <a:gd name="connsiteX4" fmla="*/ 56761 w 91816"/>
                <a:gd name="connsiteY4" fmla="*/ 9659 h 55883"/>
                <a:gd name="connsiteX5" fmla="*/ 34063 w 91816"/>
                <a:gd name="connsiteY5" fmla="*/ 585 h 55883"/>
                <a:gd name="connsiteX6" fmla="*/ 17952 w 91816"/>
                <a:gd name="connsiteY6" fmla="*/ 18552 h 55883"/>
                <a:gd name="connsiteX7" fmla="*/ 3619 w 91816"/>
                <a:gd name="connsiteY7" fmla="*/ 25989 h 55883"/>
                <a:gd name="connsiteX8" fmla="*/ 1702 w 91816"/>
                <a:gd name="connsiteY8" fmla="*/ 45114 h 55883"/>
                <a:gd name="connsiteX9" fmla="*/ 17413 w 91816"/>
                <a:gd name="connsiteY9" fmla="*/ 55774 h 55883"/>
                <a:gd name="connsiteX10" fmla="*/ 17683 w 91816"/>
                <a:gd name="connsiteY10" fmla="*/ 49575 h 55883"/>
                <a:gd name="connsiteX11" fmla="*/ 7232 w 91816"/>
                <a:gd name="connsiteY11" fmla="*/ 42478 h 55883"/>
                <a:gd name="connsiteX12" fmla="*/ 8500 w 91816"/>
                <a:gd name="connsiteY12" fmla="*/ 29732 h 55883"/>
                <a:gd name="connsiteX13" fmla="*/ 20238 w 91816"/>
                <a:gd name="connsiteY13" fmla="*/ 24941 h 55883"/>
                <a:gd name="connsiteX14" fmla="*/ 23782 w 91816"/>
                <a:gd name="connsiteY14" fmla="*/ 25530 h 55883"/>
                <a:gd name="connsiteX15" fmla="*/ 23782 w 91816"/>
                <a:gd name="connsiteY15" fmla="*/ 21617 h 55883"/>
                <a:gd name="connsiteX16" fmla="*/ 35470 w 91816"/>
                <a:gd name="connsiteY16" fmla="*/ 6644 h 55883"/>
                <a:gd name="connsiteX17" fmla="*/ 52599 w 91816"/>
                <a:gd name="connsiteY17" fmla="*/ 14630 h 55883"/>
                <a:gd name="connsiteX18" fmla="*/ 53807 w 91816"/>
                <a:gd name="connsiteY18" fmla="*/ 17035 h 55883"/>
                <a:gd name="connsiteX19" fmla="*/ 56312 w 91816"/>
                <a:gd name="connsiteY19" fmla="*/ 16147 h 55883"/>
                <a:gd name="connsiteX20" fmla="*/ 67461 w 91816"/>
                <a:gd name="connsiteY20" fmla="*/ 17704 h 55883"/>
                <a:gd name="connsiteX21" fmla="*/ 72602 w 91816"/>
                <a:gd name="connsiteY21" fmla="*/ 27815 h 55883"/>
                <a:gd name="connsiteX22" fmla="*/ 72602 w 91816"/>
                <a:gd name="connsiteY22" fmla="*/ 30930 h 55883"/>
                <a:gd name="connsiteX23" fmla="*/ 76675 w 91816"/>
                <a:gd name="connsiteY23" fmla="*/ 30930 h 55883"/>
                <a:gd name="connsiteX24" fmla="*/ 85689 w 91816"/>
                <a:gd name="connsiteY24" fmla="*/ 40647 h 55883"/>
                <a:gd name="connsiteX25" fmla="*/ 76575 w 91816"/>
                <a:gd name="connsiteY25" fmla="*/ 49665 h 5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816" h="55883" extrusionOk="0">
                  <a:moveTo>
                    <a:pt x="76575" y="55884"/>
                  </a:moveTo>
                  <a:cubicBezTo>
                    <a:pt x="85194" y="55680"/>
                    <a:pt x="92016" y="48527"/>
                    <a:pt x="91812" y="39907"/>
                  </a:cubicBezTo>
                  <a:cubicBezTo>
                    <a:pt x="91632" y="32303"/>
                    <a:pt x="85998" y="25935"/>
                    <a:pt x="78471" y="24831"/>
                  </a:cubicBezTo>
                  <a:cubicBezTo>
                    <a:pt x="77676" y="19949"/>
                    <a:pt x="74995" y="15576"/>
                    <a:pt x="71005" y="12653"/>
                  </a:cubicBezTo>
                  <a:cubicBezTo>
                    <a:pt x="66876" y="9727"/>
                    <a:pt x="61719" y="8643"/>
                    <a:pt x="56761" y="9659"/>
                  </a:cubicBezTo>
                  <a:cubicBezTo>
                    <a:pt x="51884" y="2128"/>
                    <a:pt x="42787" y="-1508"/>
                    <a:pt x="34063" y="585"/>
                  </a:cubicBezTo>
                  <a:cubicBezTo>
                    <a:pt x="25559" y="2775"/>
                    <a:pt x="19206" y="9861"/>
                    <a:pt x="17952" y="18552"/>
                  </a:cubicBezTo>
                  <a:cubicBezTo>
                    <a:pt x="12288" y="18704"/>
                    <a:pt x="7005" y="21445"/>
                    <a:pt x="3619" y="25989"/>
                  </a:cubicBezTo>
                  <a:cubicBezTo>
                    <a:pt x="-394" y="31562"/>
                    <a:pt x="-1124" y="38854"/>
                    <a:pt x="1702" y="45114"/>
                  </a:cubicBezTo>
                  <a:cubicBezTo>
                    <a:pt x="4584" y="51283"/>
                    <a:pt x="10616" y="55376"/>
                    <a:pt x="17413" y="55774"/>
                  </a:cubicBezTo>
                  <a:close/>
                  <a:moveTo>
                    <a:pt x="17683" y="49575"/>
                  </a:moveTo>
                  <a:cubicBezTo>
                    <a:pt x="13166" y="49291"/>
                    <a:pt x="9162" y="46572"/>
                    <a:pt x="7232" y="42478"/>
                  </a:cubicBezTo>
                  <a:cubicBezTo>
                    <a:pt x="5359" y="38306"/>
                    <a:pt x="5842" y="33453"/>
                    <a:pt x="8500" y="29732"/>
                  </a:cubicBezTo>
                  <a:cubicBezTo>
                    <a:pt x="11217" y="26076"/>
                    <a:pt x="15739" y="24231"/>
                    <a:pt x="20238" y="24941"/>
                  </a:cubicBezTo>
                  <a:lnTo>
                    <a:pt x="23782" y="25530"/>
                  </a:lnTo>
                  <a:lnTo>
                    <a:pt x="23782" y="21617"/>
                  </a:lnTo>
                  <a:cubicBezTo>
                    <a:pt x="23816" y="14547"/>
                    <a:pt x="28621" y="8393"/>
                    <a:pt x="35470" y="6644"/>
                  </a:cubicBezTo>
                  <a:cubicBezTo>
                    <a:pt x="42343" y="4987"/>
                    <a:pt x="49449" y="8300"/>
                    <a:pt x="52599" y="14630"/>
                  </a:cubicBezTo>
                  <a:lnTo>
                    <a:pt x="53807" y="17035"/>
                  </a:lnTo>
                  <a:lnTo>
                    <a:pt x="56312" y="16147"/>
                  </a:lnTo>
                  <a:cubicBezTo>
                    <a:pt x="60061" y="14822"/>
                    <a:pt x="64219" y="15403"/>
                    <a:pt x="67461" y="17704"/>
                  </a:cubicBezTo>
                  <a:cubicBezTo>
                    <a:pt x="70685" y="20065"/>
                    <a:pt x="72594" y="23819"/>
                    <a:pt x="72602" y="27815"/>
                  </a:cubicBezTo>
                  <a:lnTo>
                    <a:pt x="72602" y="30930"/>
                  </a:lnTo>
                  <a:lnTo>
                    <a:pt x="76675" y="30930"/>
                  </a:lnTo>
                  <a:cubicBezTo>
                    <a:pt x="81847" y="31124"/>
                    <a:pt x="85883" y="35475"/>
                    <a:pt x="85689" y="40647"/>
                  </a:cubicBezTo>
                  <a:cubicBezTo>
                    <a:pt x="85504" y="45586"/>
                    <a:pt x="81515" y="49532"/>
                    <a:pt x="76575" y="49665"/>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5" name="Freeform: Shape 154"/>
            <p:cNvSpPr/>
            <p:nvPr/>
          </p:nvSpPr>
          <p:spPr bwMode="auto">
            <a:xfrm>
              <a:off x="4979734" y="1775169"/>
              <a:ext cx="73864" cy="67875"/>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extrusionOk="0">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6" name="Freeform: Shape 155"/>
            <p:cNvSpPr/>
            <p:nvPr/>
          </p:nvSpPr>
          <p:spPr bwMode="auto">
            <a:xfrm>
              <a:off x="4991712"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extrusionOk="0">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7" name="Freeform: Shape 156"/>
            <p:cNvSpPr/>
            <p:nvPr/>
          </p:nvSpPr>
          <p:spPr bwMode="auto">
            <a:xfrm>
              <a:off x="5035631"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extrusionOk="0">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9" name="Freeform: Shape 158"/>
            <p:cNvSpPr/>
            <p:nvPr/>
          </p:nvSpPr>
          <p:spPr bwMode="auto">
            <a:xfrm>
              <a:off x="47719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0" name="Freeform: Shape 159"/>
            <p:cNvSpPr/>
            <p:nvPr/>
          </p:nvSpPr>
          <p:spPr bwMode="auto">
            <a:xfrm>
              <a:off x="479206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1" name="Freeform: Shape 160"/>
            <p:cNvSpPr/>
            <p:nvPr/>
          </p:nvSpPr>
          <p:spPr bwMode="auto">
            <a:xfrm>
              <a:off x="478058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2" name="Freeform: Shape 161"/>
            <p:cNvSpPr/>
            <p:nvPr/>
          </p:nvSpPr>
          <p:spPr bwMode="auto">
            <a:xfrm>
              <a:off x="478632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3" name="Freeform: Shape 162"/>
            <p:cNvSpPr/>
            <p:nvPr/>
          </p:nvSpPr>
          <p:spPr bwMode="auto">
            <a:xfrm>
              <a:off x="48006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4" name="Freeform: Shape 163"/>
            <p:cNvSpPr/>
            <p:nvPr/>
          </p:nvSpPr>
          <p:spPr bwMode="auto">
            <a:xfrm>
              <a:off x="4820762"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5" name="Freeform: Shape 164"/>
            <p:cNvSpPr/>
            <p:nvPr/>
          </p:nvSpPr>
          <p:spPr bwMode="auto">
            <a:xfrm>
              <a:off x="480928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6" name="Freeform: Shape 165"/>
            <p:cNvSpPr/>
            <p:nvPr/>
          </p:nvSpPr>
          <p:spPr bwMode="auto">
            <a:xfrm>
              <a:off x="481502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7" name="Freeform: Shape 166"/>
            <p:cNvSpPr/>
            <p:nvPr/>
          </p:nvSpPr>
          <p:spPr bwMode="auto">
            <a:xfrm>
              <a:off x="482937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69" name="Freeform: Shape 168"/>
            <p:cNvSpPr/>
            <p:nvPr/>
          </p:nvSpPr>
          <p:spPr bwMode="auto">
            <a:xfrm>
              <a:off x="8995736" y="1737264"/>
              <a:ext cx="79853" cy="36297"/>
            </a:xfrm>
            <a:custGeom>
              <a:avLst/>
              <a:gdLst>
                <a:gd name="connsiteX0" fmla="*/ 74409 w 79853"/>
                <a:gd name="connsiteY0" fmla="*/ 28130 h 36297"/>
                <a:gd name="connsiteX1" fmla="*/ 71687 w 79853"/>
                <a:gd name="connsiteY1" fmla="*/ 30853 h 36297"/>
                <a:gd name="connsiteX2" fmla="*/ 9074 w 79853"/>
                <a:gd name="connsiteY2" fmla="*/ 30853 h 36297"/>
                <a:gd name="connsiteX3" fmla="*/ 5445 w 79853"/>
                <a:gd name="connsiteY3" fmla="*/ 27223 h 36297"/>
                <a:gd name="connsiteX4" fmla="*/ 5445 w 79853"/>
                <a:gd name="connsiteY4" fmla="*/ 9074 h 36297"/>
                <a:gd name="connsiteX5" fmla="*/ 9074 w 79853"/>
                <a:gd name="connsiteY5" fmla="*/ 5445 h 36297"/>
                <a:gd name="connsiteX6" fmla="*/ 71687 w 79853"/>
                <a:gd name="connsiteY6" fmla="*/ 5445 h 36297"/>
                <a:gd name="connsiteX7" fmla="*/ 74409 w 79853"/>
                <a:gd name="connsiteY7" fmla="*/ 8167 h 36297"/>
                <a:gd name="connsiteX8" fmla="*/ 74409 w 79853"/>
                <a:gd name="connsiteY8" fmla="*/ 28130 h 36297"/>
                <a:gd name="connsiteX9" fmla="*/ 0 w 79853"/>
                <a:gd name="connsiteY9" fmla="*/ 0 h 36297"/>
                <a:gd name="connsiteX10" fmla="*/ 0 w 79853"/>
                <a:gd name="connsiteY10" fmla="*/ 36297 h 36297"/>
                <a:gd name="connsiteX11" fmla="*/ 79854 w 79853"/>
                <a:gd name="connsiteY11" fmla="*/ 36297 h 36297"/>
                <a:gd name="connsiteX12" fmla="*/ 79854 w 79853"/>
                <a:gd name="connsiteY12" fmla="*/ 0 h 36297"/>
                <a:gd name="connsiteX13" fmla="*/ 0 w 79853"/>
                <a:gd name="connsiteY13" fmla="*/ 0 h 3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853" h="36297" extrusionOk="0">
                  <a:moveTo>
                    <a:pt x="74409" y="28130"/>
                  </a:moveTo>
                  <a:lnTo>
                    <a:pt x="71687" y="30853"/>
                  </a:lnTo>
                  <a:lnTo>
                    <a:pt x="9074" y="30853"/>
                  </a:lnTo>
                  <a:lnTo>
                    <a:pt x="5445" y="27223"/>
                  </a:lnTo>
                  <a:lnTo>
                    <a:pt x="5445" y="9074"/>
                  </a:lnTo>
                  <a:lnTo>
                    <a:pt x="9074" y="5445"/>
                  </a:lnTo>
                  <a:lnTo>
                    <a:pt x="71687" y="5445"/>
                  </a:lnTo>
                  <a:lnTo>
                    <a:pt x="74409" y="8167"/>
                  </a:lnTo>
                  <a:lnTo>
                    <a:pt x="74409" y="28130"/>
                  </a:lnTo>
                  <a:close/>
                  <a:moveTo>
                    <a:pt x="0" y="0"/>
                  </a:moveTo>
                  <a:lnTo>
                    <a:pt x="0" y="36297"/>
                  </a:lnTo>
                  <a:lnTo>
                    <a:pt x="79854" y="36297"/>
                  </a:lnTo>
                  <a:lnTo>
                    <a:pt x="79854" y="0"/>
                  </a:lnTo>
                  <a:lnTo>
                    <a:pt x="0" y="0"/>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0" name="Freeform: Shape 169"/>
            <p:cNvSpPr/>
            <p:nvPr/>
          </p:nvSpPr>
          <p:spPr bwMode="auto">
            <a:xfrm>
              <a:off x="9028404" y="1746337"/>
              <a:ext cx="14518" cy="18148"/>
            </a:xfrm>
            <a:custGeom>
              <a:avLst/>
              <a:gdLst>
                <a:gd name="connsiteX0" fmla="*/ 14519 w 14518"/>
                <a:gd name="connsiteY0" fmla="*/ 9074 h 18148"/>
                <a:gd name="connsiteX1" fmla="*/ 7259 w 14518"/>
                <a:gd name="connsiteY1" fmla="*/ 18149 h 18148"/>
                <a:gd name="connsiteX2" fmla="*/ 0 w 14518"/>
                <a:gd name="connsiteY2" fmla="*/ 9074 h 18148"/>
                <a:gd name="connsiteX3" fmla="*/ 7259 w 14518"/>
                <a:gd name="connsiteY3" fmla="*/ 0 h 18148"/>
                <a:gd name="connsiteX4" fmla="*/ 14519 w 14518"/>
                <a:gd name="connsiteY4" fmla="*/ 9074 h 18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8" h="18148" extrusionOk="0">
                  <a:moveTo>
                    <a:pt x="14519" y="9074"/>
                  </a:moveTo>
                  <a:cubicBezTo>
                    <a:pt x="14519" y="14086"/>
                    <a:pt x="11269" y="18149"/>
                    <a:pt x="7259" y="18149"/>
                  </a:cubicBezTo>
                  <a:cubicBezTo>
                    <a:pt x="3250" y="18149"/>
                    <a:pt x="0" y="14086"/>
                    <a:pt x="0" y="9074"/>
                  </a:cubicBezTo>
                  <a:cubicBezTo>
                    <a:pt x="0" y="4063"/>
                    <a:pt x="3250" y="0"/>
                    <a:pt x="7259" y="0"/>
                  </a:cubicBezTo>
                  <a:cubicBezTo>
                    <a:pt x="11269" y="0"/>
                    <a:pt x="14519" y="4063"/>
                    <a:pt x="14519" y="90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1" name="Freeform: Shape 170"/>
            <p:cNvSpPr/>
            <p:nvPr/>
          </p:nvSpPr>
          <p:spPr bwMode="auto">
            <a:xfrm>
              <a:off x="9010255"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extrusionOk="0">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2" name="Freeform: Shape 171"/>
            <p:cNvSpPr/>
            <p:nvPr/>
          </p:nvSpPr>
          <p:spPr bwMode="auto">
            <a:xfrm>
              <a:off x="9055626"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extrusionOk="0">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3" name="Freeform: Shape 172"/>
            <p:cNvSpPr/>
            <p:nvPr/>
          </p:nvSpPr>
          <p:spPr bwMode="auto">
            <a:xfrm>
              <a:off x="9006081" y="1712582"/>
              <a:ext cx="52630" cy="19963"/>
            </a:xfrm>
            <a:custGeom>
              <a:avLst/>
              <a:gdLst>
                <a:gd name="connsiteX0" fmla="*/ 45825 w 52630"/>
                <a:gd name="connsiteY0" fmla="*/ 7169 h 19963"/>
                <a:gd name="connsiteX1" fmla="*/ 47186 w 52630"/>
                <a:gd name="connsiteY1" fmla="*/ 10617 h 19963"/>
                <a:gd name="connsiteX2" fmla="*/ 52631 w 52630"/>
                <a:gd name="connsiteY2" fmla="*/ 9528 h 19963"/>
                <a:gd name="connsiteX3" fmla="*/ 48820 w 52630"/>
                <a:gd name="connsiteY3" fmla="*/ 0 h 19963"/>
                <a:gd name="connsiteX4" fmla="*/ 0 w 52630"/>
                <a:gd name="connsiteY4" fmla="*/ 19963 h 19963"/>
                <a:gd name="connsiteX5" fmla="*/ 27949 w 52630"/>
                <a:gd name="connsiteY5" fmla="*/ 14428 h 1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630" h="19963" extrusionOk="0">
                  <a:moveTo>
                    <a:pt x="45825" y="7169"/>
                  </a:moveTo>
                  <a:lnTo>
                    <a:pt x="47186" y="10617"/>
                  </a:lnTo>
                  <a:lnTo>
                    <a:pt x="52631" y="9528"/>
                  </a:lnTo>
                  <a:lnTo>
                    <a:pt x="48820" y="0"/>
                  </a:lnTo>
                  <a:lnTo>
                    <a:pt x="0" y="19963"/>
                  </a:lnTo>
                  <a:lnTo>
                    <a:pt x="27949" y="14428"/>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4" name="Freeform: Shape 173"/>
            <p:cNvSpPr/>
            <p:nvPr/>
          </p:nvSpPr>
          <p:spPr bwMode="auto">
            <a:xfrm>
              <a:off x="9019329" y="1724378"/>
              <a:ext cx="48365" cy="9255"/>
            </a:xfrm>
            <a:custGeom>
              <a:avLst/>
              <a:gdLst>
                <a:gd name="connsiteX0" fmla="*/ 27858 w 48365"/>
                <a:gd name="connsiteY0" fmla="*/ 9256 h 9255"/>
                <a:gd name="connsiteX1" fmla="*/ 42195 w 48365"/>
                <a:gd name="connsiteY1" fmla="*/ 6443 h 9255"/>
                <a:gd name="connsiteX2" fmla="*/ 42831 w 48365"/>
                <a:gd name="connsiteY2" fmla="*/ 9256 h 9255"/>
                <a:gd name="connsiteX3" fmla="*/ 48366 w 48365"/>
                <a:gd name="connsiteY3" fmla="*/ 9256 h 9255"/>
                <a:gd name="connsiteX4" fmla="*/ 46551 w 48365"/>
                <a:gd name="connsiteY4" fmla="*/ 0 h 9255"/>
                <a:gd name="connsiteX5" fmla="*/ 0 w 48365"/>
                <a:gd name="connsiteY5" fmla="*/ 9256 h 9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365" h="9255" extrusionOk="0">
                  <a:moveTo>
                    <a:pt x="27858" y="9256"/>
                  </a:moveTo>
                  <a:lnTo>
                    <a:pt x="42195" y="6443"/>
                  </a:lnTo>
                  <a:lnTo>
                    <a:pt x="42831" y="9256"/>
                  </a:lnTo>
                  <a:lnTo>
                    <a:pt x="48366" y="9256"/>
                  </a:lnTo>
                  <a:lnTo>
                    <a:pt x="46551" y="0"/>
                  </a:lnTo>
                  <a:lnTo>
                    <a:pt x="0" y="9256"/>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75" name="Graphic 57" descr="Heart with pulse"/>
            <p:cNvSpPr/>
            <p:nvPr/>
          </p:nvSpPr>
          <p:spPr bwMode="auto">
            <a:xfrm>
              <a:off x="4226266" y="2116662"/>
              <a:ext cx="82049" cy="77827"/>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extrusionOk="0">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pPr>
                <a:defRPr/>
              </a:pPr>
              <a:endParaRPr lang="en-IN"/>
            </a:p>
          </p:txBody>
        </p:sp>
        <p:sp>
          <p:nvSpPr>
            <p:cNvPr id="177" name="Freeform: Shape 176"/>
            <p:cNvSpPr/>
            <p:nvPr/>
          </p:nvSpPr>
          <p:spPr bwMode="auto">
            <a:xfrm>
              <a:off x="5226253" y="2246446"/>
              <a:ext cx="12395" cy="6197"/>
            </a:xfrm>
            <a:custGeom>
              <a:avLst/>
              <a:gdLst>
                <a:gd name="connsiteX0" fmla="*/ 12396 w 12395"/>
                <a:gd name="connsiteY0" fmla="*/ 3719 h 6197"/>
                <a:gd name="connsiteX1" fmla="*/ 12396 w 12395"/>
                <a:gd name="connsiteY1" fmla="*/ 2479 h 6197"/>
                <a:gd name="connsiteX2" fmla="*/ 9917 w 12395"/>
                <a:gd name="connsiteY2" fmla="*/ 0 h 6197"/>
                <a:gd name="connsiteX3" fmla="*/ 0 w 12395"/>
                <a:gd name="connsiteY3" fmla="*/ 0 h 6197"/>
                <a:gd name="connsiteX4" fmla="*/ 0 w 12395"/>
                <a:gd name="connsiteY4" fmla="*/ 3719 h 6197"/>
                <a:gd name="connsiteX5" fmla="*/ 2479 w 12395"/>
                <a:gd name="connsiteY5" fmla="*/ 6198 h 6197"/>
                <a:gd name="connsiteX6" fmla="*/ 9917 w 12395"/>
                <a:gd name="connsiteY6" fmla="*/ 6198 h 6197"/>
                <a:gd name="connsiteX7" fmla="*/ 12396 w 12395"/>
                <a:gd name="connsiteY7" fmla="*/ 3719 h 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5" h="6197" extrusionOk="0">
                  <a:moveTo>
                    <a:pt x="12396" y="3719"/>
                  </a:moveTo>
                  <a:lnTo>
                    <a:pt x="12396" y="2479"/>
                  </a:lnTo>
                  <a:cubicBezTo>
                    <a:pt x="12396" y="1116"/>
                    <a:pt x="11280" y="0"/>
                    <a:pt x="9917" y="0"/>
                  </a:cubicBezTo>
                  <a:lnTo>
                    <a:pt x="0" y="0"/>
                  </a:lnTo>
                  <a:lnTo>
                    <a:pt x="0" y="3719"/>
                  </a:lnTo>
                  <a:cubicBezTo>
                    <a:pt x="0" y="5082"/>
                    <a:pt x="1116" y="6198"/>
                    <a:pt x="2479" y="6198"/>
                  </a:cubicBezTo>
                  <a:lnTo>
                    <a:pt x="9917" y="6198"/>
                  </a:lnTo>
                  <a:cubicBezTo>
                    <a:pt x="11280" y="6198"/>
                    <a:pt x="12396" y="5082"/>
                    <a:pt x="12396" y="3719"/>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78" name="Freeform: Shape 177"/>
            <p:cNvSpPr/>
            <p:nvPr/>
          </p:nvSpPr>
          <p:spPr bwMode="auto">
            <a:xfrm>
              <a:off x="5231832" y="2254503"/>
              <a:ext cx="2479" cy="7437"/>
            </a:xfrm>
            <a:custGeom>
              <a:avLst/>
              <a:gdLst>
                <a:gd name="connsiteX0" fmla="*/ 1240 w 2479"/>
                <a:gd name="connsiteY0" fmla="*/ 0 h 7437"/>
                <a:gd name="connsiteX1" fmla="*/ 0 w 2479"/>
                <a:gd name="connsiteY1" fmla="*/ 1240 h 7437"/>
                <a:gd name="connsiteX2" fmla="*/ 0 w 2479"/>
                <a:gd name="connsiteY2" fmla="*/ 6198 h 7437"/>
                <a:gd name="connsiteX3" fmla="*/ 1240 w 2479"/>
                <a:gd name="connsiteY3" fmla="*/ 7438 h 7437"/>
                <a:gd name="connsiteX4" fmla="*/ 2479 w 2479"/>
                <a:gd name="connsiteY4" fmla="*/ 6198 h 7437"/>
                <a:gd name="connsiteX5" fmla="*/ 2479 w 2479"/>
                <a:gd name="connsiteY5" fmla="*/ 1240 h 7437"/>
                <a:gd name="connsiteX6" fmla="*/ 1240 w 2479"/>
                <a:gd name="connsiteY6" fmla="*/ 0 h 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 h="7437" extrusionOk="0">
                  <a:moveTo>
                    <a:pt x="1240" y="0"/>
                  </a:moveTo>
                  <a:cubicBezTo>
                    <a:pt x="558" y="0"/>
                    <a:pt x="0" y="558"/>
                    <a:pt x="0" y="1240"/>
                  </a:cubicBezTo>
                  <a:lnTo>
                    <a:pt x="0" y="6198"/>
                  </a:lnTo>
                  <a:cubicBezTo>
                    <a:pt x="0" y="6880"/>
                    <a:pt x="558" y="7438"/>
                    <a:pt x="1240" y="7438"/>
                  </a:cubicBezTo>
                  <a:cubicBezTo>
                    <a:pt x="1921" y="7438"/>
                    <a:pt x="2479" y="6880"/>
                    <a:pt x="2479" y="6198"/>
                  </a:cubicBezTo>
                  <a:lnTo>
                    <a:pt x="2479" y="1240"/>
                  </a:lnTo>
                  <a:cubicBezTo>
                    <a:pt x="2479" y="558"/>
                    <a:pt x="1921" y="0"/>
                    <a:pt x="1240" y="0"/>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79" name="Freeform: Shape 178"/>
            <p:cNvSpPr/>
            <p:nvPr/>
          </p:nvSpPr>
          <p:spPr bwMode="auto">
            <a:xfrm>
              <a:off x="5236356" y="2254441"/>
              <a:ext cx="6011" cy="6011"/>
            </a:xfrm>
            <a:custGeom>
              <a:avLst/>
              <a:gdLst>
                <a:gd name="connsiteX0" fmla="*/ 5640 w 6011"/>
                <a:gd name="connsiteY0" fmla="*/ 3905 h 6011"/>
                <a:gd name="connsiteX1" fmla="*/ 2107 w 6011"/>
                <a:gd name="connsiteY1" fmla="*/ 372 h 6011"/>
                <a:gd name="connsiteX2" fmla="*/ 372 w 6011"/>
                <a:gd name="connsiteY2" fmla="*/ 372 h 6011"/>
                <a:gd name="connsiteX3" fmla="*/ 372 w 6011"/>
                <a:gd name="connsiteY3" fmla="*/ 2107 h 6011"/>
                <a:gd name="connsiteX4" fmla="*/ 3905 w 6011"/>
                <a:gd name="connsiteY4" fmla="*/ 5640 h 6011"/>
                <a:gd name="connsiteX5" fmla="*/ 4772 w 6011"/>
                <a:gd name="connsiteY5" fmla="*/ 6012 h 6011"/>
                <a:gd name="connsiteX6" fmla="*/ 5640 w 6011"/>
                <a:gd name="connsiteY6" fmla="*/ 5640 h 6011"/>
                <a:gd name="connsiteX7" fmla="*/ 5640 w 6011"/>
                <a:gd name="connsiteY7" fmla="*/ 3905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extrusionOk="0">
                  <a:moveTo>
                    <a:pt x="5640" y="3905"/>
                  </a:moveTo>
                  <a:lnTo>
                    <a:pt x="2107" y="372"/>
                  </a:lnTo>
                  <a:cubicBezTo>
                    <a:pt x="1611" y="-124"/>
                    <a:pt x="868" y="-124"/>
                    <a:pt x="372" y="372"/>
                  </a:cubicBezTo>
                  <a:cubicBezTo>
                    <a:pt x="-124" y="868"/>
                    <a:pt x="-124" y="1611"/>
                    <a:pt x="372" y="2107"/>
                  </a:cubicBezTo>
                  <a:lnTo>
                    <a:pt x="3905" y="5640"/>
                  </a:lnTo>
                  <a:cubicBezTo>
                    <a:pt x="4153" y="5888"/>
                    <a:pt x="4463" y="6012"/>
                    <a:pt x="4772" y="6012"/>
                  </a:cubicBezTo>
                  <a:cubicBezTo>
                    <a:pt x="5082" y="6012"/>
                    <a:pt x="5392" y="5888"/>
                    <a:pt x="5640" y="5640"/>
                  </a:cubicBezTo>
                  <a:cubicBezTo>
                    <a:pt x="6136" y="5206"/>
                    <a:pt x="6136" y="4401"/>
                    <a:pt x="5640" y="3905"/>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80" name="Freeform: Shape 179"/>
            <p:cNvSpPr/>
            <p:nvPr/>
          </p:nvSpPr>
          <p:spPr bwMode="auto">
            <a:xfrm>
              <a:off x="5223960" y="2254503"/>
              <a:ext cx="6011" cy="6011"/>
            </a:xfrm>
            <a:custGeom>
              <a:avLst/>
              <a:gdLst>
                <a:gd name="connsiteX0" fmla="*/ 3905 w 6011"/>
                <a:gd name="connsiteY0" fmla="*/ 372 h 6011"/>
                <a:gd name="connsiteX1" fmla="*/ 372 w 6011"/>
                <a:gd name="connsiteY1" fmla="*/ 3905 h 6011"/>
                <a:gd name="connsiteX2" fmla="*/ 372 w 6011"/>
                <a:gd name="connsiteY2" fmla="*/ 5640 h 6011"/>
                <a:gd name="connsiteX3" fmla="*/ 1240 w 6011"/>
                <a:gd name="connsiteY3" fmla="*/ 6012 h 6011"/>
                <a:gd name="connsiteX4" fmla="*/ 2107 w 6011"/>
                <a:gd name="connsiteY4" fmla="*/ 5640 h 6011"/>
                <a:gd name="connsiteX5" fmla="*/ 5640 w 6011"/>
                <a:gd name="connsiteY5" fmla="*/ 2107 h 6011"/>
                <a:gd name="connsiteX6" fmla="*/ 5640 w 6011"/>
                <a:gd name="connsiteY6" fmla="*/ 372 h 6011"/>
                <a:gd name="connsiteX7" fmla="*/ 3905 w 6011"/>
                <a:gd name="connsiteY7" fmla="*/ 372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extrusionOk="0">
                  <a:moveTo>
                    <a:pt x="3905" y="372"/>
                  </a:moveTo>
                  <a:lnTo>
                    <a:pt x="372" y="3905"/>
                  </a:lnTo>
                  <a:cubicBezTo>
                    <a:pt x="-124" y="4401"/>
                    <a:pt x="-124" y="5144"/>
                    <a:pt x="372" y="5640"/>
                  </a:cubicBezTo>
                  <a:cubicBezTo>
                    <a:pt x="620" y="5888"/>
                    <a:pt x="930" y="6012"/>
                    <a:pt x="1240" y="6012"/>
                  </a:cubicBezTo>
                  <a:cubicBezTo>
                    <a:pt x="1549" y="6012"/>
                    <a:pt x="1859" y="5888"/>
                    <a:pt x="2107" y="5640"/>
                  </a:cubicBezTo>
                  <a:lnTo>
                    <a:pt x="5640" y="2107"/>
                  </a:lnTo>
                  <a:cubicBezTo>
                    <a:pt x="6136" y="1611"/>
                    <a:pt x="6136" y="868"/>
                    <a:pt x="5640" y="372"/>
                  </a:cubicBezTo>
                  <a:cubicBezTo>
                    <a:pt x="5144" y="-124"/>
                    <a:pt x="4401" y="-124"/>
                    <a:pt x="3905" y="372"/>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81" name="Freeform: Shape 180"/>
            <p:cNvSpPr/>
            <p:nvPr/>
          </p:nvSpPr>
          <p:spPr bwMode="auto">
            <a:xfrm>
              <a:off x="5203941" y="2246508"/>
              <a:ext cx="19833" cy="54479"/>
            </a:xfrm>
            <a:custGeom>
              <a:avLst/>
              <a:gdLst>
                <a:gd name="connsiteX0" fmla="*/ 2479 w 19833"/>
                <a:gd name="connsiteY0" fmla="*/ 18532 h 54479"/>
                <a:gd name="connsiteX1" fmla="*/ 2479 w 19833"/>
                <a:gd name="connsiteY1" fmla="*/ 43943 h 54479"/>
                <a:gd name="connsiteX2" fmla="*/ 620 w 19833"/>
                <a:gd name="connsiteY2" fmla="*/ 43943 h 54479"/>
                <a:gd name="connsiteX3" fmla="*/ 0 w 19833"/>
                <a:gd name="connsiteY3" fmla="*/ 54480 h 54479"/>
                <a:gd name="connsiteX4" fmla="*/ 8677 w 19833"/>
                <a:gd name="connsiteY4" fmla="*/ 54480 h 54479"/>
                <a:gd name="connsiteX5" fmla="*/ 8057 w 19833"/>
                <a:gd name="connsiteY5" fmla="*/ 43943 h 54479"/>
                <a:gd name="connsiteX6" fmla="*/ 6198 w 19833"/>
                <a:gd name="connsiteY6" fmla="*/ 43943 h 54479"/>
                <a:gd name="connsiteX7" fmla="*/ 6198 w 19833"/>
                <a:gd name="connsiteY7" fmla="*/ 18532 h 54479"/>
                <a:gd name="connsiteX8" fmla="*/ 19833 w 19833"/>
                <a:gd name="connsiteY8" fmla="*/ 3719 h 54479"/>
                <a:gd name="connsiteX9" fmla="*/ 19833 w 19833"/>
                <a:gd name="connsiteY9" fmla="*/ 0 h 54479"/>
                <a:gd name="connsiteX10" fmla="*/ 2479 w 19833"/>
                <a:gd name="connsiteY10" fmla="*/ 18532 h 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33" h="54479" extrusionOk="0">
                  <a:moveTo>
                    <a:pt x="2479" y="18532"/>
                  </a:moveTo>
                  <a:lnTo>
                    <a:pt x="2479" y="43943"/>
                  </a:lnTo>
                  <a:lnTo>
                    <a:pt x="620" y="43943"/>
                  </a:lnTo>
                  <a:lnTo>
                    <a:pt x="0" y="54480"/>
                  </a:lnTo>
                  <a:lnTo>
                    <a:pt x="8677" y="54480"/>
                  </a:lnTo>
                  <a:lnTo>
                    <a:pt x="8057" y="43943"/>
                  </a:lnTo>
                  <a:lnTo>
                    <a:pt x="6198" y="43943"/>
                  </a:lnTo>
                  <a:lnTo>
                    <a:pt x="6198" y="18532"/>
                  </a:lnTo>
                  <a:cubicBezTo>
                    <a:pt x="6198" y="10722"/>
                    <a:pt x="12210" y="4339"/>
                    <a:pt x="19833" y="3719"/>
                  </a:cubicBezTo>
                  <a:lnTo>
                    <a:pt x="19833" y="0"/>
                  </a:lnTo>
                  <a:cubicBezTo>
                    <a:pt x="10165" y="620"/>
                    <a:pt x="2479" y="8677"/>
                    <a:pt x="2479" y="18532"/>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83" name="Freeform: Shape 182"/>
            <p:cNvSpPr/>
            <p:nvPr/>
          </p:nvSpPr>
          <p:spPr bwMode="auto">
            <a:xfrm>
              <a:off x="4762220" y="2614832"/>
              <a:ext cx="97782" cy="90342"/>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extrusionOk="0">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pPr>
                <a:defRPr/>
              </a:pPr>
              <a:endParaRPr lang="en-IN"/>
            </a:p>
          </p:txBody>
        </p:sp>
        <p:sp>
          <p:nvSpPr>
            <p:cNvPr id="184" name="Freeform: Shape 183"/>
            <p:cNvSpPr/>
            <p:nvPr/>
          </p:nvSpPr>
          <p:spPr bwMode="auto">
            <a:xfrm>
              <a:off x="4845388" y="2660402"/>
              <a:ext cx="21522" cy="13285"/>
            </a:xfrm>
            <a:custGeom>
              <a:avLst/>
              <a:gdLst>
                <a:gd name="connsiteX0" fmla="*/ 11824 w 21522"/>
                <a:gd name="connsiteY0" fmla="*/ 0 h 13285"/>
                <a:gd name="connsiteX1" fmla="*/ 0 w 21522"/>
                <a:gd name="connsiteY1" fmla="*/ 9300 h 13285"/>
                <a:gd name="connsiteX2" fmla="*/ 9699 w 21522"/>
                <a:gd name="connsiteY2" fmla="*/ 13286 h 13285"/>
                <a:gd name="connsiteX3" fmla="*/ 21523 w 21522"/>
                <a:gd name="connsiteY3" fmla="*/ 3986 h 13285"/>
              </a:gdLst>
              <a:ahLst/>
              <a:cxnLst>
                <a:cxn ang="0">
                  <a:pos x="connsiteX0" y="connsiteY0"/>
                </a:cxn>
                <a:cxn ang="0">
                  <a:pos x="connsiteX1" y="connsiteY1"/>
                </a:cxn>
                <a:cxn ang="0">
                  <a:pos x="connsiteX2" y="connsiteY2"/>
                </a:cxn>
                <a:cxn ang="0">
                  <a:pos x="connsiteX3" y="connsiteY3"/>
                </a:cxn>
              </a:cxnLst>
              <a:rect l="l" t="t" r="r" b="b"/>
              <a:pathLst>
                <a:path w="21522" h="13285" extrusionOk="0">
                  <a:moveTo>
                    <a:pt x="11824" y="0"/>
                  </a:moveTo>
                  <a:lnTo>
                    <a:pt x="0" y="9300"/>
                  </a:lnTo>
                  <a:lnTo>
                    <a:pt x="9699" y="13286"/>
                  </a:lnTo>
                  <a:lnTo>
                    <a:pt x="21523" y="3986"/>
                  </a:lnTo>
                  <a:close/>
                </a:path>
              </a:pathLst>
            </a:custGeom>
            <a:solidFill>
              <a:srgbClr val="000000">
                <a:alpha val="50000"/>
              </a:srgbClr>
            </a:solidFill>
            <a:ln w="1290" cap="flat">
              <a:noFill/>
              <a:prstDash val="solid"/>
              <a:miter/>
            </a:ln>
          </p:spPr>
          <p:txBody>
            <a:bodyPr rtlCol="0" anchor="ctr"/>
            <a:lstStyle/>
            <a:p>
              <a:pPr>
                <a:defRPr/>
              </a:pPr>
              <a:endParaRPr lang="en-IN"/>
            </a:p>
          </p:txBody>
        </p:sp>
        <p:sp>
          <p:nvSpPr>
            <p:cNvPr id="185" name="Graphic 63" descr="Lock"/>
            <p:cNvSpPr/>
            <p:nvPr/>
          </p:nvSpPr>
          <p:spPr bwMode="auto">
            <a:xfrm>
              <a:off x="7176272" y="2133980"/>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87" name="Freeform: Shape 186"/>
            <p:cNvSpPr/>
            <p:nvPr/>
          </p:nvSpPr>
          <p:spPr bwMode="auto">
            <a:xfrm>
              <a:off x="10444724" y="1637410"/>
              <a:ext cx="47094" cy="31858"/>
            </a:xfrm>
            <a:custGeom>
              <a:avLst/>
              <a:gdLst>
                <a:gd name="connsiteX0" fmla="*/ 42940 w 47094"/>
                <a:gd name="connsiteY0" fmla="*/ 27703 h 31858"/>
                <a:gd name="connsiteX1" fmla="*/ 4155 w 47094"/>
                <a:gd name="connsiteY1" fmla="*/ 27703 h 31858"/>
                <a:gd name="connsiteX2" fmla="*/ 4155 w 47094"/>
                <a:gd name="connsiteY2" fmla="*/ 4155 h 31858"/>
                <a:gd name="connsiteX3" fmla="*/ 42940 w 47094"/>
                <a:gd name="connsiteY3" fmla="*/ 4155 h 31858"/>
                <a:gd name="connsiteX4" fmla="*/ 42940 w 47094"/>
                <a:gd name="connsiteY4" fmla="*/ 27703 h 31858"/>
                <a:gd name="connsiteX5" fmla="*/ 47095 w 47094"/>
                <a:gd name="connsiteY5" fmla="*/ 2770 h 31858"/>
                <a:gd name="connsiteX6" fmla="*/ 44325 w 47094"/>
                <a:gd name="connsiteY6" fmla="*/ 0 h 31858"/>
                <a:gd name="connsiteX7" fmla="*/ 2770 w 47094"/>
                <a:gd name="connsiteY7" fmla="*/ 0 h 31858"/>
                <a:gd name="connsiteX8" fmla="*/ 0 w 47094"/>
                <a:gd name="connsiteY8" fmla="*/ 2770 h 31858"/>
                <a:gd name="connsiteX9" fmla="*/ 0 w 47094"/>
                <a:gd name="connsiteY9" fmla="*/ 31858 h 31858"/>
                <a:gd name="connsiteX10" fmla="*/ 47095 w 47094"/>
                <a:gd name="connsiteY10" fmla="*/ 31858 h 31858"/>
                <a:gd name="connsiteX11" fmla="*/ 47095 w 47094"/>
                <a:gd name="connsiteY11" fmla="*/ 2770 h 3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94" h="31858" extrusionOk="0">
                  <a:moveTo>
                    <a:pt x="42940" y="27703"/>
                  </a:moveTo>
                  <a:lnTo>
                    <a:pt x="4155" y="27703"/>
                  </a:lnTo>
                  <a:lnTo>
                    <a:pt x="4155" y="4155"/>
                  </a:lnTo>
                  <a:lnTo>
                    <a:pt x="42940" y="4155"/>
                  </a:lnTo>
                  <a:lnTo>
                    <a:pt x="42940" y="27703"/>
                  </a:lnTo>
                  <a:close/>
                  <a:moveTo>
                    <a:pt x="47095" y="2770"/>
                  </a:moveTo>
                  <a:cubicBezTo>
                    <a:pt x="47095" y="1247"/>
                    <a:pt x="45848" y="0"/>
                    <a:pt x="44325" y="0"/>
                  </a:cubicBezTo>
                  <a:lnTo>
                    <a:pt x="2770" y="0"/>
                  </a:lnTo>
                  <a:cubicBezTo>
                    <a:pt x="1247" y="0"/>
                    <a:pt x="0" y="1247"/>
                    <a:pt x="0" y="2770"/>
                  </a:cubicBezTo>
                  <a:lnTo>
                    <a:pt x="0" y="31858"/>
                  </a:lnTo>
                  <a:lnTo>
                    <a:pt x="47095" y="31858"/>
                  </a:lnTo>
                  <a:lnTo>
                    <a:pt x="47095" y="2770"/>
                  </a:lnTo>
                  <a:close/>
                </a:path>
              </a:pathLst>
            </a:custGeom>
            <a:solidFill>
              <a:schemeClr val="tx1">
                <a:lumMod val="95000"/>
                <a:lumOff val="5000"/>
                <a:alpha val="50000"/>
              </a:schemeClr>
            </a:solidFill>
            <a:ln w="595" cap="flat">
              <a:noFill/>
              <a:prstDash val="solid"/>
              <a:miter/>
            </a:ln>
          </p:spPr>
          <p:txBody>
            <a:bodyPr rtlCol="0" anchor="ctr"/>
            <a:lstStyle/>
            <a:p>
              <a:pPr>
                <a:defRPr/>
              </a:pPr>
              <a:endParaRPr lang="en-IN"/>
            </a:p>
          </p:txBody>
        </p:sp>
        <p:sp>
          <p:nvSpPr>
            <p:cNvPr id="188" name="Freeform: Shape 187"/>
            <p:cNvSpPr/>
            <p:nvPr/>
          </p:nvSpPr>
          <p:spPr bwMode="auto">
            <a:xfrm>
              <a:off x="10436413" y="1672039"/>
              <a:ext cx="63716" cy="4155"/>
            </a:xfrm>
            <a:custGeom>
              <a:avLst/>
              <a:gdLst>
                <a:gd name="connsiteX0" fmla="*/ 36014 w 63716"/>
                <a:gd name="connsiteY0" fmla="*/ 0 h 4155"/>
                <a:gd name="connsiteX1" fmla="*/ 36014 w 63716"/>
                <a:gd name="connsiteY1" fmla="*/ 693 h 4155"/>
                <a:gd name="connsiteX2" fmla="*/ 35321 w 63716"/>
                <a:gd name="connsiteY2" fmla="*/ 1385 h 4155"/>
                <a:gd name="connsiteX3" fmla="*/ 28395 w 63716"/>
                <a:gd name="connsiteY3" fmla="*/ 1385 h 4155"/>
                <a:gd name="connsiteX4" fmla="*/ 27703 w 63716"/>
                <a:gd name="connsiteY4" fmla="*/ 693 h 4155"/>
                <a:gd name="connsiteX5" fmla="*/ 27703 w 63716"/>
                <a:gd name="connsiteY5" fmla="*/ 0 h 4155"/>
                <a:gd name="connsiteX6" fmla="*/ 0 w 63716"/>
                <a:gd name="connsiteY6" fmla="*/ 0 h 4155"/>
                <a:gd name="connsiteX7" fmla="*/ 0 w 63716"/>
                <a:gd name="connsiteY7" fmla="*/ 1385 h 4155"/>
                <a:gd name="connsiteX8" fmla="*/ 2770 w 63716"/>
                <a:gd name="connsiteY8" fmla="*/ 4155 h 4155"/>
                <a:gd name="connsiteX9" fmla="*/ 60946 w 63716"/>
                <a:gd name="connsiteY9" fmla="*/ 4155 h 4155"/>
                <a:gd name="connsiteX10" fmla="*/ 63717 w 63716"/>
                <a:gd name="connsiteY10" fmla="*/ 1385 h 4155"/>
                <a:gd name="connsiteX11" fmla="*/ 63717 w 63716"/>
                <a:gd name="connsiteY11" fmla="*/ 0 h 4155"/>
                <a:gd name="connsiteX12" fmla="*/ 36014 w 63716"/>
                <a:gd name="connsiteY12" fmla="*/ 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716" h="4155" extrusionOk="0">
                  <a:moveTo>
                    <a:pt x="36014" y="0"/>
                  </a:moveTo>
                  <a:lnTo>
                    <a:pt x="36014" y="693"/>
                  </a:lnTo>
                  <a:cubicBezTo>
                    <a:pt x="36014" y="1108"/>
                    <a:pt x="35737" y="1385"/>
                    <a:pt x="35321" y="1385"/>
                  </a:cubicBezTo>
                  <a:lnTo>
                    <a:pt x="28395" y="1385"/>
                  </a:lnTo>
                  <a:cubicBezTo>
                    <a:pt x="27980" y="1385"/>
                    <a:pt x="27703" y="1108"/>
                    <a:pt x="27703" y="693"/>
                  </a:cubicBezTo>
                  <a:lnTo>
                    <a:pt x="27703" y="0"/>
                  </a:lnTo>
                  <a:lnTo>
                    <a:pt x="0" y="0"/>
                  </a:lnTo>
                  <a:lnTo>
                    <a:pt x="0" y="1385"/>
                  </a:lnTo>
                  <a:cubicBezTo>
                    <a:pt x="0" y="2909"/>
                    <a:pt x="1247" y="4155"/>
                    <a:pt x="2770" y="4155"/>
                  </a:cubicBezTo>
                  <a:lnTo>
                    <a:pt x="60946" y="4155"/>
                  </a:lnTo>
                  <a:cubicBezTo>
                    <a:pt x="62470" y="4155"/>
                    <a:pt x="63717" y="2909"/>
                    <a:pt x="63717" y="1385"/>
                  </a:cubicBezTo>
                  <a:lnTo>
                    <a:pt x="63717" y="0"/>
                  </a:lnTo>
                  <a:lnTo>
                    <a:pt x="36014" y="0"/>
                  </a:lnTo>
                  <a:close/>
                </a:path>
              </a:pathLst>
            </a:custGeom>
            <a:solidFill>
              <a:schemeClr val="tx1">
                <a:lumMod val="95000"/>
                <a:lumOff val="5000"/>
                <a:alpha val="50000"/>
              </a:schemeClr>
            </a:solidFill>
            <a:ln w="595" cap="flat">
              <a:noFill/>
              <a:prstDash val="solid"/>
              <a:miter/>
            </a:ln>
          </p:spPr>
          <p:txBody>
            <a:bodyPr rtlCol="0" anchor="ctr"/>
            <a:lstStyle/>
            <a:p>
              <a:pPr>
                <a:defRPr/>
              </a:pPr>
              <a:endParaRPr lang="en-IN"/>
            </a:p>
          </p:txBody>
        </p:sp>
        <p:sp>
          <p:nvSpPr>
            <p:cNvPr id="190" name="Freeform: Shape 189"/>
            <p:cNvSpPr/>
            <p:nvPr/>
          </p:nvSpPr>
          <p:spPr bwMode="auto">
            <a:xfrm>
              <a:off x="5903897" y="1496289"/>
              <a:ext cx="56985" cy="38548"/>
            </a:xfrm>
            <a:custGeom>
              <a:avLst/>
              <a:gdLst>
                <a:gd name="connsiteX0" fmla="*/ 51957 w 56985"/>
                <a:gd name="connsiteY0" fmla="*/ 33521 h 38548"/>
                <a:gd name="connsiteX1" fmla="*/ 5028 w 56985"/>
                <a:gd name="connsiteY1" fmla="*/ 33521 h 38548"/>
                <a:gd name="connsiteX2" fmla="*/ 5028 w 56985"/>
                <a:gd name="connsiteY2" fmla="*/ 5028 h 38548"/>
                <a:gd name="connsiteX3" fmla="*/ 51957 w 56985"/>
                <a:gd name="connsiteY3" fmla="*/ 5028 h 38548"/>
                <a:gd name="connsiteX4" fmla="*/ 51957 w 56985"/>
                <a:gd name="connsiteY4" fmla="*/ 33521 h 38548"/>
                <a:gd name="connsiteX5" fmla="*/ 56985 w 56985"/>
                <a:gd name="connsiteY5" fmla="*/ 3352 h 38548"/>
                <a:gd name="connsiteX6" fmla="*/ 53633 w 56985"/>
                <a:gd name="connsiteY6" fmla="*/ 0 h 38548"/>
                <a:gd name="connsiteX7" fmla="*/ 3352 w 56985"/>
                <a:gd name="connsiteY7" fmla="*/ 0 h 38548"/>
                <a:gd name="connsiteX8" fmla="*/ 0 w 56985"/>
                <a:gd name="connsiteY8" fmla="*/ 3352 h 38548"/>
                <a:gd name="connsiteX9" fmla="*/ 0 w 56985"/>
                <a:gd name="connsiteY9" fmla="*/ 38549 h 38548"/>
                <a:gd name="connsiteX10" fmla="*/ 56985 w 56985"/>
                <a:gd name="connsiteY10" fmla="*/ 38549 h 38548"/>
                <a:gd name="connsiteX11" fmla="*/ 56985 w 56985"/>
                <a:gd name="connsiteY11" fmla="*/ 3352 h 3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85" h="38548" extrusionOk="0">
                  <a:moveTo>
                    <a:pt x="51957" y="33521"/>
                  </a:moveTo>
                  <a:lnTo>
                    <a:pt x="5028" y="33521"/>
                  </a:lnTo>
                  <a:lnTo>
                    <a:pt x="5028" y="5028"/>
                  </a:lnTo>
                  <a:lnTo>
                    <a:pt x="51957" y="5028"/>
                  </a:lnTo>
                  <a:lnTo>
                    <a:pt x="51957" y="33521"/>
                  </a:lnTo>
                  <a:close/>
                  <a:moveTo>
                    <a:pt x="56985" y="3352"/>
                  </a:moveTo>
                  <a:cubicBezTo>
                    <a:pt x="56985" y="1508"/>
                    <a:pt x="55477" y="0"/>
                    <a:pt x="53633" y="0"/>
                  </a:cubicBezTo>
                  <a:lnTo>
                    <a:pt x="3352" y="0"/>
                  </a:lnTo>
                  <a:cubicBezTo>
                    <a:pt x="1508" y="0"/>
                    <a:pt x="0" y="1508"/>
                    <a:pt x="0" y="3352"/>
                  </a:cubicBezTo>
                  <a:lnTo>
                    <a:pt x="0" y="38549"/>
                  </a:lnTo>
                  <a:lnTo>
                    <a:pt x="56985" y="38549"/>
                  </a:lnTo>
                  <a:lnTo>
                    <a:pt x="56985" y="3352"/>
                  </a:lnTo>
                  <a:close/>
                </a:path>
              </a:pathLst>
            </a:custGeom>
            <a:solidFill>
              <a:schemeClr val="tx1">
                <a:lumMod val="95000"/>
                <a:lumOff val="5000"/>
                <a:alpha val="50000"/>
              </a:schemeClr>
            </a:solidFill>
            <a:ln w="794" cap="flat">
              <a:noFill/>
              <a:prstDash val="solid"/>
              <a:miter/>
            </a:ln>
          </p:spPr>
          <p:txBody>
            <a:bodyPr rtlCol="0" anchor="ctr"/>
            <a:lstStyle/>
            <a:p>
              <a:pPr>
                <a:defRPr/>
              </a:pPr>
              <a:endParaRPr lang="en-IN"/>
            </a:p>
          </p:txBody>
        </p:sp>
        <p:sp>
          <p:nvSpPr>
            <p:cNvPr id="191" name="Freeform: Shape 190"/>
            <p:cNvSpPr/>
            <p:nvPr/>
          </p:nvSpPr>
          <p:spPr bwMode="auto">
            <a:xfrm>
              <a:off x="5893841" y="1538191"/>
              <a:ext cx="77097" cy="5028"/>
            </a:xfrm>
            <a:custGeom>
              <a:avLst/>
              <a:gdLst>
                <a:gd name="connsiteX0" fmla="*/ 43577 w 77097"/>
                <a:gd name="connsiteY0" fmla="*/ 0 h 5028"/>
                <a:gd name="connsiteX1" fmla="*/ 43577 w 77097"/>
                <a:gd name="connsiteY1" fmla="*/ 838 h 5028"/>
                <a:gd name="connsiteX2" fmla="*/ 42739 w 77097"/>
                <a:gd name="connsiteY2" fmla="*/ 1676 h 5028"/>
                <a:gd name="connsiteX3" fmla="*/ 34359 w 77097"/>
                <a:gd name="connsiteY3" fmla="*/ 1676 h 5028"/>
                <a:gd name="connsiteX4" fmla="*/ 33521 w 77097"/>
                <a:gd name="connsiteY4" fmla="*/ 838 h 5028"/>
                <a:gd name="connsiteX5" fmla="*/ 33521 w 77097"/>
                <a:gd name="connsiteY5" fmla="*/ 0 h 5028"/>
                <a:gd name="connsiteX6" fmla="*/ 0 w 77097"/>
                <a:gd name="connsiteY6" fmla="*/ 0 h 5028"/>
                <a:gd name="connsiteX7" fmla="*/ 0 w 77097"/>
                <a:gd name="connsiteY7" fmla="*/ 1676 h 5028"/>
                <a:gd name="connsiteX8" fmla="*/ 3352 w 77097"/>
                <a:gd name="connsiteY8" fmla="*/ 5028 h 5028"/>
                <a:gd name="connsiteX9" fmla="*/ 73746 w 77097"/>
                <a:gd name="connsiteY9" fmla="*/ 5028 h 5028"/>
                <a:gd name="connsiteX10" fmla="*/ 77098 w 77097"/>
                <a:gd name="connsiteY10" fmla="*/ 1676 h 5028"/>
                <a:gd name="connsiteX11" fmla="*/ 77098 w 77097"/>
                <a:gd name="connsiteY11" fmla="*/ 0 h 5028"/>
                <a:gd name="connsiteX12" fmla="*/ 43577 w 77097"/>
                <a:gd name="connsiteY12" fmla="*/ 0 h 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097" h="5028" extrusionOk="0">
                  <a:moveTo>
                    <a:pt x="43577" y="0"/>
                  </a:moveTo>
                  <a:lnTo>
                    <a:pt x="43577" y="838"/>
                  </a:lnTo>
                  <a:cubicBezTo>
                    <a:pt x="43577" y="1341"/>
                    <a:pt x="43242" y="1676"/>
                    <a:pt x="42739" y="1676"/>
                  </a:cubicBezTo>
                  <a:lnTo>
                    <a:pt x="34359" y="1676"/>
                  </a:lnTo>
                  <a:cubicBezTo>
                    <a:pt x="33856" y="1676"/>
                    <a:pt x="33521" y="1341"/>
                    <a:pt x="33521" y="838"/>
                  </a:cubicBezTo>
                  <a:lnTo>
                    <a:pt x="33521" y="0"/>
                  </a:lnTo>
                  <a:lnTo>
                    <a:pt x="0" y="0"/>
                  </a:lnTo>
                  <a:lnTo>
                    <a:pt x="0" y="1676"/>
                  </a:lnTo>
                  <a:cubicBezTo>
                    <a:pt x="0" y="3520"/>
                    <a:pt x="1508" y="5028"/>
                    <a:pt x="3352" y="5028"/>
                  </a:cubicBezTo>
                  <a:lnTo>
                    <a:pt x="73746" y="5028"/>
                  </a:lnTo>
                  <a:cubicBezTo>
                    <a:pt x="75589" y="5028"/>
                    <a:pt x="77098" y="3520"/>
                    <a:pt x="77098" y="1676"/>
                  </a:cubicBezTo>
                  <a:lnTo>
                    <a:pt x="77098" y="0"/>
                  </a:lnTo>
                  <a:lnTo>
                    <a:pt x="43577" y="0"/>
                  </a:lnTo>
                  <a:close/>
                </a:path>
              </a:pathLst>
            </a:custGeom>
            <a:solidFill>
              <a:schemeClr val="tx1">
                <a:lumMod val="95000"/>
                <a:lumOff val="5000"/>
                <a:alpha val="50000"/>
              </a:schemeClr>
            </a:solidFill>
            <a:ln w="794" cap="flat">
              <a:noFill/>
              <a:prstDash val="solid"/>
              <a:miter/>
            </a:ln>
          </p:spPr>
          <p:txBody>
            <a:bodyPr rtlCol="0" anchor="ctr"/>
            <a:lstStyle/>
            <a:p>
              <a:pPr>
                <a:defRPr/>
              </a:pPr>
              <a:endParaRPr lang="en-IN"/>
            </a:p>
          </p:txBody>
        </p:sp>
        <p:sp>
          <p:nvSpPr>
            <p:cNvPr id="192" name="Graphic 66" descr="Lock"/>
            <p:cNvSpPr/>
            <p:nvPr/>
          </p:nvSpPr>
          <p:spPr bwMode="auto">
            <a:xfrm>
              <a:off x="9843029" y="2804851"/>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94" name="Freeform: Shape 193"/>
            <p:cNvSpPr/>
            <p:nvPr/>
          </p:nvSpPr>
          <p:spPr bwMode="auto">
            <a:xfrm>
              <a:off x="4053043" y="569706"/>
              <a:ext cx="14998" cy="7499"/>
            </a:xfrm>
            <a:custGeom>
              <a:avLst/>
              <a:gdLst>
                <a:gd name="connsiteX0" fmla="*/ 14999 w 14998"/>
                <a:gd name="connsiteY0" fmla="*/ 4500 h 7499"/>
                <a:gd name="connsiteX1" fmla="*/ 14999 w 14998"/>
                <a:gd name="connsiteY1" fmla="*/ 3000 h 7499"/>
                <a:gd name="connsiteX2" fmla="*/ 11999 w 14998"/>
                <a:gd name="connsiteY2" fmla="*/ 0 h 7499"/>
                <a:gd name="connsiteX3" fmla="*/ 0 w 14998"/>
                <a:gd name="connsiteY3" fmla="*/ 0 h 7499"/>
                <a:gd name="connsiteX4" fmla="*/ 0 w 14998"/>
                <a:gd name="connsiteY4" fmla="*/ 4500 h 7499"/>
                <a:gd name="connsiteX5" fmla="*/ 3000 w 14998"/>
                <a:gd name="connsiteY5" fmla="*/ 7499 h 7499"/>
                <a:gd name="connsiteX6" fmla="*/ 11999 w 14998"/>
                <a:gd name="connsiteY6" fmla="*/ 7499 h 7499"/>
                <a:gd name="connsiteX7" fmla="*/ 14999 w 14998"/>
                <a:gd name="connsiteY7" fmla="*/ 4500 h 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8" h="7499" extrusionOk="0">
                  <a:moveTo>
                    <a:pt x="14999" y="4500"/>
                  </a:moveTo>
                  <a:lnTo>
                    <a:pt x="14999" y="3000"/>
                  </a:lnTo>
                  <a:cubicBezTo>
                    <a:pt x="14999" y="1350"/>
                    <a:pt x="13649" y="0"/>
                    <a:pt x="11999" y="0"/>
                  </a:cubicBezTo>
                  <a:lnTo>
                    <a:pt x="0" y="0"/>
                  </a:lnTo>
                  <a:lnTo>
                    <a:pt x="0" y="4500"/>
                  </a:lnTo>
                  <a:cubicBezTo>
                    <a:pt x="0" y="6150"/>
                    <a:pt x="1350" y="7499"/>
                    <a:pt x="3000" y="7499"/>
                  </a:cubicBezTo>
                  <a:lnTo>
                    <a:pt x="11999" y="7499"/>
                  </a:lnTo>
                  <a:cubicBezTo>
                    <a:pt x="13649" y="7499"/>
                    <a:pt x="14999" y="6150"/>
                    <a:pt x="14999" y="450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5" name="Freeform: Shape 194"/>
            <p:cNvSpPr/>
            <p:nvPr/>
          </p:nvSpPr>
          <p:spPr bwMode="auto">
            <a:xfrm>
              <a:off x="4059792" y="579456"/>
              <a:ext cx="2999" cy="8999"/>
            </a:xfrm>
            <a:custGeom>
              <a:avLst/>
              <a:gdLst>
                <a:gd name="connsiteX0" fmla="*/ 1500 w 2999"/>
                <a:gd name="connsiteY0" fmla="*/ 0 h 8999"/>
                <a:gd name="connsiteX1" fmla="*/ 0 w 2999"/>
                <a:gd name="connsiteY1" fmla="*/ 1500 h 8999"/>
                <a:gd name="connsiteX2" fmla="*/ 0 w 2999"/>
                <a:gd name="connsiteY2" fmla="*/ 7499 h 8999"/>
                <a:gd name="connsiteX3" fmla="*/ 1500 w 2999"/>
                <a:gd name="connsiteY3" fmla="*/ 8999 h 8999"/>
                <a:gd name="connsiteX4" fmla="*/ 3000 w 2999"/>
                <a:gd name="connsiteY4" fmla="*/ 7499 h 8999"/>
                <a:gd name="connsiteX5" fmla="*/ 3000 w 2999"/>
                <a:gd name="connsiteY5" fmla="*/ 1500 h 8999"/>
                <a:gd name="connsiteX6" fmla="*/ 1500 w 2999"/>
                <a:gd name="connsiteY6" fmla="*/ 0 h 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 h="8999" extrusionOk="0">
                  <a:moveTo>
                    <a:pt x="1500" y="0"/>
                  </a:moveTo>
                  <a:cubicBezTo>
                    <a:pt x="675" y="0"/>
                    <a:pt x="0" y="675"/>
                    <a:pt x="0" y="1500"/>
                  </a:cubicBezTo>
                  <a:lnTo>
                    <a:pt x="0" y="7499"/>
                  </a:lnTo>
                  <a:cubicBezTo>
                    <a:pt x="0" y="8324"/>
                    <a:pt x="675" y="8999"/>
                    <a:pt x="1500" y="8999"/>
                  </a:cubicBezTo>
                  <a:cubicBezTo>
                    <a:pt x="2325" y="8999"/>
                    <a:pt x="3000" y="8324"/>
                    <a:pt x="3000" y="7499"/>
                  </a:cubicBezTo>
                  <a:lnTo>
                    <a:pt x="3000" y="1500"/>
                  </a:lnTo>
                  <a:cubicBezTo>
                    <a:pt x="3000" y="675"/>
                    <a:pt x="2325" y="0"/>
                    <a:pt x="1500" y="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6" name="Freeform: Shape 195"/>
            <p:cNvSpPr/>
            <p:nvPr/>
          </p:nvSpPr>
          <p:spPr bwMode="auto">
            <a:xfrm>
              <a:off x="4065267" y="579381"/>
              <a:ext cx="7274" cy="7274"/>
            </a:xfrm>
            <a:custGeom>
              <a:avLst/>
              <a:gdLst>
                <a:gd name="connsiteX0" fmla="*/ 6825 w 7274"/>
                <a:gd name="connsiteY0" fmla="*/ 4725 h 7274"/>
                <a:gd name="connsiteX1" fmla="*/ 2550 w 7274"/>
                <a:gd name="connsiteY1" fmla="*/ 450 h 7274"/>
                <a:gd name="connsiteX2" fmla="*/ 450 w 7274"/>
                <a:gd name="connsiteY2" fmla="*/ 450 h 7274"/>
                <a:gd name="connsiteX3" fmla="*/ 450 w 7274"/>
                <a:gd name="connsiteY3" fmla="*/ 2550 h 7274"/>
                <a:gd name="connsiteX4" fmla="*/ 4725 w 7274"/>
                <a:gd name="connsiteY4" fmla="*/ 6825 h 7274"/>
                <a:gd name="connsiteX5" fmla="*/ 5775 w 7274"/>
                <a:gd name="connsiteY5" fmla="*/ 7274 h 7274"/>
                <a:gd name="connsiteX6" fmla="*/ 6825 w 7274"/>
                <a:gd name="connsiteY6" fmla="*/ 6825 h 7274"/>
                <a:gd name="connsiteX7" fmla="*/ 6825 w 7274"/>
                <a:gd name="connsiteY7" fmla="*/ 4725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extrusionOk="0">
                  <a:moveTo>
                    <a:pt x="6825" y="4725"/>
                  </a:moveTo>
                  <a:lnTo>
                    <a:pt x="2550" y="450"/>
                  </a:lnTo>
                  <a:cubicBezTo>
                    <a:pt x="1950" y="-150"/>
                    <a:pt x="1050" y="-150"/>
                    <a:pt x="450" y="450"/>
                  </a:cubicBezTo>
                  <a:cubicBezTo>
                    <a:pt x="-150" y="1050"/>
                    <a:pt x="-150" y="1950"/>
                    <a:pt x="450" y="2550"/>
                  </a:cubicBezTo>
                  <a:lnTo>
                    <a:pt x="4725" y="6825"/>
                  </a:lnTo>
                  <a:cubicBezTo>
                    <a:pt x="5025" y="7125"/>
                    <a:pt x="5400" y="7274"/>
                    <a:pt x="5775" y="7274"/>
                  </a:cubicBezTo>
                  <a:cubicBezTo>
                    <a:pt x="6150" y="7274"/>
                    <a:pt x="6525" y="7125"/>
                    <a:pt x="6825" y="6825"/>
                  </a:cubicBezTo>
                  <a:cubicBezTo>
                    <a:pt x="7424" y="6300"/>
                    <a:pt x="7424" y="5325"/>
                    <a:pt x="6825" y="4725"/>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7" name="Freeform: Shape 196"/>
            <p:cNvSpPr/>
            <p:nvPr/>
          </p:nvSpPr>
          <p:spPr bwMode="auto">
            <a:xfrm>
              <a:off x="4050268" y="579456"/>
              <a:ext cx="7274" cy="7274"/>
            </a:xfrm>
            <a:custGeom>
              <a:avLst/>
              <a:gdLst>
                <a:gd name="connsiteX0" fmla="*/ 4725 w 7274"/>
                <a:gd name="connsiteY0" fmla="*/ 450 h 7274"/>
                <a:gd name="connsiteX1" fmla="*/ 450 w 7274"/>
                <a:gd name="connsiteY1" fmla="*/ 4725 h 7274"/>
                <a:gd name="connsiteX2" fmla="*/ 450 w 7274"/>
                <a:gd name="connsiteY2" fmla="*/ 6825 h 7274"/>
                <a:gd name="connsiteX3" fmla="*/ 1500 w 7274"/>
                <a:gd name="connsiteY3" fmla="*/ 7274 h 7274"/>
                <a:gd name="connsiteX4" fmla="*/ 2550 w 7274"/>
                <a:gd name="connsiteY4" fmla="*/ 6825 h 7274"/>
                <a:gd name="connsiteX5" fmla="*/ 6825 w 7274"/>
                <a:gd name="connsiteY5" fmla="*/ 2550 h 7274"/>
                <a:gd name="connsiteX6" fmla="*/ 6825 w 7274"/>
                <a:gd name="connsiteY6" fmla="*/ 450 h 7274"/>
                <a:gd name="connsiteX7" fmla="*/ 4725 w 7274"/>
                <a:gd name="connsiteY7" fmla="*/ 450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extrusionOk="0">
                  <a:moveTo>
                    <a:pt x="4725" y="450"/>
                  </a:moveTo>
                  <a:lnTo>
                    <a:pt x="450" y="4725"/>
                  </a:lnTo>
                  <a:cubicBezTo>
                    <a:pt x="-150" y="5325"/>
                    <a:pt x="-150" y="6225"/>
                    <a:pt x="450" y="6825"/>
                  </a:cubicBezTo>
                  <a:cubicBezTo>
                    <a:pt x="750" y="7125"/>
                    <a:pt x="1125" y="7274"/>
                    <a:pt x="1500" y="7274"/>
                  </a:cubicBezTo>
                  <a:cubicBezTo>
                    <a:pt x="1875" y="7274"/>
                    <a:pt x="2250" y="7125"/>
                    <a:pt x="2550" y="6825"/>
                  </a:cubicBezTo>
                  <a:lnTo>
                    <a:pt x="6825" y="2550"/>
                  </a:lnTo>
                  <a:cubicBezTo>
                    <a:pt x="7424" y="1950"/>
                    <a:pt x="7424" y="1050"/>
                    <a:pt x="6825" y="450"/>
                  </a:cubicBezTo>
                  <a:cubicBezTo>
                    <a:pt x="6225" y="-150"/>
                    <a:pt x="5325" y="-150"/>
                    <a:pt x="4725" y="45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98" name="Freeform: Shape 197"/>
            <p:cNvSpPr/>
            <p:nvPr/>
          </p:nvSpPr>
          <p:spPr bwMode="auto">
            <a:xfrm>
              <a:off x="4026045" y="569781"/>
              <a:ext cx="23998" cy="65920"/>
            </a:xfrm>
            <a:custGeom>
              <a:avLst/>
              <a:gdLst>
                <a:gd name="connsiteX0" fmla="*/ 3000 w 23998"/>
                <a:gd name="connsiteY0" fmla="*/ 22423 h 65920"/>
                <a:gd name="connsiteX1" fmla="*/ 3000 w 23998"/>
                <a:gd name="connsiteY1" fmla="*/ 53171 h 65920"/>
                <a:gd name="connsiteX2" fmla="*/ 750 w 23998"/>
                <a:gd name="connsiteY2" fmla="*/ 53171 h 65920"/>
                <a:gd name="connsiteX3" fmla="*/ 0 w 23998"/>
                <a:gd name="connsiteY3" fmla="*/ 65920 h 65920"/>
                <a:gd name="connsiteX4" fmla="*/ 10499 w 23998"/>
                <a:gd name="connsiteY4" fmla="*/ 65920 h 65920"/>
                <a:gd name="connsiteX5" fmla="*/ 9749 w 23998"/>
                <a:gd name="connsiteY5" fmla="*/ 53171 h 65920"/>
                <a:gd name="connsiteX6" fmla="*/ 7499 w 23998"/>
                <a:gd name="connsiteY6" fmla="*/ 53171 h 65920"/>
                <a:gd name="connsiteX7" fmla="*/ 7499 w 23998"/>
                <a:gd name="connsiteY7" fmla="*/ 22423 h 65920"/>
                <a:gd name="connsiteX8" fmla="*/ 23998 w 23998"/>
                <a:gd name="connsiteY8" fmla="*/ 4500 h 65920"/>
                <a:gd name="connsiteX9" fmla="*/ 23998 w 23998"/>
                <a:gd name="connsiteY9" fmla="*/ 0 h 65920"/>
                <a:gd name="connsiteX10" fmla="*/ 3000 w 23998"/>
                <a:gd name="connsiteY10" fmla="*/ 22423 h 6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98" h="65920" extrusionOk="0">
                  <a:moveTo>
                    <a:pt x="3000" y="22423"/>
                  </a:moveTo>
                  <a:lnTo>
                    <a:pt x="3000" y="53171"/>
                  </a:lnTo>
                  <a:lnTo>
                    <a:pt x="750" y="53171"/>
                  </a:lnTo>
                  <a:lnTo>
                    <a:pt x="0" y="65920"/>
                  </a:lnTo>
                  <a:lnTo>
                    <a:pt x="10499" y="65920"/>
                  </a:lnTo>
                  <a:lnTo>
                    <a:pt x="9749" y="53171"/>
                  </a:lnTo>
                  <a:lnTo>
                    <a:pt x="7499" y="53171"/>
                  </a:lnTo>
                  <a:lnTo>
                    <a:pt x="7499" y="22423"/>
                  </a:lnTo>
                  <a:cubicBezTo>
                    <a:pt x="7499" y="12974"/>
                    <a:pt x="14774" y="5250"/>
                    <a:pt x="23998" y="4500"/>
                  </a:cubicBezTo>
                  <a:lnTo>
                    <a:pt x="23998" y="0"/>
                  </a:lnTo>
                  <a:cubicBezTo>
                    <a:pt x="12299" y="750"/>
                    <a:pt x="3000" y="10499"/>
                    <a:pt x="3000" y="22423"/>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200" name="Freeform: Shape 199"/>
            <p:cNvSpPr/>
            <p:nvPr/>
          </p:nvSpPr>
          <p:spPr bwMode="auto">
            <a:xfrm rot="723675">
              <a:off x="10256673" y="99621"/>
              <a:ext cx="732961" cy="731527"/>
            </a:xfrm>
            <a:custGeom>
              <a:avLst/>
              <a:gdLst>
                <a:gd name="connsiteX0" fmla="*/ 603869 w 732961"/>
                <a:gd name="connsiteY0" fmla="*/ 129093 h 731527"/>
                <a:gd name="connsiteX1" fmla="*/ 589525 w 732961"/>
                <a:gd name="connsiteY1" fmla="*/ 0 h 731527"/>
                <a:gd name="connsiteX2" fmla="*/ 431745 w 732961"/>
                <a:gd name="connsiteY2" fmla="*/ 157780 h 731527"/>
                <a:gd name="connsiteX3" fmla="*/ 440351 w 732961"/>
                <a:gd name="connsiteY3" fmla="*/ 232368 h 731527"/>
                <a:gd name="connsiteX4" fmla="*/ 210852 w 732961"/>
                <a:gd name="connsiteY4" fmla="*/ 461866 h 731527"/>
                <a:gd name="connsiteX5" fmla="*/ 143437 w 732961"/>
                <a:gd name="connsiteY5" fmla="*/ 444654 h 731527"/>
                <a:gd name="connsiteX6" fmla="*/ 0 w 732961"/>
                <a:gd name="connsiteY6" fmla="*/ 588091 h 731527"/>
                <a:gd name="connsiteX7" fmla="*/ 143437 w 732961"/>
                <a:gd name="connsiteY7" fmla="*/ 731528 h 731527"/>
                <a:gd name="connsiteX8" fmla="*/ 286874 w 732961"/>
                <a:gd name="connsiteY8" fmla="*/ 588091 h 731527"/>
                <a:gd name="connsiteX9" fmla="*/ 271095 w 732961"/>
                <a:gd name="connsiteY9" fmla="*/ 522110 h 731527"/>
                <a:gd name="connsiteX10" fmla="*/ 500594 w 732961"/>
                <a:gd name="connsiteY10" fmla="*/ 292611 h 731527"/>
                <a:gd name="connsiteX11" fmla="*/ 575181 w 732961"/>
                <a:gd name="connsiteY11" fmla="*/ 301217 h 731527"/>
                <a:gd name="connsiteX12" fmla="*/ 732962 w 732961"/>
                <a:gd name="connsiteY12" fmla="*/ 143437 h 731527"/>
                <a:gd name="connsiteX13" fmla="*/ 603869 w 732961"/>
                <a:gd name="connsiteY13" fmla="*/ 129093 h 73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961" h="731527" extrusionOk="0">
                  <a:moveTo>
                    <a:pt x="603869" y="129093"/>
                  </a:moveTo>
                  <a:lnTo>
                    <a:pt x="589525" y="0"/>
                  </a:lnTo>
                  <a:lnTo>
                    <a:pt x="431745" y="157780"/>
                  </a:lnTo>
                  <a:lnTo>
                    <a:pt x="440351" y="232368"/>
                  </a:lnTo>
                  <a:lnTo>
                    <a:pt x="210852" y="461866"/>
                  </a:lnTo>
                  <a:cubicBezTo>
                    <a:pt x="190771" y="451826"/>
                    <a:pt x="167821" y="444654"/>
                    <a:pt x="143437" y="444654"/>
                  </a:cubicBezTo>
                  <a:cubicBezTo>
                    <a:pt x="64547" y="444654"/>
                    <a:pt x="0" y="509201"/>
                    <a:pt x="0" y="588091"/>
                  </a:cubicBezTo>
                  <a:cubicBezTo>
                    <a:pt x="0" y="666981"/>
                    <a:pt x="64547" y="731528"/>
                    <a:pt x="143437" y="731528"/>
                  </a:cubicBezTo>
                  <a:cubicBezTo>
                    <a:pt x="222327" y="731528"/>
                    <a:pt x="286874" y="666981"/>
                    <a:pt x="286874" y="588091"/>
                  </a:cubicBezTo>
                  <a:cubicBezTo>
                    <a:pt x="286874" y="563707"/>
                    <a:pt x="281136" y="542191"/>
                    <a:pt x="271095" y="522110"/>
                  </a:cubicBezTo>
                  <a:lnTo>
                    <a:pt x="500594" y="292611"/>
                  </a:lnTo>
                  <a:lnTo>
                    <a:pt x="575181" y="301217"/>
                  </a:lnTo>
                  <a:lnTo>
                    <a:pt x="732962" y="143437"/>
                  </a:lnTo>
                  <a:lnTo>
                    <a:pt x="603869" y="129093"/>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201" name="Freeform: Shape 200"/>
            <p:cNvSpPr/>
            <p:nvPr/>
          </p:nvSpPr>
          <p:spPr bwMode="auto">
            <a:xfrm rot="723675">
              <a:off x="9814920" y="91437"/>
              <a:ext cx="1090119" cy="1090119"/>
            </a:xfrm>
            <a:custGeom>
              <a:avLst/>
              <a:gdLst>
                <a:gd name="connsiteX0" fmla="*/ 1015532 w 1090119"/>
                <a:gd name="connsiteY0" fmla="*/ 298348 h 1090119"/>
                <a:gd name="connsiteX1" fmla="*/ 996886 w 1090119"/>
                <a:gd name="connsiteY1" fmla="*/ 318430 h 1090119"/>
                <a:gd name="connsiteX2" fmla="*/ 969633 w 1090119"/>
                <a:gd name="connsiteY2" fmla="*/ 315561 h 1090119"/>
                <a:gd name="connsiteX3" fmla="*/ 939511 w 1090119"/>
                <a:gd name="connsiteY3" fmla="*/ 311258 h 1090119"/>
                <a:gd name="connsiteX4" fmla="*/ 1004057 w 1090119"/>
                <a:gd name="connsiteY4" fmla="*/ 545060 h 1090119"/>
                <a:gd name="connsiteX5" fmla="*/ 545060 w 1090119"/>
                <a:gd name="connsiteY5" fmla="*/ 1004057 h 1090119"/>
                <a:gd name="connsiteX6" fmla="*/ 86062 w 1090119"/>
                <a:gd name="connsiteY6" fmla="*/ 545060 h 1090119"/>
                <a:gd name="connsiteX7" fmla="*/ 545060 w 1090119"/>
                <a:gd name="connsiteY7" fmla="*/ 86062 h 1090119"/>
                <a:gd name="connsiteX8" fmla="*/ 778862 w 1090119"/>
                <a:gd name="connsiteY8" fmla="*/ 150609 h 1090119"/>
                <a:gd name="connsiteX9" fmla="*/ 775993 w 1090119"/>
                <a:gd name="connsiteY9" fmla="*/ 121921 h 1090119"/>
                <a:gd name="connsiteX10" fmla="*/ 771690 w 1090119"/>
                <a:gd name="connsiteY10" fmla="*/ 93234 h 1090119"/>
                <a:gd name="connsiteX11" fmla="*/ 791771 w 1090119"/>
                <a:gd name="connsiteY11" fmla="*/ 73153 h 1090119"/>
                <a:gd name="connsiteX12" fmla="*/ 801812 w 1090119"/>
                <a:gd name="connsiteY12" fmla="*/ 63112 h 1090119"/>
                <a:gd name="connsiteX13" fmla="*/ 545060 w 1090119"/>
                <a:gd name="connsiteY13" fmla="*/ 0 h 1090119"/>
                <a:gd name="connsiteX14" fmla="*/ 0 w 1090119"/>
                <a:gd name="connsiteY14" fmla="*/ 545060 h 1090119"/>
                <a:gd name="connsiteX15" fmla="*/ 545060 w 1090119"/>
                <a:gd name="connsiteY15" fmla="*/ 1090120 h 1090119"/>
                <a:gd name="connsiteX16" fmla="*/ 1090120 w 1090119"/>
                <a:gd name="connsiteY16" fmla="*/ 545060 h 1090119"/>
                <a:gd name="connsiteX17" fmla="*/ 1025573 w 1090119"/>
                <a:gd name="connsiteY17" fmla="*/ 289742 h 1090119"/>
                <a:gd name="connsiteX18" fmla="*/ 1015532 w 1090119"/>
                <a:gd name="connsiteY18" fmla="*/ 298348 h 109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0119" h="1090119" extrusionOk="0">
                  <a:moveTo>
                    <a:pt x="1015532" y="298348"/>
                  </a:moveTo>
                  <a:lnTo>
                    <a:pt x="996886" y="318430"/>
                  </a:lnTo>
                  <a:lnTo>
                    <a:pt x="969633" y="315561"/>
                  </a:lnTo>
                  <a:lnTo>
                    <a:pt x="939511" y="311258"/>
                  </a:lnTo>
                  <a:cubicBezTo>
                    <a:pt x="979673" y="380107"/>
                    <a:pt x="1004057" y="458998"/>
                    <a:pt x="1004057" y="545060"/>
                  </a:cubicBezTo>
                  <a:cubicBezTo>
                    <a:pt x="1004057" y="797508"/>
                    <a:pt x="797508" y="1004057"/>
                    <a:pt x="545060" y="1004057"/>
                  </a:cubicBezTo>
                  <a:cubicBezTo>
                    <a:pt x="292611" y="1004057"/>
                    <a:pt x="86062" y="797508"/>
                    <a:pt x="86062" y="545060"/>
                  </a:cubicBezTo>
                  <a:cubicBezTo>
                    <a:pt x="86062" y="292611"/>
                    <a:pt x="292611" y="86062"/>
                    <a:pt x="545060" y="86062"/>
                  </a:cubicBezTo>
                  <a:cubicBezTo>
                    <a:pt x="629687" y="86062"/>
                    <a:pt x="710012" y="109012"/>
                    <a:pt x="778862" y="150609"/>
                  </a:cubicBezTo>
                  <a:lnTo>
                    <a:pt x="775993" y="121921"/>
                  </a:lnTo>
                  <a:lnTo>
                    <a:pt x="771690" y="93234"/>
                  </a:lnTo>
                  <a:lnTo>
                    <a:pt x="791771" y="73153"/>
                  </a:lnTo>
                  <a:lnTo>
                    <a:pt x="801812" y="63112"/>
                  </a:lnTo>
                  <a:cubicBezTo>
                    <a:pt x="724356" y="22950"/>
                    <a:pt x="638294" y="0"/>
                    <a:pt x="545060" y="0"/>
                  </a:cubicBezTo>
                  <a:cubicBezTo>
                    <a:pt x="243843" y="0"/>
                    <a:pt x="0" y="243843"/>
                    <a:pt x="0" y="545060"/>
                  </a:cubicBezTo>
                  <a:cubicBezTo>
                    <a:pt x="0" y="846277"/>
                    <a:pt x="243843" y="1090120"/>
                    <a:pt x="545060" y="1090120"/>
                  </a:cubicBezTo>
                  <a:cubicBezTo>
                    <a:pt x="846277" y="1090120"/>
                    <a:pt x="1090120" y="846277"/>
                    <a:pt x="1090120" y="545060"/>
                  </a:cubicBezTo>
                  <a:cubicBezTo>
                    <a:pt x="1090120" y="451826"/>
                    <a:pt x="1067170" y="365764"/>
                    <a:pt x="1025573" y="289742"/>
                  </a:cubicBezTo>
                  <a:lnTo>
                    <a:pt x="1015532" y="298348"/>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202" name="Freeform: Shape 201"/>
            <p:cNvSpPr/>
            <p:nvPr/>
          </p:nvSpPr>
          <p:spPr bwMode="auto">
            <a:xfrm rot="723675">
              <a:off x="10015731" y="292248"/>
              <a:ext cx="688496" cy="688496"/>
            </a:xfrm>
            <a:custGeom>
              <a:avLst/>
              <a:gdLst>
                <a:gd name="connsiteX0" fmla="*/ 583788 w 688496"/>
                <a:gd name="connsiteY0" fmla="*/ 246711 h 688496"/>
                <a:gd name="connsiteX1" fmla="*/ 602434 w 688496"/>
                <a:gd name="connsiteY1" fmla="*/ 344248 h 688496"/>
                <a:gd name="connsiteX2" fmla="*/ 344248 w 688496"/>
                <a:gd name="connsiteY2" fmla="*/ 602434 h 688496"/>
                <a:gd name="connsiteX3" fmla="*/ 86062 w 688496"/>
                <a:gd name="connsiteY3" fmla="*/ 344248 h 688496"/>
                <a:gd name="connsiteX4" fmla="*/ 344248 w 688496"/>
                <a:gd name="connsiteY4" fmla="*/ 86062 h 688496"/>
                <a:gd name="connsiteX5" fmla="*/ 441785 w 688496"/>
                <a:gd name="connsiteY5" fmla="*/ 104709 h 688496"/>
                <a:gd name="connsiteX6" fmla="*/ 506332 w 688496"/>
                <a:gd name="connsiteY6" fmla="*/ 40162 h 688496"/>
                <a:gd name="connsiteX7" fmla="*/ 344248 w 688496"/>
                <a:gd name="connsiteY7" fmla="*/ 0 h 688496"/>
                <a:gd name="connsiteX8" fmla="*/ 0 w 688496"/>
                <a:gd name="connsiteY8" fmla="*/ 344248 h 688496"/>
                <a:gd name="connsiteX9" fmla="*/ 344248 w 688496"/>
                <a:gd name="connsiteY9" fmla="*/ 688497 h 688496"/>
                <a:gd name="connsiteX10" fmla="*/ 688497 w 688496"/>
                <a:gd name="connsiteY10" fmla="*/ 344248 h 688496"/>
                <a:gd name="connsiteX11" fmla="*/ 648334 w 688496"/>
                <a:gd name="connsiteY11" fmla="*/ 182165 h 688496"/>
                <a:gd name="connsiteX12" fmla="*/ 583788 w 688496"/>
                <a:gd name="connsiteY12" fmla="*/ 246711 h 68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496" h="688496" extrusionOk="0">
                  <a:moveTo>
                    <a:pt x="583788" y="246711"/>
                  </a:moveTo>
                  <a:cubicBezTo>
                    <a:pt x="596697" y="276833"/>
                    <a:pt x="602434" y="309823"/>
                    <a:pt x="602434" y="344248"/>
                  </a:cubicBezTo>
                  <a:cubicBezTo>
                    <a:pt x="602434" y="486251"/>
                    <a:pt x="486251" y="602434"/>
                    <a:pt x="344248" y="602434"/>
                  </a:cubicBezTo>
                  <a:cubicBezTo>
                    <a:pt x="202246" y="602434"/>
                    <a:pt x="86062" y="486251"/>
                    <a:pt x="86062" y="344248"/>
                  </a:cubicBezTo>
                  <a:cubicBezTo>
                    <a:pt x="86062" y="202246"/>
                    <a:pt x="202246" y="86062"/>
                    <a:pt x="344248" y="86062"/>
                  </a:cubicBezTo>
                  <a:cubicBezTo>
                    <a:pt x="378673" y="86062"/>
                    <a:pt x="411664" y="93234"/>
                    <a:pt x="441785" y="104709"/>
                  </a:cubicBezTo>
                  <a:lnTo>
                    <a:pt x="506332" y="40162"/>
                  </a:lnTo>
                  <a:cubicBezTo>
                    <a:pt x="457563" y="14344"/>
                    <a:pt x="403057" y="0"/>
                    <a:pt x="344248" y="0"/>
                  </a:cubicBezTo>
                  <a:cubicBezTo>
                    <a:pt x="154912" y="0"/>
                    <a:pt x="0" y="154912"/>
                    <a:pt x="0" y="344248"/>
                  </a:cubicBezTo>
                  <a:cubicBezTo>
                    <a:pt x="0" y="533585"/>
                    <a:pt x="154912" y="688497"/>
                    <a:pt x="344248" y="688497"/>
                  </a:cubicBezTo>
                  <a:cubicBezTo>
                    <a:pt x="533585" y="688497"/>
                    <a:pt x="688497" y="533585"/>
                    <a:pt x="688497" y="344248"/>
                  </a:cubicBezTo>
                  <a:cubicBezTo>
                    <a:pt x="688497" y="285439"/>
                    <a:pt x="674153" y="230933"/>
                    <a:pt x="648334" y="182165"/>
                  </a:cubicBezTo>
                  <a:lnTo>
                    <a:pt x="583788" y="246711"/>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204" name="Freeform: Shape 203"/>
            <p:cNvSpPr/>
            <p:nvPr/>
          </p:nvSpPr>
          <p:spPr bwMode="auto">
            <a:xfrm>
              <a:off x="961804" y="30376"/>
              <a:ext cx="12505" cy="3175"/>
            </a:xfrm>
            <a:custGeom>
              <a:avLst/>
              <a:gdLst>
                <a:gd name="connsiteX0" fmla="*/ 10918 w 12505"/>
                <a:gd name="connsiteY0" fmla="*/ 0 h 3176"/>
                <a:gd name="connsiteX1" fmla="*/ 1588 w 12505"/>
                <a:gd name="connsiteY1" fmla="*/ 0 h 3176"/>
                <a:gd name="connsiteX2" fmla="*/ 0 w 12505"/>
                <a:gd name="connsiteY2" fmla="*/ 1588 h 3176"/>
                <a:gd name="connsiteX3" fmla="*/ 1588 w 12505"/>
                <a:gd name="connsiteY3" fmla="*/ 3177 h 3176"/>
                <a:gd name="connsiteX4" fmla="*/ 10918 w 12505"/>
                <a:gd name="connsiteY4" fmla="*/ 3177 h 3176"/>
                <a:gd name="connsiteX5" fmla="*/ 12506 w 12505"/>
                <a:gd name="connsiteY5" fmla="*/ 1588 h 3176"/>
                <a:gd name="connsiteX6" fmla="*/ 10918 w 12505"/>
                <a:gd name="connsiteY6" fmla="*/ 0 h 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05" h="3176" extrusionOk="0">
                  <a:moveTo>
                    <a:pt x="10918" y="0"/>
                  </a:moveTo>
                  <a:lnTo>
                    <a:pt x="1588" y="0"/>
                  </a:lnTo>
                  <a:cubicBezTo>
                    <a:pt x="711" y="0"/>
                    <a:pt x="0" y="711"/>
                    <a:pt x="0" y="1588"/>
                  </a:cubicBezTo>
                  <a:cubicBezTo>
                    <a:pt x="0" y="2466"/>
                    <a:pt x="711" y="3177"/>
                    <a:pt x="1588" y="3177"/>
                  </a:cubicBezTo>
                  <a:lnTo>
                    <a:pt x="10918" y="3177"/>
                  </a:lnTo>
                  <a:cubicBezTo>
                    <a:pt x="11795" y="3177"/>
                    <a:pt x="12506" y="2466"/>
                    <a:pt x="12506" y="1588"/>
                  </a:cubicBezTo>
                  <a:cubicBezTo>
                    <a:pt x="12506" y="711"/>
                    <a:pt x="11795" y="0"/>
                    <a:pt x="10918" y="0"/>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5" name="Freeform: Shape 204"/>
            <p:cNvSpPr/>
            <p:nvPr/>
          </p:nvSpPr>
          <p:spPr bwMode="auto">
            <a:xfrm>
              <a:off x="964674" y="35617"/>
              <a:ext cx="6766" cy="3175"/>
            </a:xfrm>
            <a:custGeom>
              <a:avLst/>
              <a:gdLst>
                <a:gd name="connsiteX0" fmla="*/ 3378 w 6766"/>
                <a:gd name="connsiteY0" fmla="*/ 3177 h 3176"/>
                <a:gd name="connsiteX1" fmla="*/ 6767 w 6766"/>
                <a:gd name="connsiteY1" fmla="*/ 0 h 3176"/>
                <a:gd name="connsiteX2" fmla="*/ 0 w 6766"/>
                <a:gd name="connsiteY2" fmla="*/ 0 h 3176"/>
                <a:gd name="connsiteX3" fmla="*/ 3378 w 6766"/>
                <a:gd name="connsiteY3" fmla="*/ 3177 h 3176"/>
              </a:gdLst>
              <a:ahLst/>
              <a:cxnLst>
                <a:cxn ang="0">
                  <a:pos x="connsiteX0" y="connsiteY0"/>
                </a:cxn>
                <a:cxn ang="0">
                  <a:pos x="connsiteX1" y="connsiteY1"/>
                </a:cxn>
                <a:cxn ang="0">
                  <a:pos x="connsiteX2" y="connsiteY2"/>
                </a:cxn>
                <a:cxn ang="0">
                  <a:pos x="connsiteX3" y="connsiteY3"/>
                </a:cxn>
              </a:cxnLst>
              <a:rect l="l" t="t" r="r" b="b"/>
              <a:pathLst>
                <a:path w="6766" h="3176" extrusionOk="0">
                  <a:moveTo>
                    <a:pt x="3378" y="3177"/>
                  </a:moveTo>
                  <a:cubicBezTo>
                    <a:pt x="5168" y="3175"/>
                    <a:pt x="6649" y="1786"/>
                    <a:pt x="6767" y="0"/>
                  </a:cubicBezTo>
                  <a:lnTo>
                    <a:pt x="0" y="0"/>
                  </a:lnTo>
                  <a:cubicBezTo>
                    <a:pt x="112" y="1784"/>
                    <a:pt x="1590" y="3175"/>
                    <a:pt x="3378" y="3177"/>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6" name="Freeform: Shape 205"/>
            <p:cNvSpPr/>
            <p:nvPr/>
          </p:nvSpPr>
          <p:spPr bwMode="auto">
            <a:xfrm>
              <a:off x="954519" y="80"/>
              <a:ext cx="27076" cy="28178"/>
            </a:xfrm>
            <a:custGeom>
              <a:avLst/>
              <a:gdLst>
                <a:gd name="connsiteX0" fmla="*/ 13533 w 27076"/>
                <a:gd name="connsiteY0" fmla="*/ 0 h 28178"/>
                <a:gd name="connsiteX1" fmla="*/ 13533 w 27076"/>
                <a:gd name="connsiteY1" fmla="*/ 0 h 28178"/>
                <a:gd name="connsiteX2" fmla="*/ 0 w 27076"/>
                <a:gd name="connsiteY2" fmla="*/ 13385 h 28178"/>
                <a:gd name="connsiteX3" fmla="*/ 0 w 27076"/>
                <a:gd name="connsiteY3" fmla="*/ 13851 h 28178"/>
                <a:gd name="connsiteX4" fmla="*/ 942 w 27076"/>
                <a:gd name="connsiteY4" fmla="*/ 18595 h 28178"/>
                <a:gd name="connsiteX5" fmla="*/ 3293 w 27076"/>
                <a:gd name="connsiteY5" fmla="*/ 22449 h 28178"/>
                <a:gd name="connsiteX6" fmla="*/ 6470 w 27076"/>
                <a:gd name="connsiteY6" fmla="*/ 27596 h 28178"/>
                <a:gd name="connsiteX7" fmla="*/ 7402 w 27076"/>
                <a:gd name="connsiteY7" fmla="*/ 28178 h 28178"/>
                <a:gd name="connsiteX8" fmla="*/ 19685 w 27076"/>
                <a:gd name="connsiteY8" fmla="*/ 28178 h 28178"/>
                <a:gd name="connsiteX9" fmla="*/ 20617 w 27076"/>
                <a:gd name="connsiteY9" fmla="*/ 27596 h 28178"/>
                <a:gd name="connsiteX10" fmla="*/ 23794 w 27076"/>
                <a:gd name="connsiteY10" fmla="*/ 22449 h 28178"/>
                <a:gd name="connsiteX11" fmla="*/ 26134 w 27076"/>
                <a:gd name="connsiteY11" fmla="*/ 18595 h 28178"/>
                <a:gd name="connsiteX12" fmla="*/ 27077 w 27076"/>
                <a:gd name="connsiteY12" fmla="*/ 13904 h 28178"/>
                <a:gd name="connsiteX13" fmla="*/ 27077 w 27076"/>
                <a:gd name="connsiteY13" fmla="*/ 13438 h 28178"/>
                <a:gd name="connsiteX14" fmla="*/ 13533 w 27076"/>
                <a:gd name="connsiteY14" fmla="*/ 0 h 28178"/>
                <a:gd name="connsiteX15" fmla="*/ 23953 w 27076"/>
                <a:gd name="connsiteY15" fmla="*/ 13766 h 28178"/>
                <a:gd name="connsiteX16" fmla="*/ 23212 w 27076"/>
                <a:gd name="connsiteY16" fmla="*/ 17419 h 28178"/>
                <a:gd name="connsiteX17" fmla="*/ 21443 w 27076"/>
                <a:gd name="connsiteY17" fmla="*/ 20278 h 28178"/>
                <a:gd name="connsiteX18" fmla="*/ 18404 w 27076"/>
                <a:gd name="connsiteY18" fmla="*/ 24970 h 28178"/>
                <a:gd name="connsiteX19" fmla="*/ 8673 w 27076"/>
                <a:gd name="connsiteY19" fmla="*/ 24970 h 28178"/>
                <a:gd name="connsiteX20" fmla="*/ 5623 w 27076"/>
                <a:gd name="connsiteY20" fmla="*/ 20278 h 28178"/>
                <a:gd name="connsiteX21" fmla="*/ 3865 w 27076"/>
                <a:gd name="connsiteY21" fmla="*/ 17419 h 28178"/>
                <a:gd name="connsiteX22" fmla="*/ 3124 w 27076"/>
                <a:gd name="connsiteY22" fmla="*/ 13766 h 28178"/>
                <a:gd name="connsiteX23" fmla="*/ 3124 w 27076"/>
                <a:gd name="connsiteY23" fmla="*/ 13385 h 28178"/>
                <a:gd name="connsiteX24" fmla="*/ 13533 w 27076"/>
                <a:gd name="connsiteY24" fmla="*/ 3092 h 28178"/>
                <a:gd name="connsiteX25" fmla="*/ 13533 w 27076"/>
                <a:gd name="connsiteY25" fmla="*/ 3092 h 28178"/>
                <a:gd name="connsiteX26" fmla="*/ 23953 w 27076"/>
                <a:gd name="connsiteY26" fmla="*/ 13385 h 2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076" h="28178" extrusionOk="0">
                  <a:moveTo>
                    <a:pt x="13533" y="0"/>
                  </a:moveTo>
                  <a:lnTo>
                    <a:pt x="13533" y="0"/>
                  </a:lnTo>
                  <a:cubicBezTo>
                    <a:pt x="6138" y="51"/>
                    <a:pt x="132" y="5990"/>
                    <a:pt x="0" y="13385"/>
                  </a:cubicBezTo>
                  <a:lnTo>
                    <a:pt x="0" y="13851"/>
                  </a:lnTo>
                  <a:cubicBezTo>
                    <a:pt x="36" y="15475"/>
                    <a:pt x="355" y="17080"/>
                    <a:pt x="942" y="18595"/>
                  </a:cubicBezTo>
                  <a:cubicBezTo>
                    <a:pt x="1490" y="20010"/>
                    <a:pt x="2286" y="21315"/>
                    <a:pt x="3293" y="22449"/>
                  </a:cubicBezTo>
                  <a:cubicBezTo>
                    <a:pt x="4549" y="24035"/>
                    <a:pt x="5615" y="25762"/>
                    <a:pt x="6470" y="27596"/>
                  </a:cubicBezTo>
                  <a:cubicBezTo>
                    <a:pt x="6648" y="27948"/>
                    <a:pt x="7007" y="28173"/>
                    <a:pt x="7402" y="28178"/>
                  </a:cubicBezTo>
                  <a:lnTo>
                    <a:pt x="19685" y="28178"/>
                  </a:lnTo>
                  <a:cubicBezTo>
                    <a:pt x="20080" y="28173"/>
                    <a:pt x="20440" y="27948"/>
                    <a:pt x="20617" y="27596"/>
                  </a:cubicBezTo>
                  <a:cubicBezTo>
                    <a:pt x="21473" y="25763"/>
                    <a:pt x="22539" y="24036"/>
                    <a:pt x="23794" y="22449"/>
                  </a:cubicBezTo>
                  <a:cubicBezTo>
                    <a:pt x="24795" y="21312"/>
                    <a:pt x="25587" y="20007"/>
                    <a:pt x="26134" y="18595"/>
                  </a:cubicBezTo>
                  <a:cubicBezTo>
                    <a:pt x="26706" y="17094"/>
                    <a:pt x="27024" y="15509"/>
                    <a:pt x="27077" y="13904"/>
                  </a:cubicBezTo>
                  <a:lnTo>
                    <a:pt x="27077" y="13438"/>
                  </a:lnTo>
                  <a:cubicBezTo>
                    <a:pt x="26967" y="6021"/>
                    <a:pt x="20951" y="51"/>
                    <a:pt x="13533" y="0"/>
                  </a:cubicBezTo>
                  <a:close/>
                  <a:moveTo>
                    <a:pt x="23953" y="13766"/>
                  </a:moveTo>
                  <a:cubicBezTo>
                    <a:pt x="23909" y="15016"/>
                    <a:pt x="23659" y="16251"/>
                    <a:pt x="23212" y="17419"/>
                  </a:cubicBezTo>
                  <a:cubicBezTo>
                    <a:pt x="22794" y="18469"/>
                    <a:pt x="22196" y="19436"/>
                    <a:pt x="21443" y="20278"/>
                  </a:cubicBezTo>
                  <a:cubicBezTo>
                    <a:pt x="20254" y="21720"/>
                    <a:pt x="19234" y="23294"/>
                    <a:pt x="18404" y="24970"/>
                  </a:cubicBezTo>
                  <a:lnTo>
                    <a:pt x="8673" y="24970"/>
                  </a:lnTo>
                  <a:cubicBezTo>
                    <a:pt x="7839" y="23294"/>
                    <a:pt x="6816" y="21720"/>
                    <a:pt x="5623" y="20278"/>
                  </a:cubicBezTo>
                  <a:cubicBezTo>
                    <a:pt x="4874" y="19436"/>
                    <a:pt x="4279" y="18468"/>
                    <a:pt x="3865" y="17419"/>
                  </a:cubicBezTo>
                  <a:cubicBezTo>
                    <a:pt x="3418" y="16251"/>
                    <a:pt x="3168" y="15016"/>
                    <a:pt x="3124" y="13766"/>
                  </a:cubicBezTo>
                  <a:lnTo>
                    <a:pt x="3124" y="13385"/>
                  </a:lnTo>
                  <a:cubicBezTo>
                    <a:pt x="3222" y="7696"/>
                    <a:pt x="7843" y="3126"/>
                    <a:pt x="13533" y="3092"/>
                  </a:cubicBezTo>
                  <a:lnTo>
                    <a:pt x="13533" y="3092"/>
                  </a:lnTo>
                  <a:cubicBezTo>
                    <a:pt x="19225" y="3126"/>
                    <a:pt x="23850" y="7694"/>
                    <a:pt x="23953" y="13385"/>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7" name="Freeform: Shape 206"/>
            <p:cNvSpPr/>
            <p:nvPr/>
          </p:nvSpPr>
          <p:spPr bwMode="auto">
            <a:xfrm>
              <a:off x="962948" y="5967"/>
              <a:ext cx="11415" cy="15883"/>
            </a:xfrm>
            <a:custGeom>
              <a:avLst/>
              <a:gdLst>
                <a:gd name="connsiteX0" fmla="*/ 0 w 11415"/>
                <a:gd name="connsiteY0" fmla="*/ 10939 h 15883"/>
                <a:gd name="connsiteX1" fmla="*/ 5602 w 11415"/>
                <a:gd name="connsiteY1" fmla="*/ 0 h 15883"/>
                <a:gd name="connsiteX2" fmla="*/ 5602 w 11415"/>
                <a:gd name="connsiteY2" fmla="*/ 6332 h 15883"/>
                <a:gd name="connsiteX3" fmla="*/ 11415 w 11415"/>
                <a:gd name="connsiteY3" fmla="*/ 5178 h 15883"/>
                <a:gd name="connsiteX4" fmla="*/ 5602 w 11415"/>
                <a:gd name="connsiteY4" fmla="*/ 15884 h 15883"/>
                <a:gd name="connsiteX5" fmla="*/ 5602 w 11415"/>
                <a:gd name="connsiteY5" fmla="*/ 9668 h 15883"/>
                <a:gd name="connsiteX6" fmla="*/ 0 w 11415"/>
                <a:gd name="connsiteY6" fmla="*/ 10939 h 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5" h="15883" extrusionOk="0">
                  <a:moveTo>
                    <a:pt x="0" y="10939"/>
                  </a:moveTo>
                  <a:lnTo>
                    <a:pt x="5602" y="0"/>
                  </a:lnTo>
                  <a:lnTo>
                    <a:pt x="5602" y="6332"/>
                  </a:lnTo>
                  <a:lnTo>
                    <a:pt x="11415" y="5178"/>
                  </a:lnTo>
                  <a:lnTo>
                    <a:pt x="5602" y="15884"/>
                  </a:lnTo>
                  <a:lnTo>
                    <a:pt x="5602" y="9668"/>
                  </a:lnTo>
                  <a:lnTo>
                    <a:pt x="0" y="10939"/>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8" name="Freeform: Shape 207"/>
            <p:cNvSpPr/>
            <p:nvPr/>
          </p:nvSpPr>
          <p:spPr bwMode="auto">
            <a:xfrm>
              <a:off x="981755"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09" name="Freeform: Shape 208"/>
            <p:cNvSpPr/>
            <p:nvPr/>
          </p:nvSpPr>
          <p:spPr bwMode="auto">
            <a:xfrm>
              <a:off x="937808"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0" name="Freeform: Shape 209"/>
            <p:cNvSpPr/>
            <p:nvPr/>
          </p:nvSpPr>
          <p:spPr bwMode="auto">
            <a:xfrm>
              <a:off x="976608" y="56182"/>
              <a:ext cx="29862" cy="16498"/>
            </a:xfrm>
            <a:custGeom>
              <a:avLst/>
              <a:gdLst>
                <a:gd name="connsiteX0" fmla="*/ 28210 w 29862"/>
                <a:gd name="connsiteY0" fmla="*/ 4903 h 16498"/>
                <a:gd name="connsiteX1" fmla="*/ 20162 w 29862"/>
                <a:gd name="connsiteY1" fmla="*/ 1059 h 16498"/>
                <a:gd name="connsiteX2" fmla="*/ 13385 w 29862"/>
                <a:gd name="connsiteY2" fmla="*/ 0 h 16498"/>
                <a:gd name="connsiteX3" fmla="*/ 6608 w 29862"/>
                <a:gd name="connsiteY3" fmla="*/ 1059 h 16498"/>
                <a:gd name="connsiteX4" fmla="*/ 381 w 29862"/>
                <a:gd name="connsiteY4" fmla="*/ 3727 h 16498"/>
                <a:gd name="connsiteX5" fmla="*/ 0 w 29862"/>
                <a:gd name="connsiteY5" fmla="*/ 4162 h 16498"/>
                <a:gd name="connsiteX6" fmla="*/ 8471 w 29862"/>
                <a:gd name="connsiteY6" fmla="*/ 8397 h 16498"/>
                <a:gd name="connsiteX7" fmla="*/ 11574 w 29862"/>
                <a:gd name="connsiteY7" fmla="*/ 14613 h 16498"/>
                <a:gd name="connsiteX8" fmla="*/ 11574 w 29862"/>
                <a:gd name="connsiteY8" fmla="*/ 16498 h 16498"/>
                <a:gd name="connsiteX9" fmla="*/ 29862 w 29862"/>
                <a:gd name="connsiteY9" fmla="*/ 16498 h 16498"/>
                <a:gd name="connsiteX10" fmla="*/ 29862 w 29862"/>
                <a:gd name="connsiteY10" fmla="*/ 8207 h 16498"/>
                <a:gd name="connsiteX11" fmla="*/ 28210 w 29862"/>
                <a:gd name="connsiteY11" fmla="*/ 4903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62" h="16498" extrusionOk="0">
                  <a:moveTo>
                    <a:pt x="28210" y="4903"/>
                  </a:moveTo>
                  <a:cubicBezTo>
                    <a:pt x="25837" y="3055"/>
                    <a:pt x="23091" y="1743"/>
                    <a:pt x="20162" y="1059"/>
                  </a:cubicBezTo>
                  <a:cubicBezTo>
                    <a:pt x="17958" y="416"/>
                    <a:pt x="15680" y="60"/>
                    <a:pt x="13385" y="0"/>
                  </a:cubicBezTo>
                  <a:cubicBezTo>
                    <a:pt x="11084" y="-5"/>
                    <a:pt x="8797" y="352"/>
                    <a:pt x="6608" y="1059"/>
                  </a:cubicBezTo>
                  <a:cubicBezTo>
                    <a:pt x="4414" y="1644"/>
                    <a:pt x="2317" y="2542"/>
                    <a:pt x="381" y="3727"/>
                  </a:cubicBezTo>
                  <a:cubicBezTo>
                    <a:pt x="254" y="3876"/>
                    <a:pt x="138" y="4024"/>
                    <a:pt x="0" y="4162"/>
                  </a:cubicBezTo>
                  <a:cubicBezTo>
                    <a:pt x="3080" y="4990"/>
                    <a:pt x="5961" y="6431"/>
                    <a:pt x="8471" y="8397"/>
                  </a:cubicBezTo>
                  <a:cubicBezTo>
                    <a:pt x="10453" y="9843"/>
                    <a:pt x="11609" y="12161"/>
                    <a:pt x="11574" y="14613"/>
                  </a:cubicBezTo>
                  <a:lnTo>
                    <a:pt x="11574" y="16498"/>
                  </a:lnTo>
                  <a:lnTo>
                    <a:pt x="29862" y="16498"/>
                  </a:lnTo>
                  <a:lnTo>
                    <a:pt x="29862" y="8207"/>
                  </a:lnTo>
                  <a:cubicBezTo>
                    <a:pt x="29894" y="6899"/>
                    <a:pt x="29275" y="5662"/>
                    <a:pt x="28210" y="4903"/>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1" name="Freeform: Shape 210"/>
            <p:cNvSpPr/>
            <p:nvPr/>
          </p:nvSpPr>
          <p:spPr bwMode="auto">
            <a:xfrm>
              <a:off x="929571" y="56182"/>
              <a:ext cx="29861" cy="16498"/>
            </a:xfrm>
            <a:custGeom>
              <a:avLst/>
              <a:gdLst>
                <a:gd name="connsiteX0" fmla="*/ 18309 w 29861"/>
                <a:gd name="connsiteY0" fmla="*/ 14613 h 16498"/>
                <a:gd name="connsiteX1" fmla="*/ 21274 w 29861"/>
                <a:gd name="connsiteY1" fmla="*/ 8503 h 16498"/>
                <a:gd name="connsiteX2" fmla="*/ 21401 w 29861"/>
                <a:gd name="connsiteY2" fmla="*/ 8397 h 16498"/>
                <a:gd name="connsiteX3" fmla="*/ 21539 w 29861"/>
                <a:gd name="connsiteY3" fmla="*/ 8302 h 16498"/>
                <a:gd name="connsiteX4" fmla="*/ 29862 w 29861"/>
                <a:gd name="connsiteY4" fmla="*/ 4172 h 16498"/>
                <a:gd name="connsiteX5" fmla="*/ 29258 w 29861"/>
                <a:gd name="connsiteY5" fmla="*/ 3484 h 16498"/>
                <a:gd name="connsiteX6" fmla="*/ 23296 w 29861"/>
                <a:gd name="connsiteY6" fmla="*/ 1059 h 16498"/>
                <a:gd name="connsiteX7" fmla="*/ 16519 w 29861"/>
                <a:gd name="connsiteY7" fmla="*/ 0 h 16498"/>
                <a:gd name="connsiteX8" fmla="*/ 9742 w 29861"/>
                <a:gd name="connsiteY8" fmla="*/ 1059 h 16498"/>
                <a:gd name="connsiteX9" fmla="*/ 1694 w 29861"/>
                <a:gd name="connsiteY9" fmla="*/ 4903 h 16498"/>
                <a:gd name="connsiteX10" fmla="*/ 0 w 29861"/>
                <a:gd name="connsiteY10" fmla="*/ 8207 h 16498"/>
                <a:gd name="connsiteX11" fmla="*/ 0 w 29861"/>
                <a:gd name="connsiteY11" fmla="*/ 16498 h 16498"/>
                <a:gd name="connsiteX12" fmla="*/ 18309 w 29861"/>
                <a:gd name="connsiteY12" fmla="*/ 16498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61" h="16498" extrusionOk="0">
                  <a:moveTo>
                    <a:pt x="18309" y="14613"/>
                  </a:moveTo>
                  <a:cubicBezTo>
                    <a:pt x="18311" y="12230"/>
                    <a:pt x="19403" y="9980"/>
                    <a:pt x="21274" y="8503"/>
                  </a:cubicBezTo>
                  <a:lnTo>
                    <a:pt x="21401" y="8397"/>
                  </a:lnTo>
                  <a:lnTo>
                    <a:pt x="21539" y="8302"/>
                  </a:lnTo>
                  <a:cubicBezTo>
                    <a:pt x="24078" y="6496"/>
                    <a:pt x="26887" y="5102"/>
                    <a:pt x="29862" y="4172"/>
                  </a:cubicBezTo>
                  <a:cubicBezTo>
                    <a:pt x="29650" y="3950"/>
                    <a:pt x="29459" y="3717"/>
                    <a:pt x="29258" y="3484"/>
                  </a:cubicBezTo>
                  <a:cubicBezTo>
                    <a:pt x="27397" y="2394"/>
                    <a:pt x="25389" y="1578"/>
                    <a:pt x="23296" y="1059"/>
                  </a:cubicBezTo>
                  <a:cubicBezTo>
                    <a:pt x="21092" y="415"/>
                    <a:pt x="18814" y="59"/>
                    <a:pt x="16519" y="0"/>
                  </a:cubicBezTo>
                  <a:cubicBezTo>
                    <a:pt x="14219" y="-4"/>
                    <a:pt x="11932" y="353"/>
                    <a:pt x="9742" y="1059"/>
                  </a:cubicBezTo>
                  <a:cubicBezTo>
                    <a:pt x="6854" y="1856"/>
                    <a:pt x="4129" y="3157"/>
                    <a:pt x="1694" y="4903"/>
                  </a:cubicBezTo>
                  <a:cubicBezTo>
                    <a:pt x="651" y="5685"/>
                    <a:pt x="26" y="6903"/>
                    <a:pt x="0" y="8207"/>
                  </a:cubicBezTo>
                  <a:lnTo>
                    <a:pt x="0" y="16498"/>
                  </a:lnTo>
                  <a:lnTo>
                    <a:pt x="18309" y="16498"/>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2" name="Freeform: Shape 211"/>
            <p:cNvSpPr/>
            <p:nvPr/>
          </p:nvSpPr>
          <p:spPr bwMode="auto">
            <a:xfrm>
              <a:off x="951543" y="62599"/>
              <a:ext cx="32955" cy="16434"/>
            </a:xfrm>
            <a:custGeom>
              <a:avLst/>
              <a:gdLst>
                <a:gd name="connsiteX0" fmla="*/ 0 w 32955"/>
                <a:gd name="connsiteY0" fmla="*/ 16435 h 16434"/>
                <a:gd name="connsiteX1" fmla="*/ 0 w 32955"/>
                <a:gd name="connsiteY1" fmla="*/ 8196 h 16434"/>
                <a:gd name="connsiteX2" fmla="*/ 1652 w 32955"/>
                <a:gd name="connsiteY2" fmla="*/ 4903 h 16434"/>
                <a:gd name="connsiteX3" fmla="*/ 9700 w 32955"/>
                <a:gd name="connsiteY3" fmla="*/ 1059 h 16434"/>
                <a:gd name="connsiteX4" fmla="*/ 16477 w 32955"/>
                <a:gd name="connsiteY4" fmla="*/ 0 h 16434"/>
                <a:gd name="connsiteX5" fmla="*/ 23254 w 32955"/>
                <a:gd name="connsiteY5" fmla="*/ 1059 h 16434"/>
                <a:gd name="connsiteX6" fmla="*/ 31312 w 32955"/>
                <a:gd name="connsiteY6" fmla="*/ 4903 h 16434"/>
                <a:gd name="connsiteX7" fmla="*/ 32954 w 32955"/>
                <a:gd name="connsiteY7" fmla="*/ 8196 h 16434"/>
                <a:gd name="connsiteX8" fmla="*/ 32954 w 32955"/>
                <a:gd name="connsiteY8" fmla="*/ 16435 h 1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55" h="16434" extrusionOk="0">
                  <a:moveTo>
                    <a:pt x="0" y="16435"/>
                  </a:moveTo>
                  <a:lnTo>
                    <a:pt x="0" y="8196"/>
                  </a:lnTo>
                  <a:cubicBezTo>
                    <a:pt x="5" y="6900"/>
                    <a:pt x="616" y="5682"/>
                    <a:pt x="1652" y="4903"/>
                  </a:cubicBezTo>
                  <a:cubicBezTo>
                    <a:pt x="4083" y="3150"/>
                    <a:pt x="6809" y="1848"/>
                    <a:pt x="9700" y="1059"/>
                  </a:cubicBezTo>
                  <a:cubicBezTo>
                    <a:pt x="11888" y="348"/>
                    <a:pt x="14176" y="-9"/>
                    <a:pt x="16477" y="0"/>
                  </a:cubicBezTo>
                  <a:cubicBezTo>
                    <a:pt x="18773" y="54"/>
                    <a:pt x="21051" y="410"/>
                    <a:pt x="23254" y="1059"/>
                  </a:cubicBezTo>
                  <a:cubicBezTo>
                    <a:pt x="26189" y="1736"/>
                    <a:pt x="28939" y="3049"/>
                    <a:pt x="31312" y="4903"/>
                  </a:cubicBezTo>
                  <a:cubicBezTo>
                    <a:pt x="32373" y="5660"/>
                    <a:pt x="32988" y="6894"/>
                    <a:pt x="32954" y="8196"/>
                  </a:cubicBezTo>
                  <a:lnTo>
                    <a:pt x="32954" y="16435"/>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13" name="Freeform: Shape 212"/>
            <p:cNvSpPr/>
            <p:nvPr/>
          </p:nvSpPr>
          <p:spPr bwMode="auto">
            <a:xfrm>
              <a:off x="959782" y="43877"/>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grpSp>
          <p:nvGrpSpPr>
            <p:cNvPr id="214" name="Graphic 73" descr="Box"/>
            <p:cNvGrpSpPr/>
            <p:nvPr/>
          </p:nvGrpSpPr>
          <p:grpSpPr bwMode="auto">
            <a:xfrm>
              <a:off x="6281286" y="416153"/>
              <a:ext cx="57759" cy="68961"/>
              <a:chOff x="6281286" y="416153"/>
              <a:chExt cx="57759" cy="68961"/>
            </a:xfrm>
            <a:solidFill>
              <a:srgbClr val="000000">
                <a:alpha val="50000"/>
              </a:srgbClr>
            </a:solidFill>
          </p:grpSpPr>
          <p:sp>
            <p:nvSpPr>
              <p:cNvPr id="215" name="Freeform: Shape 214"/>
              <p:cNvSpPr/>
              <p:nvPr/>
            </p:nvSpPr>
            <p:spPr bwMode="auto">
              <a:xfrm>
                <a:off x="6281286" y="425692"/>
                <a:ext cx="42007" cy="25466"/>
              </a:xfrm>
              <a:custGeom>
                <a:avLst/>
                <a:gdLst>
                  <a:gd name="connsiteX0" fmla="*/ 13127 w 42007"/>
                  <a:gd name="connsiteY0" fmla="*/ 0 h 25466"/>
                  <a:gd name="connsiteX1" fmla="*/ 0 w 42007"/>
                  <a:gd name="connsiteY1" fmla="*/ 7964 h 25466"/>
                  <a:gd name="connsiteX2" fmla="*/ 28880 w 42007"/>
                  <a:gd name="connsiteY2" fmla="*/ 25467 h 25466"/>
                  <a:gd name="connsiteX3" fmla="*/ 42007 w 42007"/>
                  <a:gd name="connsiteY3" fmla="*/ 17503 h 25466"/>
                </a:gdLst>
                <a:ahLst/>
                <a:cxnLst>
                  <a:cxn ang="0">
                    <a:pos x="connsiteX0" y="connsiteY0"/>
                  </a:cxn>
                  <a:cxn ang="0">
                    <a:pos x="connsiteX1" y="connsiteY1"/>
                  </a:cxn>
                  <a:cxn ang="0">
                    <a:pos x="connsiteX2" y="connsiteY2"/>
                  </a:cxn>
                  <a:cxn ang="0">
                    <a:pos x="connsiteX3" y="connsiteY3"/>
                  </a:cxn>
                </a:cxnLst>
                <a:rect l="l" t="t" r="r" b="b"/>
                <a:pathLst>
                  <a:path w="42007" h="25466" extrusionOk="0">
                    <a:moveTo>
                      <a:pt x="13127" y="0"/>
                    </a:moveTo>
                    <a:lnTo>
                      <a:pt x="0" y="7964"/>
                    </a:lnTo>
                    <a:lnTo>
                      <a:pt x="28880" y="25467"/>
                    </a:lnTo>
                    <a:lnTo>
                      <a:pt x="42007" y="17503"/>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216" name="Freeform: Shape 215"/>
              <p:cNvSpPr/>
              <p:nvPr/>
            </p:nvSpPr>
            <p:spPr bwMode="auto">
              <a:xfrm>
                <a:off x="6297738" y="416153"/>
                <a:ext cx="41306" cy="25029"/>
              </a:xfrm>
              <a:custGeom>
                <a:avLst/>
                <a:gdLst>
                  <a:gd name="connsiteX0" fmla="*/ 41307 w 41306"/>
                  <a:gd name="connsiteY0" fmla="*/ 17503 h 25029"/>
                  <a:gd name="connsiteX1" fmla="*/ 12427 w 41306"/>
                  <a:gd name="connsiteY1" fmla="*/ 0 h 25029"/>
                  <a:gd name="connsiteX2" fmla="*/ 0 w 41306"/>
                  <a:gd name="connsiteY2" fmla="*/ 7526 h 25029"/>
                  <a:gd name="connsiteX3" fmla="*/ 28880 w 41306"/>
                  <a:gd name="connsiteY3" fmla="*/ 25029 h 25029"/>
                </a:gdLst>
                <a:ahLst/>
                <a:cxnLst>
                  <a:cxn ang="0">
                    <a:pos x="connsiteX0" y="connsiteY0"/>
                  </a:cxn>
                  <a:cxn ang="0">
                    <a:pos x="connsiteX1" y="connsiteY1"/>
                  </a:cxn>
                  <a:cxn ang="0">
                    <a:pos x="connsiteX2" y="connsiteY2"/>
                  </a:cxn>
                  <a:cxn ang="0">
                    <a:pos x="connsiteX3" y="connsiteY3"/>
                  </a:cxn>
                </a:cxnLst>
                <a:rect l="l" t="t" r="r" b="b"/>
                <a:pathLst>
                  <a:path w="41306" h="25029" extrusionOk="0">
                    <a:moveTo>
                      <a:pt x="41307" y="17503"/>
                    </a:moveTo>
                    <a:lnTo>
                      <a:pt x="12427" y="0"/>
                    </a:lnTo>
                    <a:lnTo>
                      <a:pt x="0" y="7526"/>
                    </a:lnTo>
                    <a:lnTo>
                      <a:pt x="28880" y="25029"/>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217" name="Freeform: Shape 216"/>
              <p:cNvSpPr/>
              <p:nvPr/>
            </p:nvSpPr>
            <p:spPr bwMode="auto">
              <a:xfrm>
                <a:off x="6281286" y="437769"/>
                <a:ext cx="27129" cy="47345"/>
              </a:xfrm>
              <a:custGeom>
                <a:avLst/>
                <a:gdLst>
                  <a:gd name="connsiteX0" fmla="*/ 0 w 27129"/>
                  <a:gd name="connsiteY0" fmla="*/ 2888 h 47345"/>
                  <a:gd name="connsiteX1" fmla="*/ 0 w 27129"/>
                  <a:gd name="connsiteY1" fmla="*/ 30893 h 47345"/>
                  <a:gd name="connsiteX2" fmla="*/ 27130 w 27129"/>
                  <a:gd name="connsiteY2" fmla="*/ 47345 h 47345"/>
                  <a:gd name="connsiteX3" fmla="*/ 27130 w 27129"/>
                  <a:gd name="connsiteY3" fmla="*/ 16453 h 47345"/>
                  <a:gd name="connsiteX4" fmla="*/ 0 w 27129"/>
                  <a:gd name="connsiteY4" fmla="*/ 0 h 4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29" h="47345" extrusionOk="0">
                    <a:moveTo>
                      <a:pt x="0" y="2888"/>
                    </a:moveTo>
                    <a:lnTo>
                      <a:pt x="0" y="30893"/>
                    </a:lnTo>
                    <a:lnTo>
                      <a:pt x="27130" y="47345"/>
                    </a:lnTo>
                    <a:lnTo>
                      <a:pt x="27130" y="16453"/>
                    </a:lnTo>
                    <a:lnTo>
                      <a:pt x="0" y="0"/>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218" name="Freeform: Shape 217"/>
              <p:cNvSpPr/>
              <p:nvPr/>
            </p:nvSpPr>
            <p:spPr bwMode="auto">
              <a:xfrm>
                <a:off x="6311916" y="437769"/>
                <a:ext cx="27129" cy="47345"/>
              </a:xfrm>
              <a:custGeom>
                <a:avLst/>
                <a:gdLst>
                  <a:gd name="connsiteX0" fmla="*/ 9627 w 27129"/>
                  <a:gd name="connsiteY0" fmla="*/ 21266 h 47345"/>
                  <a:gd name="connsiteX1" fmla="*/ 3501 w 27129"/>
                  <a:gd name="connsiteY1" fmla="*/ 24767 h 47345"/>
                  <a:gd name="connsiteX2" fmla="*/ 3501 w 27129"/>
                  <a:gd name="connsiteY2" fmla="*/ 18641 h 47345"/>
                  <a:gd name="connsiteX3" fmla="*/ 9627 w 27129"/>
                  <a:gd name="connsiteY3" fmla="*/ 15140 h 47345"/>
                  <a:gd name="connsiteX4" fmla="*/ 9627 w 27129"/>
                  <a:gd name="connsiteY4" fmla="*/ 21266 h 47345"/>
                  <a:gd name="connsiteX5" fmla="*/ 0 w 27129"/>
                  <a:gd name="connsiteY5" fmla="*/ 16453 h 47345"/>
                  <a:gd name="connsiteX6" fmla="*/ 0 w 27129"/>
                  <a:gd name="connsiteY6" fmla="*/ 47345 h 47345"/>
                  <a:gd name="connsiteX7" fmla="*/ 27130 w 27129"/>
                  <a:gd name="connsiteY7" fmla="*/ 30893 h 47345"/>
                  <a:gd name="connsiteX8" fmla="*/ 27130 w 27129"/>
                  <a:gd name="connsiteY8" fmla="*/ 0 h 47345"/>
                  <a:gd name="connsiteX9" fmla="*/ 0 w 27129"/>
                  <a:gd name="connsiteY9" fmla="*/ 16453 h 4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29" h="47345" extrusionOk="0">
                    <a:moveTo>
                      <a:pt x="9627" y="21266"/>
                    </a:moveTo>
                    <a:lnTo>
                      <a:pt x="3501" y="24767"/>
                    </a:lnTo>
                    <a:lnTo>
                      <a:pt x="3501" y="18641"/>
                    </a:lnTo>
                    <a:lnTo>
                      <a:pt x="9627" y="15140"/>
                    </a:lnTo>
                    <a:lnTo>
                      <a:pt x="9627" y="21266"/>
                    </a:lnTo>
                    <a:close/>
                    <a:moveTo>
                      <a:pt x="0" y="16453"/>
                    </a:moveTo>
                    <a:lnTo>
                      <a:pt x="0" y="47345"/>
                    </a:lnTo>
                    <a:lnTo>
                      <a:pt x="27130" y="30893"/>
                    </a:lnTo>
                    <a:lnTo>
                      <a:pt x="27130" y="0"/>
                    </a:lnTo>
                    <a:lnTo>
                      <a:pt x="0" y="16453"/>
                    </a:lnTo>
                    <a:close/>
                  </a:path>
                </a:pathLst>
              </a:custGeom>
              <a:solidFill>
                <a:srgbClr val="000000">
                  <a:alpha val="50000"/>
                </a:srgbClr>
              </a:solidFill>
              <a:ln w="794" cap="flat">
                <a:noFill/>
                <a:prstDash val="solid"/>
                <a:miter/>
              </a:ln>
            </p:spPr>
            <p:txBody>
              <a:bodyPr rtlCol="0" anchor="ctr"/>
              <a:lstStyle/>
              <a:p>
                <a:pPr>
                  <a:defRPr/>
                </a:pPr>
                <a:endParaRPr lang="en-IN"/>
              </a:p>
            </p:txBody>
          </p:sp>
        </p:grpSp>
        <p:sp>
          <p:nvSpPr>
            <p:cNvPr id="220" name="Freeform: Shape 219"/>
            <p:cNvSpPr/>
            <p:nvPr/>
          </p:nvSpPr>
          <p:spPr bwMode="auto">
            <a:xfrm>
              <a:off x="9403756" y="104128"/>
              <a:ext cx="77012" cy="13477"/>
            </a:xfrm>
            <a:custGeom>
              <a:avLst/>
              <a:gdLst>
                <a:gd name="connsiteX0" fmla="*/ 38506 w 77012"/>
                <a:gd name="connsiteY0" fmla="*/ 3851 h 13477"/>
                <a:gd name="connsiteX1" fmla="*/ 41394 w 77012"/>
                <a:gd name="connsiteY1" fmla="*/ 6739 h 13477"/>
                <a:gd name="connsiteX2" fmla="*/ 38506 w 77012"/>
                <a:gd name="connsiteY2" fmla="*/ 9627 h 13477"/>
                <a:gd name="connsiteX3" fmla="*/ 35618 w 77012"/>
                <a:gd name="connsiteY3" fmla="*/ 6739 h 13477"/>
                <a:gd name="connsiteX4" fmla="*/ 38506 w 77012"/>
                <a:gd name="connsiteY4" fmla="*/ 3851 h 13477"/>
                <a:gd name="connsiteX5" fmla="*/ 0 w 77012"/>
                <a:gd name="connsiteY5" fmla="*/ 13477 h 13477"/>
                <a:gd name="connsiteX6" fmla="*/ 77013 w 77012"/>
                <a:gd name="connsiteY6" fmla="*/ 13477 h 13477"/>
                <a:gd name="connsiteX7" fmla="*/ 77013 w 77012"/>
                <a:gd name="connsiteY7" fmla="*/ 0 h 13477"/>
                <a:gd name="connsiteX8" fmla="*/ 0 w 77012"/>
                <a:gd name="connsiteY8" fmla="*/ 0 h 13477"/>
                <a:gd name="connsiteX9" fmla="*/ 0 w 77012"/>
                <a:gd name="connsiteY9" fmla="*/ 13477 h 1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012" h="13477" extrusionOk="0">
                  <a:moveTo>
                    <a:pt x="38506" y="3851"/>
                  </a:moveTo>
                  <a:cubicBezTo>
                    <a:pt x="40143" y="3851"/>
                    <a:pt x="41394" y="5102"/>
                    <a:pt x="41394" y="6739"/>
                  </a:cubicBezTo>
                  <a:cubicBezTo>
                    <a:pt x="41394" y="8375"/>
                    <a:pt x="40143" y="9627"/>
                    <a:pt x="38506" y="9627"/>
                  </a:cubicBezTo>
                  <a:cubicBezTo>
                    <a:pt x="36870" y="9627"/>
                    <a:pt x="35618" y="8375"/>
                    <a:pt x="35618" y="6739"/>
                  </a:cubicBezTo>
                  <a:cubicBezTo>
                    <a:pt x="35618" y="5102"/>
                    <a:pt x="36870" y="3851"/>
                    <a:pt x="38506" y="3851"/>
                  </a:cubicBezTo>
                  <a:close/>
                  <a:moveTo>
                    <a:pt x="0" y="13477"/>
                  </a:moveTo>
                  <a:lnTo>
                    <a:pt x="77013" y="13477"/>
                  </a:lnTo>
                  <a:lnTo>
                    <a:pt x="77013" y="0"/>
                  </a:lnTo>
                  <a:lnTo>
                    <a:pt x="0" y="0"/>
                  </a:lnTo>
                  <a:lnTo>
                    <a:pt x="0" y="13477"/>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1" name="Freeform: Shape 220"/>
            <p:cNvSpPr/>
            <p:nvPr/>
          </p:nvSpPr>
          <p:spPr bwMode="auto">
            <a:xfrm>
              <a:off x="9423009" y="71398"/>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2" name="Freeform: Shape 221"/>
            <p:cNvSpPr/>
            <p:nvPr/>
          </p:nvSpPr>
          <p:spPr bwMode="auto">
            <a:xfrm>
              <a:off x="9423009" y="63697"/>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3" name="Freeform: Shape 222"/>
            <p:cNvSpPr/>
            <p:nvPr/>
          </p:nvSpPr>
          <p:spPr bwMode="auto">
            <a:xfrm>
              <a:off x="9423009" y="55995"/>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4" name="Freeform: Shape 223"/>
            <p:cNvSpPr/>
            <p:nvPr/>
          </p:nvSpPr>
          <p:spPr bwMode="auto">
            <a:xfrm>
              <a:off x="9403756" y="48294"/>
              <a:ext cx="77012" cy="51983"/>
            </a:xfrm>
            <a:custGeom>
              <a:avLst/>
              <a:gdLst>
                <a:gd name="connsiteX0" fmla="*/ 65461 w 77012"/>
                <a:gd name="connsiteY0" fmla="*/ 30805 h 51983"/>
                <a:gd name="connsiteX1" fmla="*/ 42357 w 77012"/>
                <a:gd name="connsiteY1" fmla="*/ 30805 h 51983"/>
                <a:gd name="connsiteX2" fmla="*/ 42357 w 77012"/>
                <a:gd name="connsiteY2" fmla="*/ 21178 h 51983"/>
                <a:gd name="connsiteX3" fmla="*/ 65461 w 77012"/>
                <a:gd name="connsiteY3" fmla="*/ 21178 h 51983"/>
                <a:gd name="connsiteX4" fmla="*/ 65461 w 77012"/>
                <a:gd name="connsiteY4" fmla="*/ 30805 h 51983"/>
                <a:gd name="connsiteX5" fmla="*/ 32730 w 77012"/>
                <a:gd name="connsiteY5" fmla="*/ 30805 h 51983"/>
                <a:gd name="connsiteX6" fmla="*/ 15403 w 77012"/>
                <a:gd name="connsiteY6" fmla="*/ 30805 h 51983"/>
                <a:gd name="connsiteX7" fmla="*/ 15403 w 77012"/>
                <a:gd name="connsiteY7" fmla="*/ 3851 h 51983"/>
                <a:gd name="connsiteX8" fmla="*/ 32730 w 77012"/>
                <a:gd name="connsiteY8" fmla="*/ 3851 h 51983"/>
                <a:gd name="connsiteX9" fmla="*/ 32730 w 77012"/>
                <a:gd name="connsiteY9" fmla="*/ 30805 h 51983"/>
                <a:gd name="connsiteX10" fmla="*/ 71237 w 77012"/>
                <a:gd name="connsiteY10" fmla="*/ 30805 h 51983"/>
                <a:gd name="connsiteX11" fmla="*/ 71237 w 77012"/>
                <a:gd name="connsiteY11" fmla="*/ 19253 h 51983"/>
                <a:gd name="connsiteX12" fmla="*/ 67386 w 77012"/>
                <a:gd name="connsiteY12" fmla="*/ 15403 h 51983"/>
                <a:gd name="connsiteX13" fmla="*/ 36581 w 77012"/>
                <a:gd name="connsiteY13" fmla="*/ 15403 h 51983"/>
                <a:gd name="connsiteX14" fmla="*/ 36581 w 77012"/>
                <a:gd name="connsiteY14" fmla="*/ 1925 h 51983"/>
                <a:gd name="connsiteX15" fmla="*/ 34656 w 77012"/>
                <a:gd name="connsiteY15" fmla="*/ 0 h 51983"/>
                <a:gd name="connsiteX16" fmla="*/ 13477 w 77012"/>
                <a:gd name="connsiteY16" fmla="*/ 0 h 51983"/>
                <a:gd name="connsiteX17" fmla="*/ 11552 w 77012"/>
                <a:gd name="connsiteY17" fmla="*/ 1925 h 51983"/>
                <a:gd name="connsiteX18" fmla="*/ 11552 w 77012"/>
                <a:gd name="connsiteY18" fmla="*/ 15403 h 51983"/>
                <a:gd name="connsiteX19" fmla="*/ 9627 w 77012"/>
                <a:gd name="connsiteY19" fmla="*/ 15403 h 51983"/>
                <a:gd name="connsiteX20" fmla="*/ 5776 w 77012"/>
                <a:gd name="connsiteY20" fmla="*/ 19253 h 51983"/>
                <a:gd name="connsiteX21" fmla="*/ 5776 w 77012"/>
                <a:gd name="connsiteY21" fmla="*/ 30805 h 51983"/>
                <a:gd name="connsiteX22" fmla="*/ 0 w 77012"/>
                <a:gd name="connsiteY22" fmla="*/ 44282 h 51983"/>
                <a:gd name="connsiteX23" fmla="*/ 0 w 77012"/>
                <a:gd name="connsiteY23" fmla="*/ 51983 h 51983"/>
                <a:gd name="connsiteX24" fmla="*/ 77013 w 77012"/>
                <a:gd name="connsiteY24" fmla="*/ 51983 h 51983"/>
                <a:gd name="connsiteX25" fmla="*/ 77013 w 77012"/>
                <a:gd name="connsiteY25" fmla="*/ 44282 h 51983"/>
                <a:gd name="connsiteX26" fmla="*/ 71237 w 77012"/>
                <a:gd name="connsiteY26" fmla="*/ 30805 h 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012" h="51983" extrusionOk="0">
                  <a:moveTo>
                    <a:pt x="65461" y="30805"/>
                  </a:moveTo>
                  <a:lnTo>
                    <a:pt x="42357" y="30805"/>
                  </a:lnTo>
                  <a:lnTo>
                    <a:pt x="42357" y="21178"/>
                  </a:lnTo>
                  <a:lnTo>
                    <a:pt x="65461" y="21178"/>
                  </a:lnTo>
                  <a:lnTo>
                    <a:pt x="65461" y="30805"/>
                  </a:lnTo>
                  <a:close/>
                  <a:moveTo>
                    <a:pt x="32730" y="30805"/>
                  </a:moveTo>
                  <a:lnTo>
                    <a:pt x="15403" y="30805"/>
                  </a:lnTo>
                  <a:lnTo>
                    <a:pt x="15403" y="3851"/>
                  </a:lnTo>
                  <a:lnTo>
                    <a:pt x="32730" y="3851"/>
                  </a:lnTo>
                  <a:lnTo>
                    <a:pt x="32730" y="30805"/>
                  </a:lnTo>
                  <a:close/>
                  <a:moveTo>
                    <a:pt x="71237" y="30805"/>
                  </a:moveTo>
                  <a:lnTo>
                    <a:pt x="71237" y="19253"/>
                  </a:lnTo>
                  <a:cubicBezTo>
                    <a:pt x="71237" y="17135"/>
                    <a:pt x="69504" y="15403"/>
                    <a:pt x="67386" y="15403"/>
                  </a:cubicBezTo>
                  <a:lnTo>
                    <a:pt x="36581" y="15403"/>
                  </a:lnTo>
                  <a:lnTo>
                    <a:pt x="36581" y="1925"/>
                  </a:lnTo>
                  <a:cubicBezTo>
                    <a:pt x="36581" y="866"/>
                    <a:pt x="35715" y="0"/>
                    <a:pt x="34656" y="0"/>
                  </a:cubicBezTo>
                  <a:lnTo>
                    <a:pt x="13477" y="0"/>
                  </a:lnTo>
                  <a:cubicBezTo>
                    <a:pt x="12418" y="0"/>
                    <a:pt x="11552" y="866"/>
                    <a:pt x="11552" y="1925"/>
                  </a:cubicBezTo>
                  <a:lnTo>
                    <a:pt x="11552" y="15403"/>
                  </a:lnTo>
                  <a:lnTo>
                    <a:pt x="9627" y="15403"/>
                  </a:lnTo>
                  <a:cubicBezTo>
                    <a:pt x="7509" y="15403"/>
                    <a:pt x="5776" y="17135"/>
                    <a:pt x="5776" y="19253"/>
                  </a:cubicBezTo>
                  <a:lnTo>
                    <a:pt x="5776" y="30805"/>
                  </a:lnTo>
                  <a:lnTo>
                    <a:pt x="0" y="44282"/>
                  </a:lnTo>
                  <a:lnTo>
                    <a:pt x="0" y="51983"/>
                  </a:lnTo>
                  <a:lnTo>
                    <a:pt x="77013" y="51983"/>
                  </a:lnTo>
                  <a:lnTo>
                    <a:pt x="77013" y="44282"/>
                  </a:lnTo>
                  <a:lnTo>
                    <a:pt x="71237" y="30805"/>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5" name="Graphic 77" descr="Dollar"/>
            <p:cNvSpPr/>
            <p:nvPr/>
          </p:nvSpPr>
          <p:spPr bwMode="auto">
            <a:xfrm>
              <a:off x="6458419" y="619903"/>
              <a:ext cx="38389" cy="82788"/>
            </a:xfrm>
            <a:custGeom>
              <a:avLst/>
              <a:gdLst>
                <a:gd name="connsiteX0" fmla="*/ 33154 w 38389"/>
                <a:gd name="connsiteY0" fmla="*/ 43320 h 82788"/>
                <a:gd name="connsiteX1" fmla="*/ 21669 w 38389"/>
                <a:gd name="connsiteY1" fmla="*/ 37996 h 82788"/>
                <a:gd name="connsiteX2" fmla="*/ 21669 w 38389"/>
                <a:gd name="connsiteY2" fmla="*/ 14719 h 82788"/>
                <a:gd name="connsiteX3" fmla="*/ 31931 w 38389"/>
                <a:gd name="connsiteY3" fmla="*/ 19600 h 82788"/>
                <a:gd name="connsiteX4" fmla="*/ 36552 w 38389"/>
                <a:gd name="connsiteY4" fmla="*/ 15171 h 82788"/>
                <a:gd name="connsiteX5" fmla="*/ 21669 w 38389"/>
                <a:gd name="connsiteY5" fmla="*/ 8365 h 82788"/>
                <a:gd name="connsiteX6" fmla="*/ 21669 w 38389"/>
                <a:gd name="connsiteY6" fmla="*/ 0 h 82788"/>
                <a:gd name="connsiteX7" fmla="*/ 15893 w 38389"/>
                <a:gd name="connsiteY7" fmla="*/ 0 h 82788"/>
                <a:gd name="connsiteX8" fmla="*/ 15893 w 38389"/>
                <a:gd name="connsiteY8" fmla="*/ 8731 h 82788"/>
                <a:gd name="connsiteX9" fmla="*/ 10233 w 38389"/>
                <a:gd name="connsiteY9" fmla="*/ 10753 h 82788"/>
                <a:gd name="connsiteX10" fmla="*/ 2204 w 38389"/>
                <a:gd name="connsiteY10" fmla="*/ 31931 h 82788"/>
                <a:gd name="connsiteX11" fmla="*/ 15893 w 38389"/>
                <a:gd name="connsiteY11" fmla="*/ 42732 h 82788"/>
                <a:gd name="connsiteX12" fmla="*/ 15893 w 38389"/>
                <a:gd name="connsiteY12" fmla="*/ 67935 h 82788"/>
                <a:gd name="connsiteX13" fmla="*/ 4621 w 38389"/>
                <a:gd name="connsiteY13" fmla="*/ 61610 h 82788"/>
                <a:gd name="connsiteX14" fmla="*/ 0 w 38389"/>
                <a:gd name="connsiteY14" fmla="*/ 66029 h 82788"/>
                <a:gd name="connsiteX15" fmla="*/ 7749 w 38389"/>
                <a:gd name="connsiteY15" fmla="*/ 72199 h 82788"/>
                <a:gd name="connsiteX16" fmla="*/ 15893 w 38389"/>
                <a:gd name="connsiteY16" fmla="*/ 74346 h 82788"/>
                <a:gd name="connsiteX17" fmla="*/ 15893 w 38389"/>
                <a:gd name="connsiteY17" fmla="*/ 82788 h 82788"/>
                <a:gd name="connsiteX18" fmla="*/ 21669 w 38389"/>
                <a:gd name="connsiteY18" fmla="*/ 82788 h 82788"/>
                <a:gd name="connsiteX19" fmla="*/ 21669 w 38389"/>
                <a:gd name="connsiteY19" fmla="*/ 74125 h 82788"/>
                <a:gd name="connsiteX20" fmla="*/ 36995 w 38389"/>
                <a:gd name="connsiteY20" fmla="*/ 62573 h 82788"/>
                <a:gd name="connsiteX21" fmla="*/ 33154 w 38389"/>
                <a:gd name="connsiteY21" fmla="*/ 43320 h 82788"/>
                <a:gd name="connsiteX22" fmla="*/ 11080 w 38389"/>
                <a:gd name="connsiteY22" fmla="*/ 33433 h 82788"/>
                <a:gd name="connsiteX23" fmla="*/ 12688 w 38389"/>
                <a:gd name="connsiteY23" fmla="*/ 16741 h 82788"/>
                <a:gd name="connsiteX24" fmla="*/ 15893 w 38389"/>
                <a:gd name="connsiteY24" fmla="*/ 15268 h 82788"/>
                <a:gd name="connsiteX25" fmla="*/ 15893 w 38389"/>
                <a:gd name="connsiteY25" fmla="*/ 36148 h 82788"/>
                <a:gd name="connsiteX26" fmla="*/ 11080 w 38389"/>
                <a:gd name="connsiteY26" fmla="*/ 33433 h 82788"/>
                <a:gd name="connsiteX27" fmla="*/ 28495 w 38389"/>
                <a:gd name="connsiteY27" fmla="*/ 64065 h 82788"/>
                <a:gd name="connsiteX28" fmla="*/ 21669 w 38389"/>
                <a:gd name="connsiteY28" fmla="*/ 67675 h 82788"/>
                <a:gd name="connsiteX29" fmla="*/ 21669 w 38389"/>
                <a:gd name="connsiteY29" fmla="*/ 44677 h 82788"/>
                <a:gd name="connsiteX30" fmla="*/ 31508 w 38389"/>
                <a:gd name="connsiteY30" fmla="*/ 51772 h 82788"/>
                <a:gd name="connsiteX31" fmla="*/ 28495 w 38389"/>
                <a:gd name="connsiteY31" fmla="*/ 64065 h 8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389" h="82788" extrusionOk="0">
                  <a:moveTo>
                    <a:pt x="33154" y="43320"/>
                  </a:moveTo>
                  <a:cubicBezTo>
                    <a:pt x="29900" y="40547"/>
                    <a:pt x="25674" y="39247"/>
                    <a:pt x="21669" y="37996"/>
                  </a:cubicBezTo>
                  <a:lnTo>
                    <a:pt x="21669" y="14719"/>
                  </a:lnTo>
                  <a:cubicBezTo>
                    <a:pt x="25558" y="15088"/>
                    <a:pt x="29191" y="16817"/>
                    <a:pt x="31931" y="19600"/>
                  </a:cubicBezTo>
                  <a:lnTo>
                    <a:pt x="36552" y="15171"/>
                  </a:lnTo>
                  <a:cubicBezTo>
                    <a:pt x="32598" y="11149"/>
                    <a:pt x="27299" y="8726"/>
                    <a:pt x="21669" y="8365"/>
                  </a:cubicBezTo>
                  <a:lnTo>
                    <a:pt x="21669" y="0"/>
                  </a:lnTo>
                  <a:lnTo>
                    <a:pt x="15893" y="0"/>
                  </a:lnTo>
                  <a:lnTo>
                    <a:pt x="15893" y="8731"/>
                  </a:lnTo>
                  <a:cubicBezTo>
                    <a:pt x="13916" y="9116"/>
                    <a:pt x="12007" y="9798"/>
                    <a:pt x="10233" y="10753"/>
                  </a:cubicBezTo>
                  <a:cubicBezTo>
                    <a:pt x="2936" y="14729"/>
                    <a:pt x="-789" y="24066"/>
                    <a:pt x="2204" y="31931"/>
                  </a:cubicBezTo>
                  <a:cubicBezTo>
                    <a:pt x="4524" y="37996"/>
                    <a:pt x="10118" y="40701"/>
                    <a:pt x="15893" y="42732"/>
                  </a:cubicBezTo>
                  <a:lnTo>
                    <a:pt x="15893" y="67935"/>
                  </a:lnTo>
                  <a:cubicBezTo>
                    <a:pt x="11417" y="67386"/>
                    <a:pt x="7701" y="64816"/>
                    <a:pt x="4621" y="61610"/>
                  </a:cubicBezTo>
                  <a:lnTo>
                    <a:pt x="0" y="66029"/>
                  </a:lnTo>
                  <a:cubicBezTo>
                    <a:pt x="2200" y="68525"/>
                    <a:pt x="4823" y="70614"/>
                    <a:pt x="7749" y="72199"/>
                  </a:cubicBezTo>
                  <a:cubicBezTo>
                    <a:pt x="10307" y="73416"/>
                    <a:pt x="13069" y="74144"/>
                    <a:pt x="15893" y="74346"/>
                  </a:cubicBezTo>
                  <a:lnTo>
                    <a:pt x="15893" y="82788"/>
                  </a:lnTo>
                  <a:lnTo>
                    <a:pt x="21669" y="82788"/>
                  </a:lnTo>
                  <a:lnTo>
                    <a:pt x="21669" y="74125"/>
                  </a:lnTo>
                  <a:cubicBezTo>
                    <a:pt x="28292" y="73017"/>
                    <a:pt x="34376" y="68945"/>
                    <a:pt x="36995" y="62573"/>
                  </a:cubicBezTo>
                  <a:cubicBezTo>
                    <a:pt x="39613" y="56200"/>
                    <a:pt x="38660" y="48027"/>
                    <a:pt x="33154" y="43320"/>
                  </a:cubicBezTo>
                  <a:close/>
                  <a:moveTo>
                    <a:pt x="11080" y="33433"/>
                  </a:moveTo>
                  <a:cubicBezTo>
                    <a:pt x="5786" y="28966"/>
                    <a:pt x="7076" y="20322"/>
                    <a:pt x="12688" y="16741"/>
                  </a:cubicBezTo>
                  <a:cubicBezTo>
                    <a:pt x="13683" y="16103"/>
                    <a:pt x="14761" y="15607"/>
                    <a:pt x="15893" y="15268"/>
                  </a:cubicBezTo>
                  <a:lnTo>
                    <a:pt x="15893" y="36148"/>
                  </a:lnTo>
                  <a:cubicBezTo>
                    <a:pt x="14151" y="35514"/>
                    <a:pt x="12524" y="34597"/>
                    <a:pt x="11080" y="33433"/>
                  </a:cubicBezTo>
                  <a:close/>
                  <a:moveTo>
                    <a:pt x="28495" y="64065"/>
                  </a:moveTo>
                  <a:cubicBezTo>
                    <a:pt x="26616" y="65902"/>
                    <a:pt x="24245" y="67155"/>
                    <a:pt x="21669" y="67675"/>
                  </a:cubicBezTo>
                  <a:lnTo>
                    <a:pt x="21669" y="44677"/>
                  </a:lnTo>
                  <a:cubicBezTo>
                    <a:pt x="25520" y="45996"/>
                    <a:pt x="29939" y="47671"/>
                    <a:pt x="31508" y="51772"/>
                  </a:cubicBezTo>
                  <a:cubicBezTo>
                    <a:pt x="33077" y="55873"/>
                    <a:pt x="31498" y="61004"/>
                    <a:pt x="28495" y="64065"/>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26" name="Graphic 79" descr="Send"/>
            <p:cNvSpPr/>
            <p:nvPr/>
          </p:nvSpPr>
          <p:spPr bwMode="auto">
            <a:xfrm>
              <a:off x="1620626" y="1299258"/>
              <a:ext cx="77123" cy="71299"/>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extrusionOk="0">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 name="Graphic 17" descr="Building"/>
            <p:cNvSpPr/>
            <p:nvPr/>
          </p:nvSpPr>
          <p:spPr bwMode="auto">
            <a:xfrm>
              <a:off x="8403595" y="2696234"/>
              <a:ext cx="212272" cy="318408"/>
            </a:xfrm>
            <a:custGeom>
              <a:avLst/>
              <a:gdLst>
                <a:gd name="connsiteX0" fmla="*/ 170576 w 212272"/>
                <a:gd name="connsiteY0" fmla="*/ 87183 h 318408"/>
                <a:gd name="connsiteX1" fmla="*/ 147832 w 212272"/>
                <a:gd name="connsiteY1" fmla="*/ 87183 h 318408"/>
                <a:gd name="connsiteX2" fmla="*/ 147832 w 212272"/>
                <a:gd name="connsiteY2" fmla="*/ 64440 h 318408"/>
                <a:gd name="connsiteX3" fmla="*/ 170576 w 212272"/>
                <a:gd name="connsiteY3" fmla="*/ 64440 h 318408"/>
                <a:gd name="connsiteX4" fmla="*/ 170576 w 212272"/>
                <a:gd name="connsiteY4" fmla="*/ 87183 h 318408"/>
                <a:gd name="connsiteX5" fmla="*/ 170576 w 212272"/>
                <a:gd name="connsiteY5" fmla="*/ 147832 h 318408"/>
                <a:gd name="connsiteX6" fmla="*/ 147832 w 212272"/>
                <a:gd name="connsiteY6" fmla="*/ 147832 h 318408"/>
                <a:gd name="connsiteX7" fmla="*/ 147832 w 212272"/>
                <a:gd name="connsiteY7" fmla="*/ 125089 h 318408"/>
                <a:gd name="connsiteX8" fmla="*/ 170576 w 212272"/>
                <a:gd name="connsiteY8" fmla="*/ 125089 h 318408"/>
                <a:gd name="connsiteX9" fmla="*/ 170576 w 212272"/>
                <a:gd name="connsiteY9" fmla="*/ 147832 h 318408"/>
                <a:gd name="connsiteX10" fmla="*/ 170576 w 212272"/>
                <a:gd name="connsiteY10" fmla="*/ 208482 h 318408"/>
                <a:gd name="connsiteX11" fmla="*/ 147832 w 212272"/>
                <a:gd name="connsiteY11" fmla="*/ 208482 h 318408"/>
                <a:gd name="connsiteX12" fmla="*/ 147832 w 212272"/>
                <a:gd name="connsiteY12" fmla="*/ 185738 h 318408"/>
                <a:gd name="connsiteX13" fmla="*/ 170576 w 212272"/>
                <a:gd name="connsiteY13" fmla="*/ 185738 h 318408"/>
                <a:gd name="connsiteX14" fmla="*/ 170576 w 212272"/>
                <a:gd name="connsiteY14" fmla="*/ 208482 h 318408"/>
                <a:gd name="connsiteX15" fmla="*/ 170576 w 212272"/>
                <a:gd name="connsiteY15" fmla="*/ 269131 h 318408"/>
                <a:gd name="connsiteX16" fmla="*/ 147832 w 212272"/>
                <a:gd name="connsiteY16" fmla="*/ 269131 h 318408"/>
                <a:gd name="connsiteX17" fmla="*/ 147832 w 212272"/>
                <a:gd name="connsiteY17" fmla="*/ 246387 h 318408"/>
                <a:gd name="connsiteX18" fmla="*/ 170576 w 212272"/>
                <a:gd name="connsiteY18" fmla="*/ 246387 h 318408"/>
                <a:gd name="connsiteX19" fmla="*/ 170576 w 212272"/>
                <a:gd name="connsiteY19" fmla="*/ 269131 h 318408"/>
                <a:gd name="connsiteX20" fmla="*/ 117508 w 212272"/>
                <a:gd name="connsiteY20" fmla="*/ 87183 h 318408"/>
                <a:gd name="connsiteX21" fmla="*/ 94764 w 212272"/>
                <a:gd name="connsiteY21" fmla="*/ 87183 h 318408"/>
                <a:gd name="connsiteX22" fmla="*/ 94764 w 212272"/>
                <a:gd name="connsiteY22" fmla="*/ 64440 h 318408"/>
                <a:gd name="connsiteX23" fmla="*/ 117508 w 212272"/>
                <a:gd name="connsiteY23" fmla="*/ 64440 h 318408"/>
                <a:gd name="connsiteX24" fmla="*/ 117508 w 212272"/>
                <a:gd name="connsiteY24" fmla="*/ 87183 h 318408"/>
                <a:gd name="connsiteX25" fmla="*/ 117508 w 212272"/>
                <a:gd name="connsiteY25" fmla="*/ 147832 h 318408"/>
                <a:gd name="connsiteX26" fmla="*/ 94764 w 212272"/>
                <a:gd name="connsiteY26" fmla="*/ 147832 h 318408"/>
                <a:gd name="connsiteX27" fmla="*/ 94764 w 212272"/>
                <a:gd name="connsiteY27" fmla="*/ 125089 h 318408"/>
                <a:gd name="connsiteX28" fmla="*/ 117508 w 212272"/>
                <a:gd name="connsiteY28" fmla="*/ 125089 h 318408"/>
                <a:gd name="connsiteX29" fmla="*/ 117508 w 212272"/>
                <a:gd name="connsiteY29" fmla="*/ 147832 h 318408"/>
                <a:gd name="connsiteX30" fmla="*/ 117508 w 212272"/>
                <a:gd name="connsiteY30" fmla="*/ 208482 h 318408"/>
                <a:gd name="connsiteX31" fmla="*/ 94764 w 212272"/>
                <a:gd name="connsiteY31" fmla="*/ 208482 h 318408"/>
                <a:gd name="connsiteX32" fmla="*/ 94764 w 212272"/>
                <a:gd name="connsiteY32" fmla="*/ 185738 h 318408"/>
                <a:gd name="connsiteX33" fmla="*/ 117508 w 212272"/>
                <a:gd name="connsiteY33" fmla="*/ 185738 h 318408"/>
                <a:gd name="connsiteX34" fmla="*/ 117508 w 212272"/>
                <a:gd name="connsiteY34" fmla="*/ 208482 h 318408"/>
                <a:gd name="connsiteX35" fmla="*/ 117508 w 212272"/>
                <a:gd name="connsiteY35" fmla="*/ 291874 h 318408"/>
                <a:gd name="connsiteX36" fmla="*/ 94764 w 212272"/>
                <a:gd name="connsiteY36" fmla="*/ 291874 h 318408"/>
                <a:gd name="connsiteX37" fmla="*/ 94764 w 212272"/>
                <a:gd name="connsiteY37" fmla="*/ 246387 h 318408"/>
                <a:gd name="connsiteX38" fmla="*/ 117508 w 212272"/>
                <a:gd name="connsiteY38" fmla="*/ 246387 h 318408"/>
                <a:gd name="connsiteX39" fmla="*/ 117508 w 212272"/>
                <a:gd name="connsiteY39" fmla="*/ 291874 h 318408"/>
                <a:gd name="connsiteX40" fmla="*/ 64440 w 212272"/>
                <a:gd name="connsiteY40" fmla="*/ 87183 h 318408"/>
                <a:gd name="connsiteX41" fmla="*/ 41696 w 212272"/>
                <a:gd name="connsiteY41" fmla="*/ 87183 h 318408"/>
                <a:gd name="connsiteX42" fmla="*/ 41696 w 212272"/>
                <a:gd name="connsiteY42" fmla="*/ 64440 h 318408"/>
                <a:gd name="connsiteX43" fmla="*/ 64440 w 212272"/>
                <a:gd name="connsiteY43" fmla="*/ 64440 h 318408"/>
                <a:gd name="connsiteX44" fmla="*/ 64440 w 212272"/>
                <a:gd name="connsiteY44" fmla="*/ 87183 h 318408"/>
                <a:gd name="connsiteX45" fmla="*/ 64440 w 212272"/>
                <a:gd name="connsiteY45" fmla="*/ 147832 h 318408"/>
                <a:gd name="connsiteX46" fmla="*/ 41696 w 212272"/>
                <a:gd name="connsiteY46" fmla="*/ 147832 h 318408"/>
                <a:gd name="connsiteX47" fmla="*/ 41696 w 212272"/>
                <a:gd name="connsiteY47" fmla="*/ 125089 h 318408"/>
                <a:gd name="connsiteX48" fmla="*/ 64440 w 212272"/>
                <a:gd name="connsiteY48" fmla="*/ 125089 h 318408"/>
                <a:gd name="connsiteX49" fmla="*/ 64440 w 212272"/>
                <a:gd name="connsiteY49" fmla="*/ 147832 h 318408"/>
                <a:gd name="connsiteX50" fmla="*/ 64440 w 212272"/>
                <a:gd name="connsiteY50" fmla="*/ 208482 h 318408"/>
                <a:gd name="connsiteX51" fmla="*/ 41696 w 212272"/>
                <a:gd name="connsiteY51" fmla="*/ 208482 h 318408"/>
                <a:gd name="connsiteX52" fmla="*/ 41696 w 212272"/>
                <a:gd name="connsiteY52" fmla="*/ 185738 h 318408"/>
                <a:gd name="connsiteX53" fmla="*/ 64440 w 212272"/>
                <a:gd name="connsiteY53" fmla="*/ 185738 h 318408"/>
                <a:gd name="connsiteX54" fmla="*/ 64440 w 212272"/>
                <a:gd name="connsiteY54" fmla="*/ 208482 h 318408"/>
                <a:gd name="connsiteX55" fmla="*/ 64440 w 212272"/>
                <a:gd name="connsiteY55" fmla="*/ 269131 h 318408"/>
                <a:gd name="connsiteX56" fmla="*/ 41696 w 212272"/>
                <a:gd name="connsiteY56" fmla="*/ 269131 h 318408"/>
                <a:gd name="connsiteX57" fmla="*/ 41696 w 212272"/>
                <a:gd name="connsiteY57" fmla="*/ 246387 h 318408"/>
                <a:gd name="connsiteX58" fmla="*/ 64440 w 212272"/>
                <a:gd name="connsiteY58" fmla="*/ 246387 h 318408"/>
                <a:gd name="connsiteX59" fmla="*/ 64440 w 212272"/>
                <a:gd name="connsiteY59" fmla="*/ 269131 h 318408"/>
                <a:gd name="connsiteX60" fmla="*/ 197110 w 212272"/>
                <a:gd name="connsiteY60" fmla="*/ 291874 h 318408"/>
                <a:gd name="connsiteX61" fmla="*/ 197110 w 212272"/>
                <a:gd name="connsiteY61" fmla="*/ 37906 h 318408"/>
                <a:gd name="connsiteX62" fmla="*/ 185738 w 212272"/>
                <a:gd name="connsiteY62" fmla="*/ 37906 h 318408"/>
                <a:gd name="connsiteX63" fmla="*/ 185738 w 212272"/>
                <a:gd name="connsiteY63" fmla="*/ 15162 h 318408"/>
                <a:gd name="connsiteX64" fmla="*/ 174366 w 212272"/>
                <a:gd name="connsiteY64" fmla="*/ 15162 h 318408"/>
                <a:gd name="connsiteX65" fmla="*/ 174366 w 212272"/>
                <a:gd name="connsiteY65" fmla="*/ 0 h 318408"/>
                <a:gd name="connsiteX66" fmla="*/ 37906 w 212272"/>
                <a:gd name="connsiteY66" fmla="*/ 0 h 318408"/>
                <a:gd name="connsiteX67" fmla="*/ 37906 w 212272"/>
                <a:gd name="connsiteY67" fmla="*/ 15162 h 318408"/>
                <a:gd name="connsiteX68" fmla="*/ 26534 w 212272"/>
                <a:gd name="connsiteY68" fmla="*/ 15162 h 318408"/>
                <a:gd name="connsiteX69" fmla="*/ 26534 w 212272"/>
                <a:gd name="connsiteY69" fmla="*/ 37906 h 318408"/>
                <a:gd name="connsiteX70" fmla="*/ 15162 w 212272"/>
                <a:gd name="connsiteY70" fmla="*/ 37906 h 318408"/>
                <a:gd name="connsiteX71" fmla="*/ 15162 w 212272"/>
                <a:gd name="connsiteY71" fmla="*/ 291874 h 318408"/>
                <a:gd name="connsiteX72" fmla="*/ 0 w 212272"/>
                <a:gd name="connsiteY72" fmla="*/ 291874 h 318408"/>
                <a:gd name="connsiteX73" fmla="*/ 0 w 212272"/>
                <a:gd name="connsiteY73" fmla="*/ 318408 h 318408"/>
                <a:gd name="connsiteX74" fmla="*/ 212272 w 212272"/>
                <a:gd name="connsiteY74" fmla="*/ 318408 h 318408"/>
                <a:gd name="connsiteX75" fmla="*/ 212272 w 212272"/>
                <a:gd name="connsiteY75" fmla="*/ 291874 h 318408"/>
                <a:gd name="connsiteX76" fmla="*/ 197110 w 212272"/>
                <a:gd name="connsiteY76" fmla="*/ 291874 h 31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12272" h="318408" extrusionOk="0">
                  <a:moveTo>
                    <a:pt x="170576" y="87183"/>
                  </a:moveTo>
                  <a:lnTo>
                    <a:pt x="147832" y="87183"/>
                  </a:lnTo>
                  <a:lnTo>
                    <a:pt x="147832" y="64440"/>
                  </a:lnTo>
                  <a:lnTo>
                    <a:pt x="170576" y="64440"/>
                  </a:lnTo>
                  <a:lnTo>
                    <a:pt x="170576" y="87183"/>
                  </a:lnTo>
                  <a:close/>
                  <a:moveTo>
                    <a:pt x="170576" y="147832"/>
                  </a:moveTo>
                  <a:lnTo>
                    <a:pt x="147832" y="147832"/>
                  </a:lnTo>
                  <a:lnTo>
                    <a:pt x="147832" y="125089"/>
                  </a:lnTo>
                  <a:lnTo>
                    <a:pt x="170576" y="125089"/>
                  </a:lnTo>
                  <a:lnTo>
                    <a:pt x="170576" y="147832"/>
                  </a:lnTo>
                  <a:close/>
                  <a:moveTo>
                    <a:pt x="170576" y="208482"/>
                  </a:moveTo>
                  <a:lnTo>
                    <a:pt x="147832" y="208482"/>
                  </a:lnTo>
                  <a:lnTo>
                    <a:pt x="147832" y="185738"/>
                  </a:lnTo>
                  <a:lnTo>
                    <a:pt x="170576" y="185738"/>
                  </a:lnTo>
                  <a:lnTo>
                    <a:pt x="170576" y="208482"/>
                  </a:lnTo>
                  <a:close/>
                  <a:moveTo>
                    <a:pt x="170576" y="269131"/>
                  </a:moveTo>
                  <a:lnTo>
                    <a:pt x="147832" y="269131"/>
                  </a:lnTo>
                  <a:lnTo>
                    <a:pt x="147832" y="246387"/>
                  </a:lnTo>
                  <a:lnTo>
                    <a:pt x="170576" y="246387"/>
                  </a:lnTo>
                  <a:lnTo>
                    <a:pt x="170576" y="269131"/>
                  </a:lnTo>
                  <a:close/>
                  <a:moveTo>
                    <a:pt x="117508" y="87183"/>
                  </a:moveTo>
                  <a:lnTo>
                    <a:pt x="94764" y="87183"/>
                  </a:lnTo>
                  <a:lnTo>
                    <a:pt x="94764" y="64440"/>
                  </a:lnTo>
                  <a:lnTo>
                    <a:pt x="117508" y="64440"/>
                  </a:lnTo>
                  <a:lnTo>
                    <a:pt x="117508" y="87183"/>
                  </a:lnTo>
                  <a:close/>
                  <a:moveTo>
                    <a:pt x="117508" y="147832"/>
                  </a:moveTo>
                  <a:lnTo>
                    <a:pt x="94764" y="147832"/>
                  </a:lnTo>
                  <a:lnTo>
                    <a:pt x="94764" y="125089"/>
                  </a:lnTo>
                  <a:lnTo>
                    <a:pt x="117508" y="125089"/>
                  </a:lnTo>
                  <a:lnTo>
                    <a:pt x="117508" y="147832"/>
                  </a:lnTo>
                  <a:close/>
                  <a:moveTo>
                    <a:pt x="117508" y="208482"/>
                  </a:moveTo>
                  <a:lnTo>
                    <a:pt x="94764" y="208482"/>
                  </a:lnTo>
                  <a:lnTo>
                    <a:pt x="94764" y="185738"/>
                  </a:lnTo>
                  <a:lnTo>
                    <a:pt x="117508" y="185738"/>
                  </a:lnTo>
                  <a:lnTo>
                    <a:pt x="117508" y="208482"/>
                  </a:lnTo>
                  <a:close/>
                  <a:moveTo>
                    <a:pt x="117508" y="291874"/>
                  </a:moveTo>
                  <a:lnTo>
                    <a:pt x="94764" y="291874"/>
                  </a:lnTo>
                  <a:lnTo>
                    <a:pt x="94764" y="246387"/>
                  </a:lnTo>
                  <a:lnTo>
                    <a:pt x="117508" y="246387"/>
                  </a:lnTo>
                  <a:lnTo>
                    <a:pt x="117508" y="291874"/>
                  </a:lnTo>
                  <a:close/>
                  <a:moveTo>
                    <a:pt x="64440" y="87183"/>
                  </a:moveTo>
                  <a:lnTo>
                    <a:pt x="41696" y="87183"/>
                  </a:lnTo>
                  <a:lnTo>
                    <a:pt x="41696" y="64440"/>
                  </a:lnTo>
                  <a:lnTo>
                    <a:pt x="64440" y="64440"/>
                  </a:lnTo>
                  <a:lnTo>
                    <a:pt x="64440" y="87183"/>
                  </a:lnTo>
                  <a:close/>
                  <a:moveTo>
                    <a:pt x="64440" y="147832"/>
                  </a:moveTo>
                  <a:lnTo>
                    <a:pt x="41696" y="147832"/>
                  </a:lnTo>
                  <a:lnTo>
                    <a:pt x="41696" y="125089"/>
                  </a:lnTo>
                  <a:lnTo>
                    <a:pt x="64440" y="125089"/>
                  </a:lnTo>
                  <a:lnTo>
                    <a:pt x="64440" y="147832"/>
                  </a:lnTo>
                  <a:close/>
                  <a:moveTo>
                    <a:pt x="64440" y="208482"/>
                  </a:moveTo>
                  <a:lnTo>
                    <a:pt x="41696" y="208482"/>
                  </a:lnTo>
                  <a:lnTo>
                    <a:pt x="41696" y="185738"/>
                  </a:lnTo>
                  <a:lnTo>
                    <a:pt x="64440" y="185738"/>
                  </a:lnTo>
                  <a:lnTo>
                    <a:pt x="64440" y="208482"/>
                  </a:lnTo>
                  <a:close/>
                  <a:moveTo>
                    <a:pt x="64440" y="269131"/>
                  </a:moveTo>
                  <a:lnTo>
                    <a:pt x="41696" y="269131"/>
                  </a:lnTo>
                  <a:lnTo>
                    <a:pt x="41696" y="246387"/>
                  </a:lnTo>
                  <a:lnTo>
                    <a:pt x="64440" y="246387"/>
                  </a:lnTo>
                  <a:lnTo>
                    <a:pt x="64440" y="269131"/>
                  </a:lnTo>
                  <a:close/>
                  <a:moveTo>
                    <a:pt x="197110" y="291874"/>
                  </a:moveTo>
                  <a:lnTo>
                    <a:pt x="197110" y="37906"/>
                  </a:lnTo>
                  <a:lnTo>
                    <a:pt x="185738" y="37906"/>
                  </a:lnTo>
                  <a:lnTo>
                    <a:pt x="185738" y="15162"/>
                  </a:lnTo>
                  <a:lnTo>
                    <a:pt x="174366" y="15162"/>
                  </a:lnTo>
                  <a:lnTo>
                    <a:pt x="174366" y="0"/>
                  </a:lnTo>
                  <a:lnTo>
                    <a:pt x="37906" y="0"/>
                  </a:lnTo>
                  <a:lnTo>
                    <a:pt x="37906" y="15162"/>
                  </a:lnTo>
                  <a:lnTo>
                    <a:pt x="26534" y="15162"/>
                  </a:lnTo>
                  <a:lnTo>
                    <a:pt x="26534" y="37906"/>
                  </a:lnTo>
                  <a:lnTo>
                    <a:pt x="15162" y="37906"/>
                  </a:lnTo>
                  <a:lnTo>
                    <a:pt x="15162" y="291874"/>
                  </a:lnTo>
                  <a:lnTo>
                    <a:pt x="0" y="291874"/>
                  </a:lnTo>
                  <a:lnTo>
                    <a:pt x="0" y="318408"/>
                  </a:lnTo>
                  <a:lnTo>
                    <a:pt x="212272" y="318408"/>
                  </a:lnTo>
                  <a:lnTo>
                    <a:pt x="212272" y="291874"/>
                  </a:lnTo>
                  <a:lnTo>
                    <a:pt x="197110" y="291874"/>
                  </a:lnTo>
                  <a:close/>
                </a:path>
              </a:pathLst>
            </a:custGeom>
            <a:solidFill>
              <a:schemeClr val="tx1">
                <a:lumMod val="95000"/>
                <a:lumOff val="5000"/>
                <a:alpha val="50000"/>
              </a:schemeClr>
            </a:solidFill>
            <a:ln w="3770" cap="flat">
              <a:noFill/>
              <a:prstDash val="solid"/>
              <a:miter/>
            </a:ln>
          </p:spPr>
          <p:txBody>
            <a:bodyPr rtlCol="0" anchor="ctr"/>
            <a:lstStyle/>
            <a:p>
              <a:pPr>
                <a:defRPr/>
              </a:pPr>
              <a:endParaRPr lang="en-IN"/>
            </a:p>
          </p:txBody>
        </p:sp>
        <p:sp>
          <p:nvSpPr>
            <p:cNvPr id="102" name="Graphic 34" descr="Satellite dish"/>
            <p:cNvSpPr/>
            <p:nvPr/>
          </p:nvSpPr>
          <p:spPr bwMode="auto">
            <a:xfrm>
              <a:off x="5991251" y="1239036"/>
              <a:ext cx="177934" cy="222422"/>
            </a:xfrm>
            <a:custGeom>
              <a:avLst/>
              <a:gdLst>
                <a:gd name="connsiteX0" fmla="*/ 152018 w 177934"/>
                <a:gd name="connsiteY0" fmla="*/ 31327 h 222422"/>
                <a:gd name="connsiteX1" fmla="*/ 152018 w 177934"/>
                <a:gd name="connsiteY1" fmla="*/ 128156 h 222422"/>
                <a:gd name="connsiteX2" fmla="*/ 104173 w 177934"/>
                <a:gd name="connsiteY2" fmla="*/ 80311 h 222422"/>
                <a:gd name="connsiteX3" fmla="*/ 152018 w 177934"/>
                <a:gd name="connsiteY3" fmla="*/ 31327 h 222422"/>
                <a:gd name="connsiteX4" fmla="*/ 46645 w 177934"/>
                <a:gd name="connsiteY4" fmla="*/ 22783 h 222422"/>
                <a:gd name="connsiteX5" fmla="*/ 144329 w 177934"/>
                <a:gd name="connsiteY5" fmla="*/ 22783 h 222422"/>
                <a:gd name="connsiteX6" fmla="*/ 96199 w 177934"/>
                <a:gd name="connsiteY6" fmla="*/ 72622 h 222422"/>
                <a:gd name="connsiteX7" fmla="*/ 46645 w 177934"/>
                <a:gd name="connsiteY7" fmla="*/ 22783 h 222422"/>
                <a:gd name="connsiteX8" fmla="*/ 43797 w 177934"/>
                <a:gd name="connsiteY8" fmla="*/ 177140 h 222422"/>
                <a:gd name="connsiteX9" fmla="*/ 33545 w 177934"/>
                <a:gd name="connsiteY9" fmla="*/ 166888 h 222422"/>
                <a:gd name="connsiteX10" fmla="*/ 43797 w 177934"/>
                <a:gd name="connsiteY10" fmla="*/ 144674 h 222422"/>
                <a:gd name="connsiteX11" fmla="*/ 54050 w 177934"/>
                <a:gd name="connsiteY11" fmla="*/ 166888 h 222422"/>
                <a:gd name="connsiteX12" fmla="*/ 43797 w 177934"/>
                <a:gd name="connsiteY12" fmla="*/ 177140 h 222422"/>
                <a:gd name="connsiteX13" fmla="*/ 51772 w 177934"/>
                <a:gd name="connsiteY13" fmla="*/ 185399 h 222422"/>
                <a:gd name="connsiteX14" fmla="*/ 59176 w 177934"/>
                <a:gd name="connsiteY14" fmla="*/ 177995 h 222422"/>
                <a:gd name="connsiteX15" fmla="*/ 72277 w 177934"/>
                <a:gd name="connsiteY15" fmla="*/ 205904 h 222422"/>
                <a:gd name="connsiteX16" fmla="*/ 51772 w 177934"/>
                <a:gd name="connsiteY16" fmla="*/ 185399 h 222422"/>
                <a:gd name="connsiteX17" fmla="*/ 15318 w 177934"/>
                <a:gd name="connsiteY17" fmla="*/ 205620 h 222422"/>
                <a:gd name="connsiteX18" fmla="*/ 28419 w 177934"/>
                <a:gd name="connsiteY18" fmla="*/ 177710 h 222422"/>
                <a:gd name="connsiteX19" fmla="*/ 35823 w 177934"/>
                <a:gd name="connsiteY19" fmla="*/ 185115 h 222422"/>
                <a:gd name="connsiteX20" fmla="*/ 15318 w 177934"/>
                <a:gd name="connsiteY20" fmla="*/ 205620 h 222422"/>
                <a:gd name="connsiteX21" fmla="*/ 43797 w 177934"/>
                <a:gd name="connsiteY21" fmla="*/ 193089 h 222422"/>
                <a:gd name="connsiteX22" fmla="*/ 61455 w 177934"/>
                <a:gd name="connsiteY22" fmla="*/ 210746 h 222422"/>
                <a:gd name="connsiteX23" fmla="*/ 26140 w 177934"/>
                <a:gd name="connsiteY23" fmla="*/ 210746 h 222422"/>
                <a:gd name="connsiteX24" fmla="*/ 43797 w 177934"/>
                <a:gd name="connsiteY24" fmla="*/ 193089 h 222422"/>
                <a:gd name="connsiteX25" fmla="*/ 177934 w 177934"/>
                <a:gd name="connsiteY25" fmla="*/ 154357 h 222422"/>
                <a:gd name="connsiteX26" fmla="*/ 163410 w 177934"/>
                <a:gd name="connsiteY26" fmla="*/ 139548 h 222422"/>
                <a:gd name="connsiteX27" fmla="*/ 163410 w 177934"/>
                <a:gd name="connsiteY27" fmla="*/ 28479 h 222422"/>
                <a:gd name="connsiteX28" fmla="*/ 166258 w 177934"/>
                <a:gd name="connsiteY28" fmla="*/ 25631 h 222422"/>
                <a:gd name="connsiteX29" fmla="*/ 166258 w 177934"/>
                <a:gd name="connsiteY29" fmla="*/ 8544 h 222422"/>
                <a:gd name="connsiteX30" fmla="*/ 149170 w 177934"/>
                <a:gd name="connsiteY30" fmla="*/ 8544 h 222422"/>
                <a:gd name="connsiteX31" fmla="*/ 146322 w 177934"/>
                <a:gd name="connsiteY31" fmla="*/ 11392 h 222422"/>
                <a:gd name="connsiteX32" fmla="*/ 35254 w 177934"/>
                <a:gd name="connsiteY32" fmla="*/ 11392 h 222422"/>
                <a:gd name="connsiteX33" fmla="*/ 23577 w 177934"/>
                <a:gd name="connsiteY33" fmla="*/ 0 h 222422"/>
                <a:gd name="connsiteX34" fmla="*/ 9622 w 177934"/>
                <a:gd name="connsiteY34" fmla="*/ 54395 h 222422"/>
                <a:gd name="connsiteX35" fmla="*/ 38102 w 177934"/>
                <a:gd name="connsiteY35" fmla="*/ 129865 h 222422"/>
                <a:gd name="connsiteX36" fmla="*/ 794 w 177934"/>
                <a:gd name="connsiteY36" fmla="*/ 210176 h 222422"/>
                <a:gd name="connsiteX37" fmla="*/ 1364 w 177934"/>
                <a:gd name="connsiteY37" fmla="*/ 218435 h 222422"/>
                <a:gd name="connsiteX38" fmla="*/ 8483 w 177934"/>
                <a:gd name="connsiteY38" fmla="*/ 222422 h 222422"/>
                <a:gd name="connsiteX39" fmla="*/ 79396 w 177934"/>
                <a:gd name="connsiteY39" fmla="*/ 222422 h 222422"/>
                <a:gd name="connsiteX40" fmla="*/ 86516 w 177934"/>
                <a:gd name="connsiteY40" fmla="*/ 218435 h 222422"/>
                <a:gd name="connsiteX41" fmla="*/ 87086 w 177934"/>
                <a:gd name="connsiteY41" fmla="*/ 210176 h 222422"/>
                <a:gd name="connsiteX42" fmla="*/ 57467 w 177934"/>
                <a:gd name="connsiteY42" fmla="*/ 146953 h 222422"/>
                <a:gd name="connsiteX43" fmla="*/ 123539 w 177934"/>
                <a:gd name="connsiteY43" fmla="*/ 168027 h 222422"/>
                <a:gd name="connsiteX44" fmla="*/ 177934 w 177934"/>
                <a:gd name="connsiteY44" fmla="*/ 154357 h 22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7934" h="222422" extrusionOk="0">
                  <a:moveTo>
                    <a:pt x="152018" y="31327"/>
                  </a:moveTo>
                  <a:lnTo>
                    <a:pt x="152018" y="128156"/>
                  </a:lnTo>
                  <a:lnTo>
                    <a:pt x="104173" y="80311"/>
                  </a:lnTo>
                  <a:lnTo>
                    <a:pt x="152018" y="31327"/>
                  </a:lnTo>
                  <a:close/>
                  <a:moveTo>
                    <a:pt x="46645" y="22783"/>
                  </a:moveTo>
                  <a:lnTo>
                    <a:pt x="144329" y="22783"/>
                  </a:lnTo>
                  <a:lnTo>
                    <a:pt x="96199" y="72622"/>
                  </a:lnTo>
                  <a:lnTo>
                    <a:pt x="46645" y="22783"/>
                  </a:lnTo>
                  <a:close/>
                  <a:moveTo>
                    <a:pt x="43797" y="177140"/>
                  </a:moveTo>
                  <a:lnTo>
                    <a:pt x="33545" y="166888"/>
                  </a:lnTo>
                  <a:lnTo>
                    <a:pt x="43797" y="144674"/>
                  </a:lnTo>
                  <a:lnTo>
                    <a:pt x="54050" y="166888"/>
                  </a:lnTo>
                  <a:lnTo>
                    <a:pt x="43797" y="177140"/>
                  </a:lnTo>
                  <a:close/>
                  <a:moveTo>
                    <a:pt x="51772" y="185399"/>
                  </a:moveTo>
                  <a:lnTo>
                    <a:pt x="59176" y="177995"/>
                  </a:lnTo>
                  <a:lnTo>
                    <a:pt x="72277" y="205904"/>
                  </a:lnTo>
                  <a:lnTo>
                    <a:pt x="51772" y="185399"/>
                  </a:lnTo>
                  <a:close/>
                  <a:moveTo>
                    <a:pt x="15318" y="205620"/>
                  </a:moveTo>
                  <a:lnTo>
                    <a:pt x="28419" y="177710"/>
                  </a:lnTo>
                  <a:lnTo>
                    <a:pt x="35823" y="185115"/>
                  </a:lnTo>
                  <a:lnTo>
                    <a:pt x="15318" y="205620"/>
                  </a:lnTo>
                  <a:close/>
                  <a:moveTo>
                    <a:pt x="43797" y="193089"/>
                  </a:moveTo>
                  <a:lnTo>
                    <a:pt x="61455" y="210746"/>
                  </a:lnTo>
                  <a:lnTo>
                    <a:pt x="26140" y="210746"/>
                  </a:lnTo>
                  <a:lnTo>
                    <a:pt x="43797" y="193089"/>
                  </a:lnTo>
                  <a:close/>
                  <a:moveTo>
                    <a:pt x="177934" y="154357"/>
                  </a:moveTo>
                  <a:lnTo>
                    <a:pt x="163410" y="139548"/>
                  </a:lnTo>
                  <a:lnTo>
                    <a:pt x="163410" y="28479"/>
                  </a:lnTo>
                  <a:lnTo>
                    <a:pt x="166258" y="25631"/>
                  </a:lnTo>
                  <a:cubicBezTo>
                    <a:pt x="171099" y="20790"/>
                    <a:pt x="171099" y="13385"/>
                    <a:pt x="166258" y="8544"/>
                  </a:cubicBezTo>
                  <a:cubicBezTo>
                    <a:pt x="161416" y="3702"/>
                    <a:pt x="154012" y="3702"/>
                    <a:pt x="149170" y="8544"/>
                  </a:cubicBezTo>
                  <a:lnTo>
                    <a:pt x="146322" y="11392"/>
                  </a:lnTo>
                  <a:lnTo>
                    <a:pt x="35254" y="11392"/>
                  </a:lnTo>
                  <a:lnTo>
                    <a:pt x="23577" y="0"/>
                  </a:lnTo>
                  <a:cubicBezTo>
                    <a:pt x="14749" y="15948"/>
                    <a:pt x="9622" y="34745"/>
                    <a:pt x="9622" y="54395"/>
                  </a:cubicBezTo>
                  <a:cubicBezTo>
                    <a:pt x="9622" y="83444"/>
                    <a:pt x="20445" y="109645"/>
                    <a:pt x="38102" y="129865"/>
                  </a:cubicBezTo>
                  <a:lnTo>
                    <a:pt x="794" y="210176"/>
                  </a:lnTo>
                  <a:cubicBezTo>
                    <a:pt x="-345" y="212739"/>
                    <a:pt x="-345" y="215872"/>
                    <a:pt x="1364" y="218435"/>
                  </a:cubicBezTo>
                  <a:cubicBezTo>
                    <a:pt x="3072" y="220998"/>
                    <a:pt x="5635" y="222422"/>
                    <a:pt x="8483" y="222422"/>
                  </a:cubicBezTo>
                  <a:lnTo>
                    <a:pt x="79396" y="222422"/>
                  </a:lnTo>
                  <a:cubicBezTo>
                    <a:pt x="82244" y="222422"/>
                    <a:pt x="85092" y="220998"/>
                    <a:pt x="86516" y="218435"/>
                  </a:cubicBezTo>
                  <a:cubicBezTo>
                    <a:pt x="87940" y="215872"/>
                    <a:pt x="88225" y="213024"/>
                    <a:pt x="87086" y="210176"/>
                  </a:cubicBezTo>
                  <a:lnTo>
                    <a:pt x="57467" y="146953"/>
                  </a:lnTo>
                  <a:cubicBezTo>
                    <a:pt x="76264" y="160053"/>
                    <a:pt x="99047" y="168027"/>
                    <a:pt x="123539" y="168027"/>
                  </a:cubicBezTo>
                  <a:cubicBezTo>
                    <a:pt x="143190" y="168312"/>
                    <a:pt x="161701" y="162901"/>
                    <a:pt x="177934" y="154357"/>
                  </a:cubicBezTo>
                  <a:close/>
                </a:path>
              </a:pathLst>
            </a:custGeom>
            <a:solidFill>
              <a:srgbClr val="282829">
                <a:alpha val="50000"/>
              </a:srgbClr>
            </a:solidFill>
            <a:ln w="2778" cap="flat">
              <a:noFill/>
              <a:prstDash val="solid"/>
              <a:miter/>
            </a:ln>
          </p:spPr>
          <p:txBody>
            <a:bodyPr rtlCol="0" anchor="ctr"/>
            <a:lstStyle/>
            <a:p>
              <a:pPr>
                <a:defRPr/>
              </a:pPr>
              <a:endParaRPr lang="en-IN"/>
            </a:p>
          </p:txBody>
        </p:sp>
        <p:sp>
          <p:nvSpPr>
            <p:cNvPr id="229" name="Graphic 66" descr="Lock"/>
            <p:cNvSpPr/>
            <p:nvPr userDrawn="1"/>
          </p:nvSpPr>
          <p:spPr bwMode="auto">
            <a:xfrm>
              <a:off x="4454165" y="4523310"/>
              <a:ext cx="271479" cy="298626"/>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30" name="Graphic 79" descr="Send"/>
            <p:cNvSpPr/>
            <p:nvPr userDrawn="1"/>
          </p:nvSpPr>
          <p:spPr bwMode="auto">
            <a:xfrm>
              <a:off x="8981684" y="4746280"/>
              <a:ext cx="271479" cy="234914"/>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extrusionOk="0">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231" name="Graphic 57" descr="Heart with pulse"/>
            <p:cNvSpPr/>
            <p:nvPr userDrawn="1"/>
          </p:nvSpPr>
          <p:spPr bwMode="auto">
            <a:xfrm>
              <a:off x="6910501" y="4458142"/>
              <a:ext cx="219522" cy="174925"/>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extrusionOk="0">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pPr>
                <a:defRPr/>
              </a:pPr>
              <a:endParaRPr lang="en-IN"/>
            </a:p>
          </p:txBody>
        </p:sp>
        <p:sp>
          <p:nvSpPr>
            <p:cNvPr id="232" name="Freeform: Shape 231"/>
            <p:cNvSpPr/>
            <p:nvPr userDrawn="1"/>
          </p:nvSpPr>
          <p:spPr bwMode="auto">
            <a:xfrm>
              <a:off x="5279136" y="3864865"/>
              <a:ext cx="139252" cy="162353"/>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extrusionOk="0">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233" name="Freeform: Shape 232"/>
            <p:cNvSpPr/>
            <p:nvPr userDrawn="1"/>
          </p:nvSpPr>
          <p:spPr bwMode="auto">
            <a:xfrm>
              <a:off x="10768561" y="3478696"/>
              <a:ext cx="179874" cy="238336"/>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extrusionOk="0">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pPr>
                <a:defRPr/>
              </a:pPr>
              <a:endParaRPr lang="en-IN"/>
            </a:p>
          </p:txBody>
        </p:sp>
      </p:grpSp>
      <p:sp>
        <p:nvSpPr>
          <p:cNvPr id="16" name="Rectangle 15"/>
          <p:cNvSpPr/>
          <p:nvPr userDrawn="1"/>
        </p:nvSpPr>
        <p:spPr bwMode="auto">
          <a:xfrm>
            <a:off x="3901007" y="3533108"/>
            <a:ext cx="8283317" cy="2488567"/>
          </a:xfrm>
          <a:prstGeom prst="rect">
            <a:avLst/>
          </a:prstGeom>
          <a:solidFill>
            <a:srgbClr val="282829"/>
          </a:solidFill>
          <a:ln>
            <a:solidFill>
              <a:srgbClr val="2828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2" name="Subtitle 2"/>
          <p:cNvSpPr>
            <a:spLocks noGrp="1"/>
          </p:cNvSpPr>
          <p:nvPr>
            <p:ph type="subTitle" idx="4294967295"/>
          </p:nvPr>
        </p:nvSpPr>
        <p:spPr bwMode="auto">
          <a:xfrm>
            <a:off x="3986878" y="4945631"/>
            <a:ext cx="5480502" cy="969424"/>
          </a:xfrm>
          <a:prstGeom prst="rect">
            <a:avLst/>
          </a:prstGeom>
          <a:noFill/>
        </p:spPr>
        <p:txBody>
          <a:bodyPr anchor="t">
            <a:normAutofit/>
          </a:bodyPr>
          <a:lstStyle>
            <a:lvl1pPr>
              <a:defRPr>
                <a:solidFill>
                  <a:schemeClr val="bg1"/>
                </a:solidFill>
              </a:defRPr>
            </a:lvl1pPr>
          </a:lstStyle>
          <a:p>
            <a:pPr>
              <a:defRPr/>
            </a:pPr>
            <a:endParaRPr lang="en-US">
              <a:solidFill>
                <a:srgbClr val="FFFFFF"/>
              </a:solidFill>
            </a:endParaRPr>
          </a:p>
        </p:txBody>
      </p:sp>
      <p:pic>
        <p:nvPicPr>
          <p:cNvPr id="13" name="Picture 12"/>
          <p:cNvPicPr>
            <a:picLocks noChangeAspect="1"/>
          </p:cNvPicPr>
          <p:nvPr userDrawn="1"/>
        </p:nvPicPr>
        <p:blipFill>
          <a:blip r:embed="rId3"/>
          <a:stretch/>
        </p:blipFill>
        <p:spPr bwMode="auto">
          <a:xfrm>
            <a:off x="4102980" y="3913919"/>
            <a:ext cx="2381250" cy="809625"/>
          </a:xfrm>
          <a:prstGeom prst="rect">
            <a:avLst/>
          </a:prstGeom>
        </p:spPr>
      </p:pic>
      <p:sp>
        <p:nvSpPr>
          <p:cNvPr id="14" name="Subtitle 2"/>
          <p:cNvSpPr txBox="1"/>
          <p:nvPr userDrawn="1"/>
        </p:nvSpPr>
        <p:spPr bwMode="auto">
          <a:xfrm>
            <a:off x="8242883" y="4437028"/>
            <a:ext cx="3794941" cy="514816"/>
          </a:xfrm>
          <a:prstGeom prst="rect">
            <a:avLst/>
          </a:prstGeom>
        </p:spPr>
        <p:txBody>
          <a:bodyPr vert="horz" lIns="91440" tIns="45720" rIns="91440" bIns="45720" rtlCol="0" anchor="t">
            <a:normAutofit/>
          </a:bodyPr>
          <a:lstStyle>
            <a:lvl1pPr marL="0" indent="0" algn="l" defTabSz="914400">
              <a:lnSpc>
                <a:spcPct val="100000"/>
              </a:lnSpc>
              <a:spcBef>
                <a:spcPts val="0"/>
              </a:spcBef>
              <a:spcAft>
                <a:spcPts val="200"/>
              </a:spcAft>
              <a:buClr>
                <a:schemeClr val="accent1"/>
              </a:buClr>
              <a:buSzPct val="100000"/>
              <a:buFont typeface="Tw Cen MT"/>
              <a:buNone/>
              <a:defRPr sz="1800">
                <a:solidFill>
                  <a:schemeClr val="tx1">
                    <a:lumMod val="95000"/>
                    <a:lumOff val="5000"/>
                  </a:schemeClr>
                </a:solidFill>
                <a:latin typeface="+mn-lt"/>
                <a:ea typeface="+mn-ea"/>
                <a:cs typeface="+mn-cs"/>
              </a:defRPr>
            </a:lvl1pPr>
            <a:lvl2pPr marL="4572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2pPr>
            <a:lvl3pPr marL="9144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3pPr>
            <a:lvl4pPr marL="13716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4pPr>
            <a:lvl5pPr marL="18288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5pPr>
            <a:lvl6pPr marL="22860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6pPr>
            <a:lvl7pPr marL="27432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7pPr>
            <a:lvl8pPr marL="32004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8pPr>
            <a:lvl9pPr marL="36576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9pPr>
          </a:lstStyle>
          <a:p>
            <a:pPr algn="r">
              <a:defRPr/>
            </a:pPr>
            <a:r>
              <a:rPr lang="en-US">
                <a:solidFill>
                  <a:schemeClr val="bg1">
                    <a:lumMod val="75000"/>
                  </a:schemeClr>
                </a:solidFill>
              </a:rPr>
              <a:t>Connecting to the digital world</a:t>
            </a:r>
            <a:endParaRPr/>
          </a:p>
        </p:txBody>
      </p:sp>
      <p:cxnSp>
        <p:nvCxnSpPr>
          <p:cNvPr id="17" name="Straight Connector 16"/>
          <p:cNvCxnSpPr>
            <a:cxnSpLocks/>
          </p:cNvCxnSpPr>
          <p:nvPr userDrawn="1"/>
        </p:nvCxnSpPr>
        <p:spPr bwMode="auto">
          <a:xfrm>
            <a:off x="4094119" y="4842784"/>
            <a:ext cx="7897091" cy="0"/>
          </a:xfrm>
          <a:prstGeom prst="line">
            <a:avLst/>
          </a:prstGeom>
          <a:ln>
            <a:solidFill>
              <a:srgbClr val="4AC4E3"/>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05200" y="0"/>
            <a:ext cx="10342483" cy="504543"/>
          </a:xfrm>
        </p:spPr>
        <p:txBody>
          <a:bodyPr>
            <a:normAutofit/>
          </a:bodyPr>
          <a:lstStyle>
            <a:lvl1pPr>
              <a:defRPr sz="2400"/>
            </a:lvl1pPr>
          </a:lstStyle>
          <a:p>
            <a:pPr>
              <a:defRPr/>
            </a:pPr>
            <a:r>
              <a:rPr lang="en-US"/>
              <a:t>Click to edit Master title style</a:t>
            </a:r>
            <a:endParaRP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secHead" preserve="1" userDrawn="1">
  <p:cSld name="Section Header">
    <p:spTree>
      <p:nvGrpSpPr>
        <p:cNvPr id="1" name=""/>
        <p:cNvGrpSpPr/>
        <p:nvPr/>
      </p:nvGrpSpPr>
      <p:grpSpPr bwMode="auto">
        <a:xfrm>
          <a:off x="0" y="0"/>
          <a:ext cx="0" cy="0"/>
          <a:chOff x="0" y="0"/>
          <a:chExt cx="0" cy="0"/>
        </a:xfrm>
      </p:grpSpPr>
      <p:grpSp>
        <p:nvGrpSpPr>
          <p:cNvPr id="10" name="Group 9"/>
          <p:cNvGrpSpPr/>
          <p:nvPr userDrawn="1"/>
        </p:nvGrpSpPr>
        <p:grpSpPr bwMode="auto">
          <a:xfrm>
            <a:off x="-6567" y="-16364"/>
            <a:ext cx="12198567" cy="6863980"/>
            <a:chOff x="-3546" y="0"/>
            <a:chExt cx="12198567" cy="6863980"/>
          </a:xfrm>
        </p:grpSpPr>
        <p:pic>
          <p:nvPicPr>
            <p:cNvPr id="12" name="Picture 11"/>
            <p:cNvPicPr>
              <a:picLocks noChangeAspect="1"/>
            </p:cNvPicPr>
            <p:nvPr userDrawn="1"/>
          </p:nvPicPr>
          <p:blipFill>
            <a:blip r:embed="rId2"/>
            <a:stretch/>
          </p:blipFill>
          <p:spPr bwMode="auto">
            <a:xfrm>
              <a:off x="3041" y="0"/>
              <a:ext cx="12191980" cy="6857988"/>
            </a:xfrm>
            <a:prstGeom prst="rect">
              <a:avLst/>
            </a:prstGeom>
          </p:spPr>
        </p:pic>
        <p:sp>
          <p:nvSpPr>
            <p:cNvPr id="13" name="Graphic 18" descr="Lamp"/>
            <p:cNvSpPr/>
            <p:nvPr/>
          </p:nvSpPr>
          <p:spPr bwMode="auto">
            <a:xfrm>
              <a:off x="-3546" y="5917562"/>
              <a:ext cx="585026" cy="946418"/>
            </a:xfrm>
            <a:custGeom>
              <a:avLst/>
              <a:gdLst>
                <a:gd name="connsiteX0" fmla="*/ 393768 w 585026"/>
                <a:gd name="connsiteY0" fmla="*/ 881890 h 946418"/>
                <a:gd name="connsiteX1" fmla="*/ 326265 w 585026"/>
                <a:gd name="connsiteY1" fmla="*/ 881890 h 946418"/>
                <a:gd name="connsiteX2" fmla="*/ 326265 w 585026"/>
                <a:gd name="connsiteY2" fmla="*/ 354907 h 946418"/>
                <a:gd name="connsiteX3" fmla="*/ 371267 w 585026"/>
                <a:gd name="connsiteY3" fmla="*/ 354907 h 946418"/>
                <a:gd name="connsiteX4" fmla="*/ 371267 w 585026"/>
                <a:gd name="connsiteY4" fmla="*/ 473209 h 946418"/>
                <a:gd name="connsiteX5" fmla="*/ 393768 w 585026"/>
                <a:gd name="connsiteY5" fmla="*/ 473209 h 946418"/>
                <a:gd name="connsiteX6" fmla="*/ 393768 w 585026"/>
                <a:gd name="connsiteY6" fmla="*/ 354907 h 946418"/>
                <a:gd name="connsiteX7" fmla="*/ 585027 w 585026"/>
                <a:gd name="connsiteY7" fmla="*/ 354907 h 946418"/>
                <a:gd name="connsiteX8" fmla="*/ 427519 w 585026"/>
                <a:gd name="connsiteY8" fmla="*/ 0 h 946418"/>
                <a:gd name="connsiteX9" fmla="*/ 292513 w 585026"/>
                <a:gd name="connsiteY9" fmla="*/ 0 h 946418"/>
                <a:gd name="connsiteX10" fmla="*/ 157507 w 585026"/>
                <a:gd name="connsiteY10" fmla="*/ 0 h 946418"/>
                <a:gd name="connsiteX11" fmla="*/ 0 w 585026"/>
                <a:gd name="connsiteY11" fmla="*/ 354907 h 946418"/>
                <a:gd name="connsiteX12" fmla="*/ 258762 w 585026"/>
                <a:gd name="connsiteY12" fmla="*/ 354907 h 946418"/>
                <a:gd name="connsiteX13" fmla="*/ 258762 w 585026"/>
                <a:gd name="connsiteY13" fmla="*/ 881890 h 946418"/>
                <a:gd name="connsiteX14" fmla="*/ 191259 w 585026"/>
                <a:gd name="connsiteY14" fmla="*/ 881890 h 946418"/>
                <a:gd name="connsiteX15" fmla="*/ 146257 w 585026"/>
                <a:gd name="connsiteY15" fmla="*/ 924909 h 946418"/>
                <a:gd name="connsiteX16" fmla="*/ 146257 w 585026"/>
                <a:gd name="connsiteY16" fmla="*/ 946418 h 946418"/>
                <a:gd name="connsiteX17" fmla="*/ 438770 w 585026"/>
                <a:gd name="connsiteY17" fmla="*/ 946418 h 946418"/>
                <a:gd name="connsiteX18" fmla="*/ 438770 w 585026"/>
                <a:gd name="connsiteY18" fmla="*/ 924909 h 946418"/>
                <a:gd name="connsiteX19" fmla="*/ 393768 w 585026"/>
                <a:gd name="connsiteY19" fmla="*/ 881890 h 9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5026" h="946418" extrusionOk="0">
                  <a:moveTo>
                    <a:pt x="393768" y="881890"/>
                  </a:moveTo>
                  <a:lnTo>
                    <a:pt x="326265" y="881890"/>
                  </a:lnTo>
                  <a:lnTo>
                    <a:pt x="326265" y="354907"/>
                  </a:lnTo>
                  <a:lnTo>
                    <a:pt x="371267" y="354907"/>
                  </a:lnTo>
                  <a:lnTo>
                    <a:pt x="371267" y="473209"/>
                  </a:lnTo>
                  <a:lnTo>
                    <a:pt x="393768" y="473209"/>
                  </a:lnTo>
                  <a:lnTo>
                    <a:pt x="393768" y="354907"/>
                  </a:lnTo>
                  <a:lnTo>
                    <a:pt x="585027" y="354907"/>
                  </a:lnTo>
                  <a:lnTo>
                    <a:pt x="427519" y="0"/>
                  </a:lnTo>
                  <a:lnTo>
                    <a:pt x="292513" y="0"/>
                  </a:lnTo>
                  <a:lnTo>
                    <a:pt x="157507" y="0"/>
                  </a:lnTo>
                  <a:lnTo>
                    <a:pt x="0" y="354907"/>
                  </a:lnTo>
                  <a:lnTo>
                    <a:pt x="258762" y="354907"/>
                  </a:lnTo>
                  <a:lnTo>
                    <a:pt x="258762" y="881890"/>
                  </a:lnTo>
                  <a:lnTo>
                    <a:pt x="191259" y="881890"/>
                  </a:lnTo>
                  <a:cubicBezTo>
                    <a:pt x="166508" y="881890"/>
                    <a:pt x="146257" y="901248"/>
                    <a:pt x="146257" y="924909"/>
                  </a:cubicBezTo>
                  <a:lnTo>
                    <a:pt x="146257" y="946418"/>
                  </a:lnTo>
                  <a:lnTo>
                    <a:pt x="438770" y="946418"/>
                  </a:lnTo>
                  <a:lnTo>
                    <a:pt x="438770" y="924909"/>
                  </a:lnTo>
                  <a:cubicBezTo>
                    <a:pt x="438770" y="901248"/>
                    <a:pt x="418519" y="881890"/>
                    <a:pt x="393768" y="881890"/>
                  </a:cubicBezTo>
                  <a:close/>
                </a:path>
              </a:pathLst>
            </a:custGeom>
            <a:solidFill>
              <a:schemeClr val="tx1">
                <a:lumMod val="95000"/>
                <a:lumOff val="5000"/>
                <a:alpha val="5000"/>
              </a:schemeClr>
            </a:solidFill>
            <a:ln w="11212" cap="flat">
              <a:noFill/>
              <a:prstDash val="solid"/>
              <a:miter/>
            </a:ln>
          </p:spPr>
          <p:txBody>
            <a:bodyPr rtlCol="0" anchor="ctr"/>
            <a:lstStyle/>
            <a:p>
              <a:pPr>
                <a:defRPr/>
              </a:pPr>
              <a:endParaRPr lang="en-IN"/>
            </a:p>
          </p:txBody>
        </p:sp>
        <p:sp>
          <p:nvSpPr>
            <p:cNvPr id="14" name="Freeform: Shape 13"/>
            <p:cNvSpPr/>
            <p:nvPr/>
          </p:nvSpPr>
          <p:spPr bwMode="auto">
            <a:xfrm>
              <a:off x="1916843" y="4663015"/>
              <a:ext cx="450520" cy="234914"/>
            </a:xfrm>
            <a:custGeom>
              <a:avLst/>
              <a:gdLst>
                <a:gd name="connsiteX0" fmla="*/ 353981 w 450520"/>
                <a:gd name="connsiteY0" fmla="*/ 122284 h 234914"/>
                <a:gd name="connsiteX1" fmla="*/ 353981 w 450520"/>
                <a:gd name="connsiteY1" fmla="*/ 32180 h 234914"/>
                <a:gd name="connsiteX2" fmla="*/ 311074 w 450520"/>
                <a:gd name="connsiteY2" fmla="*/ 32180 h 234914"/>
                <a:gd name="connsiteX3" fmla="*/ 311074 w 450520"/>
                <a:gd name="connsiteY3" fmla="*/ 81523 h 234914"/>
                <a:gd name="connsiteX4" fmla="*/ 225260 w 450520"/>
                <a:gd name="connsiteY4" fmla="*/ 0 h 234914"/>
                <a:gd name="connsiteX5" fmla="*/ 225260 w 450520"/>
                <a:gd name="connsiteY5" fmla="*/ 0 h 234914"/>
                <a:gd name="connsiteX6" fmla="*/ 0 w 450520"/>
                <a:gd name="connsiteY6" fmla="*/ 214534 h 234914"/>
                <a:gd name="connsiteX7" fmla="*/ 24135 w 450520"/>
                <a:gd name="connsiteY7" fmla="*/ 234914 h 234914"/>
                <a:gd name="connsiteX8" fmla="*/ 225260 w 450520"/>
                <a:gd name="connsiteY8" fmla="*/ 43979 h 234914"/>
                <a:gd name="connsiteX9" fmla="*/ 225260 w 450520"/>
                <a:gd name="connsiteY9" fmla="*/ 43979 h 234914"/>
                <a:gd name="connsiteX10" fmla="*/ 426386 w 450520"/>
                <a:gd name="connsiteY10" fmla="*/ 234914 h 234914"/>
                <a:gd name="connsiteX11" fmla="*/ 450521 w 450520"/>
                <a:gd name="connsiteY11" fmla="*/ 214534 h 23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0520" h="234914" extrusionOk="0">
                  <a:moveTo>
                    <a:pt x="353981" y="122284"/>
                  </a:moveTo>
                  <a:lnTo>
                    <a:pt x="353981" y="32180"/>
                  </a:lnTo>
                  <a:lnTo>
                    <a:pt x="311074" y="32180"/>
                  </a:lnTo>
                  <a:lnTo>
                    <a:pt x="311074" y="81523"/>
                  </a:lnTo>
                  <a:lnTo>
                    <a:pt x="225260" y="0"/>
                  </a:lnTo>
                  <a:lnTo>
                    <a:pt x="225260" y="0"/>
                  </a:lnTo>
                  <a:lnTo>
                    <a:pt x="0" y="214534"/>
                  </a:lnTo>
                  <a:lnTo>
                    <a:pt x="24135" y="234914"/>
                  </a:lnTo>
                  <a:lnTo>
                    <a:pt x="225260" y="43979"/>
                  </a:lnTo>
                  <a:lnTo>
                    <a:pt x="225260" y="43979"/>
                  </a:lnTo>
                  <a:lnTo>
                    <a:pt x="426386" y="234914"/>
                  </a:lnTo>
                  <a:lnTo>
                    <a:pt x="450521" y="214534"/>
                  </a:lnTo>
                  <a:close/>
                </a:path>
              </a:pathLst>
            </a:custGeom>
            <a:solidFill>
              <a:srgbClr val="000000">
                <a:alpha val="50000"/>
              </a:srgbClr>
            </a:solidFill>
            <a:ln w="5358" cap="flat">
              <a:noFill/>
              <a:prstDash val="solid"/>
              <a:miter/>
            </a:ln>
          </p:spPr>
          <p:txBody>
            <a:bodyPr rtlCol="0" anchor="ctr"/>
            <a:lstStyle/>
            <a:p>
              <a:pPr>
                <a:defRPr/>
              </a:pPr>
              <a:endParaRPr lang="en-IN"/>
            </a:p>
          </p:txBody>
        </p:sp>
        <p:sp>
          <p:nvSpPr>
            <p:cNvPr id="15" name="Freeform: Shape 14"/>
            <p:cNvSpPr/>
            <p:nvPr/>
          </p:nvSpPr>
          <p:spPr bwMode="auto">
            <a:xfrm>
              <a:off x="1981203" y="4737029"/>
              <a:ext cx="321800" cy="312146"/>
            </a:xfrm>
            <a:custGeom>
              <a:avLst/>
              <a:gdLst>
                <a:gd name="connsiteX0" fmla="*/ 0 w 321800"/>
                <a:gd name="connsiteY0" fmla="*/ 152855 h 312146"/>
                <a:gd name="connsiteX1" fmla="*/ 0 w 321800"/>
                <a:gd name="connsiteY1" fmla="*/ 312147 h 312146"/>
                <a:gd name="connsiteX2" fmla="*/ 128720 w 321800"/>
                <a:gd name="connsiteY2" fmla="*/ 312147 h 312146"/>
                <a:gd name="connsiteX3" fmla="*/ 128720 w 321800"/>
                <a:gd name="connsiteY3" fmla="*/ 178063 h 312146"/>
                <a:gd name="connsiteX4" fmla="*/ 193080 w 321800"/>
                <a:gd name="connsiteY4" fmla="*/ 178063 h 312146"/>
                <a:gd name="connsiteX5" fmla="*/ 193080 w 321800"/>
                <a:gd name="connsiteY5" fmla="*/ 312147 h 312146"/>
                <a:gd name="connsiteX6" fmla="*/ 321801 w 321800"/>
                <a:gd name="connsiteY6" fmla="*/ 312147 h 312146"/>
                <a:gd name="connsiteX7" fmla="*/ 321801 w 321800"/>
                <a:gd name="connsiteY7" fmla="*/ 152855 h 312146"/>
                <a:gd name="connsiteX8" fmla="*/ 160900 w 321800"/>
                <a:gd name="connsiteY8" fmla="*/ 0 h 312146"/>
                <a:gd name="connsiteX9" fmla="*/ 0 w 321800"/>
                <a:gd name="connsiteY9" fmla="*/ 152855 h 312146"/>
                <a:gd name="connsiteX10" fmla="*/ 96540 w 321800"/>
                <a:gd name="connsiteY10" fmla="*/ 242423 h 312146"/>
                <a:gd name="connsiteX11" fmla="*/ 32180 w 321800"/>
                <a:gd name="connsiteY11" fmla="*/ 242423 h 312146"/>
                <a:gd name="connsiteX12" fmla="*/ 32180 w 321800"/>
                <a:gd name="connsiteY12" fmla="*/ 178063 h 312146"/>
                <a:gd name="connsiteX13" fmla="*/ 96540 w 321800"/>
                <a:gd name="connsiteY13" fmla="*/ 178063 h 312146"/>
                <a:gd name="connsiteX14" fmla="*/ 96540 w 321800"/>
                <a:gd name="connsiteY14" fmla="*/ 242423 h 312146"/>
                <a:gd name="connsiteX15" fmla="*/ 225260 w 321800"/>
                <a:gd name="connsiteY15" fmla="*/ 178063 h 312146"/>
                <a:gd name="connsiteX16" fmla="*/ 289621 w 321800"/>
                <a:gd name="connsiteY16" fmla="*/ 178063 h 312146"/>
                <a:gd name="connsiteX17" fmla="*/ 289621 w 321800"/>
                <a:gd name="connsiteY17" fmla="*/ 242423 h 312146"/>
                <a:gd name="connsiteX18" fmla="*/ 225260 w 321800"/>
                <a:gd name="connsiteY18" fmla="*/ 242423 h 312146"/>
                <a:gd name="connsiteX19" fmla="*/ 225260 w 321800"/>
                <a:gd name="connsiteY19" fmla="*/ 178063 h 31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1800" h="312146" extrusionOk="0">
                  <a:moveTo>
                    <a:pt x="0" y="152855"/>
                  </a:moveTo>
                  <a:lnTo>
                    <a:pt x="0" y="312147"/>
                  </a:lnTo>
                  <a:lnTo>
                    <a:pt x="128720" y="312147"/>
                  </a:lnTo>
                  <a:lnTo>
                    <a:pt x="128720" y="178063"/>
                  </a:lnTo>
                  <a:lnTo>
                    <a:pt x="193080" y="178063"/>
                  </a:lnTo>
                  <a:lnTo>
                    <a:pt x="193080" y="312147"/>
                  </a:lnTo>
                  <a:lnTo>
                    <a:pt x="321801" y="312147"/>
                  </a:lnTo>
                  <a:lnTo>
                    <a:pt x="321801" y="152855"/>
                  </a:lnTo>
                  <a:lnTo>
                    <a:pt x="160900" y="0"/>
                  </a:lnTo>
                  <a:lnTo>
                    <a:pt x="0" y="152855"/>
                  </a:lnTo>
                  <a:close/>
                  <a:moveTo>
                    <a:pt x="96540" y="242423"/>
                  </a:moveTo>
                  <a:lnTo>
                    <a:pt x="32180" y="242423"/>
                  </a:lnTo>
                  <a:lnTo>
                    <a:pt x="32180" y="178063"/>
                  </a:lnTo>
                  <a:lnTo>
                    <a:pt x="96540" y="178063"/>
                  </a:lnTo>
                  <a:lnTo>
                    <a:pt x="96540" y="242423"/>
                  </a:lnTo>
                  <a:close/>
                  <a:moveTo>
                    <a:pt x="225260" y="178063"/>
                  </a:moveTo>
                  <a:lnTo>
                    <a:pt x="289621" y="178063"/>
                  </a:lnTo>
                  <a:lnTo>
                    <a:pt x="289621" y="242423"/>
                  </a:lnTo>
                  <a:lnTo>
                    <a:pt x="225260" y="242423"/>
                  </a:lnTo>
                  <a:lnTo>
                    <a:pt x="225260" y="178063"/>
                  </a:lnTo>
                  <a:close/>
                </a:path>
              </a:pathLst>
            </a:custGeom>
            <a:solidFill>
              <a:srgbClr val="000000">
                <a:alpha val="50000"/>
              </a:srgbClr>
            </a:solidFill>
            <a:ln w="5358" cap="flat">
              <a:noFill/>
              <a:prstDash val="solid"/>
              <a:miter/>
            </a:ln>
          </p:spPr>
          <p:txBody>
            <a:bodyPr rtlCol="0" anchor="ctr"/>
            <a:lstStyle/>
            <a:p>
              <a:pPr>
                <a:defRPr/>
              </a:pPr>
              <a:endParaRPr lang="en-IN"/>
            </a:p>
          </p:txBody>
        </p:sp>
        <p:grpSp>
          <p:nvGrpSpPr>
            <p:cNvPr id="16" name="Graphic 20" descr="Database"/>
            <p:cNvGrpSpPr/>
            <p:nvPr/>
          </p:nvGrpSpPr>
          <p:grpSpPr bwMode="auto">
            <a:xfrm>
              <a:off x="5987496" y="2561820"/>
              <a:ext cx="132961" cy="180447"/>
              <a:chOff x="5987496" y="2561820"/>
              <a:chExt cx="132961" cy="180447"/>
            </a:xfrm>
            <a:solidFill>
              <a:schemeClr val="tx1">
                <a:lumMod val="95000"/>
                <a:lumOff val="5000"/>
                <a:alpha val="50000"/>
              </a:schemeClr>
            </a:solidFill>
          </p:grpSpPr>
          <p:sp>
            <p:nvSpPr>
              <p:cNvPr id="166" name="Freeform: Shape 165"/>
              <p:cNvSpPr/>
              <p:nvPr/>
            </p:nvSpPr>
            <p:spPr bwMode="auto">
              <a:xfrm>
                <a:off x="5987496" y="2561820"/>
                <a:ext cx="132961" cy="37989"/>
              </a:xfrm>
              <a:custGeom>
                <a:avLst/>
                <a:gdLst>
                  <a:gd name="connsiteX0" fmla="*/ 132962 w 132961"/>
                  <a:gd name="connsiteY0" fmla="*/ 18995 h 37989"/>
                  <a:gd name="connsiteX1" fmla="*/ 66481 w 132961"/>
                  <a:gd name="connsiteY1" fmla="*/ 37989 h 37989"/>
                  <a:gd name="connsiteX2" fmla="*/ 0 w 132961"/>
                  <a:gd name="connsiteY2" fmla="*/ 18995 h 37989"/>
                  <a:gd name="connsiteX3" fmla="*/ 66481 w 132961"/>
                  <a:gd name="connsiteY3" fmla="*/ 0 h 37989"/>
                  <a:gd name="connsiteX4" fmla="*/ 132962 w 132961"/>
                  <a:gd name="connsiteY4" fmla="*/ 18995 h 3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961" h="37989" extrusionOk="0">
                    <a:moveTo>
                      <a:pt x="132962" y="18995"/>
                    </a:moveTo>
                    <a:cubicBezTo>
                      <a:pt x="132962" y="29485"/>
                      <a:pt x="103197" y="37989"/>
                      <a:pt x="66481" y="37989"/>
                    </a:cubicBezTo>
                    <a:cubicBezTo>
                      <a:pt x="29764" y="37989"/>
                      <a:pt x="0" y="29485"/>
                      <a:pt x="0" y="18995"/>
                    </a:cubicBezTo>
                    <a:cubicBezTo>
                      <a:pt x="0" y="8504"/>
                      <a:pt x="29764" y="0"/>
                      <a:pt x="66481" y="0"/>
                    </a:cubicBezTo>
                    <a:cubicBezTo>
                      <a:pt x="103197" y="0"/>
                      <a:pt x="132962" y="8504"/>
                      <a:pt x="132962"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167" name="Freeform: Shape 166"/>
              <p:cNvSpPr/>
              <p:nvPr/>
            </p:nvSpPr>
            <p:spPr bwMode="auto">
              <a:xfrm>
                <a:off x="5987496" y="2590311"/>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168" name="Freeform: Shape 167"/>
              <p:cNvSpPr/>
              <p:nvPr/>
            </p:nvSpPr>
            <p:spPr bwMode="auto">
              <a:xfrm>
                <a:off x="5987496" y="2637798"/>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sp>
            <p:nvSpPr>
              <p:cNvPr id="169" name="Freeform: Shape 168"/>
              <p:cNvSpPr/>
              <p:nvPr/>
            </p:nvSpPr>
            <p:spPr bwMode="auto">
              <a:xfrm>
                <a:off x="5987496" y="2685284"/>
                <a:ext cx="132961" cy="56983"/>
              </a:xfrm>
              <a:custGeom>
                <a:avLst/>
                <a:gdLst>
                  <a:gd name="connsiteX0" fmla="*/ 113967 w 132961"/>
                  <a:gd name="connsiteY0" fmla="*/ 37989 h 56983"/>
                  <a:gd name="connsiteX1" fmla="*/ 109218 w 132961"/>
                  <a:gd name="connsiteY1" fmla="*/ 33240 h 56983"/>
                  <a:gd name="connsiteX2" fmla="*/ 113967 w 132961"/>
                  <a:gd name="connsiteY2" fmla="*/ 28492 h 56983"/>
                  <a:gd name="connsiteX3" fmla="*/ 118716 w 132961"/>
                  <a:gd name="connsiteY3" fmla="*/ 33240 h 56983"/>
                  <a:gd name="connsiteX4" fmla="*/ 113967 w 132961"/>
                  <a:gd name="connsiteY4" fmla="*/ 37989 h 56983"/>
                  <a:gd name="connsiteX5" fmla="*/ 66481 w 132961"/>
                  <a:gd name="connsiteY5" fmla="*/ 18995 h 56983"/>
                  <a:gd name="connsiteX6" fmla="*/ 0 w 132961"/>
                  <a:gd name="connsiteY6" fmla="*/ 0 h 56983"/>
                  <a:gd name="connsiteX7" fmla="*/ 0 w 132961"/>
                  <a:gd name="connsiteY7" fmla="*/ 37989 h 56983"/>
                  <a:gd name="connsiteX8" fmla="*/ 66481 w 132961"/>
                  <a:gd name="connsiteY8" fmla="*/ 56984 h 56983"/>
                  <a:gd name="connsiteX9" fmla="*/ 132962 w 132961"/>
                  <a:gd name="connsiteY9" fmla="*/ 37989 h 56983"/>
                  <a:gd name="connsiteX10" fmla="*/ 132962 w 132961"/>
                  <a:gd name="connsiteY10" fmla="*/ 0 h 56983"/>
                  <a:gd name="connsiteX11" fmla="*/ 66481 w 132961"/>
                  <a:gd name="connsiteY11" fmla="*/ 18995 h 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61" h="56983" extrusionOk="0">
                    <a:moveTo>
                      <a:pt x="113967" y="37989"/>
                    </a:moveTo>
                    <a:cubicBezTo>
                      <a:pt x="111118" y="37989"/>
                      <a:pt x="109218" y="36090"/>
                      <a:pt x="109218" y="33240"/>
                    </a:cubicBezTo>
                    <a:cubicBezTo>
                      <a:pt x="109218" y="30391"/>
                      <a:pt x="111118" y="28492"/>
                      <a:pt x="113967" y="28492"/>
                    </a:cubicBezTo>
                    <a:cubicBezTo>
                      <a:pt x="116816" y="28492"/>
                      <a:pt x="118716" y="30391"/>
                      <a:pt x="118716" y="33240"/>
                    </a:cubicBezTo>
                    <a:cubicBezTo>
                      <a:pt x="118716" y="36090"/>
                      <a:pt x="116816" y="37989"/>
                      <a:pt x="113967" y="37989"/>
                    </a:cubicBezTo>
                    <a:close/>
                    <a:moveTo>
                      <a:pt x="66481" y="18995"/>
                    </a:moveTo>
                    <a:cubicBezTo>
                      <a:pt x="29916" y="18995"/>
                      <a:pt x="0" y="10447"/>
                      <a:pt x="0" y="0"/>
                    </a:cubicBezTo>
                    <a:lnTo>
                      <a:pt x="0" y="37989"/>
                    </a:lnTo>
                    <a:cubicBezTo>
                      <a:pt x="0" y="48436"/>
                      <a:pt x="29916" y="56984"/>
                      <a:pt x="66481" y="56984"/>
                    </a:cubicBezTo>
                    <a:cubicBezTo>
                      <a:pt x="103045" y="56984"/>
                      <a:pt x="132962" y="48436"/>
                      <a:pt x="132962" y="37989"/>
                    </a:cubicBezTo>
                    <a:lnTo>
                      <a:pt x="132962" y="0"/>
                    </a:lnTo>
                    <a:cubicBezTo>
                      <a:pt x="132962" y="10447"/>
                      <a:pt x="103045" y="18995"/>
                      <a:pt x="66481" y="18995"/>
                    </a:cubicBezTo>
                    <a:close/>
                  </a:path>
                </a:pathLst>
              </a:custGeom>
              <a:solidFill>
                <a:schemeClr val="tx1">
                  <a:lumMod val="95000"/>
                  <a:lumOff val="5000"/>
                  <a:alpha val="50000"/>
                </a:schemeClr>
              </a:solidFill>
              <a:ln w="2282" cap="flat">
                <a:noFill/>
                <a:prstDash val="solid"/>
                <a:miter/>
              </a:ln>
            </p:spPr>
            <p:txBody>
              <a:bodyPr rtlCol="0" anchor="ctr"/>
              <a:lstStyle/>
              <a:p>
                <a:pPr>
                  <a:defRPr/>
                </a:pPr>
                <a:endParaRPr lang="en-IN"/>
              </a:p>
            </p:txBody>
          </p:sp>
        </p:grpSp>
        <p:sp>
          <p:nvSpPr>
            <p:cNvPr id="17" name="Graphic 21" descr="Tablet"/>
            <p:cNvSpPr/>
            <p:nvPr/>
          </p:nvSpPr>
          <p:spPr bwMode="auto">
            <a:xfrm>
              <a:off x="635843" y="330836"/>
              <a:ext cx="118770" cy="83138"/>
            </a:xfrm>
            <a:custGeom>
              <a:avLst/>
              <a:gdLst>
                <a:gd name="connsiteX0" fmla="*/ 109862 w 118770"/>
                <a:gd name="connsiteY0" fmla="*/ 74231 h 83139"/>
                <a:gd name="connsiteX1" fmla="*/ 8908 w 118770"/>
                <a:gd name="connsiteY1" fmla="*/ 74231 h 83139"/>
                <a:gd name="connsiteX2" fmla="*/ 8908 w 118770"/>
                <a:gd name="connsiteY2" fmla="*/ 8908 h 83139"/>
                <a:gd name="connsiteX3" fmla="*/ 109862 w 118770"/>
                <a:gd name="connsiteY3" fmla="*/ 8908 h 83139"/>
                <a:gd name="connsiteX4" fmla="*/ 109862 w 118770"/>
                <a:gd name="connsiteY4" fmla="*/ 74231 h 83139"/>
                <a:gd name="connsiteX5" fmla="*/ 66808 w 118770"/>
                <a:gd name="connsiteY5" fmla="*/ 80170 h 83139"/>
                <a:gd name="connsiteX6" fmla="*/ 51962 w 118770"/>
                <a:gd name="connsiteY6" fmla="*/ 80170 h 83139"/>
                <a:gd name="connsiteX7" fmla="*/ 50477 w 118770"/>
                <a:gd name="connsiteY7" fmla="*/ 78685 h 83139"/>
                <a:gd name="connsiteX8" fmla="*/ 51962 w 118770"/>
                <a:gd name="connsiteY8" fmla="*/ 77201 h 83139"/>
                <a:gd name="connsiteX9" fmla="*/ 66808 w 118770"/>
                <a:gd name="connsiteY9" fmla="*/ 77201 h 83139"/>
                <a:gd name="connsiteX10" fmla="*/ 68293 w 118770"/>
                <a:gd name="connsiteY10" fmla="*/ 78685 h 83139"/>
                <a:gd name="connsiteX11" fmla="*/ 66808 w 118770"/>
                <a:gd name="connsiteY11" fmla="*/ 80170 h 83139"/>
                <a:gd name="connsiteX12" fmla="*/ 59385 w 118770"/>
                <a:gd name="connsiteY12" fmla="*/ 2969 h 83139"/>
                <a:gd name="connsiteX13" fmla="*/ 60870 w 118770"/>
                <a:gd name="connsiteY13" fmla="*/ 4454 h 83139"/>
                <a:gd name="connsiteX14" fmla="*/ 59385 w 118770"/>
                <a:gd name="connsiteY14" fmla="*/ 5939 h 83139"/>
                <a:gd name="connsiteX15" fmla="*/ 57900 w 118770"/>
                <a:gd name="connsiteY15" fmla="*/ 4454 h 83139"/>
                <a:gd name="connsiteX16" fmla="*/ 59385 w 118770"/>
                <a:gd name="connsiteY16" fmla="*/ 2969 h 83139"/>
                <a:gd name="connsiteX17" fmla="*/ 112832 w 118770"/>
                <a:gd name="connsiteY17" fmla="*/ 0 h 83139"/>
                <a:gd name="connsiteX18" fmla="*/ 5939 w 118770"/>
                <a:gd name="connsiteY18" fmla="*/ 0 h 83139"/>
                <a:gd name="connsiteX19" fmla="*/ 0 w 118770"/>
                <a:gd name="connsiteY19" fmla="*/ 5939 h 83139"/>
                <a:gd name="connsiteX20" fmla="*/ 0 w 118770"/>
                <a:gd name="connsiteY20" fmla="*/ 77201 h 83139"/>
                <a:gd name="connsiteX21" fmla="*/ 5939 w 118770"/>
                <a:gd name="connsiteY21" fmla="*/ 83139 h 83139"/>
                <a:gd name="connsiteX22" fmla="*/ 112832 w 118770"/>
                <a:gd name="connsiteY22" fmla="*/ 83139 h 83139"/>
                <a:gd name="connsiteX23" fmla="*/ 118770 w 118770"/>
                <a:gd name="connsiteY23" fmla="*/ 77201 h 83139"/>
                <a:gd name="connsiteX24" fmla="*/ 118770 w 118770"/>
                <a:gd name="connsiteY24" fmla="*/ 5939 h 83139"/>
                <a:gd name="connsiteX25" fmla="*/ 112832 w 118770"/>
                <a:gd name="connsiteY25" fmla="*/ 0 h 8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770" h="83139" extrusionOk="0">
                  <a:moveTo>
                    <a:pt x="109862" y="74231"/>
                  </a:moveTo>
                  <a:lnTo>
                    <a:pt x="8908" y="74231"/>
                  </a:lnTo>
                  <a:lnTo>
                    <a:pt x="8908" y="8908"/>
                  </a:lnTo>
                  <a:lnTo>
                    <a:pt x="109862" y="8908"/>
                  </a:lnTo>
                  <a:lnTo>
                    <a:pt x="109862" y="74231"/>
                  </a:lnTo>
                  <a:close/>
                  <a:moveTo>
                    <a:pt x="66808" y="80170"/>
                  </a:moveTo>
                  <a:lnTo>
                    <a:pt x="51962" y="80170"/>
                  </a:lnTo>
                  <a:cubicBezTo>
                    <a:pt x="51071" y="80170"/>
                    <a:pt x="50477" y="79576"/>
                    <a:pt x="50477" y="78685"/>
                  </a:cubicBezTo>
                  <a:cubicBezTo>
                    <a:pt x="50477" y="77794"/>
                    <a:pt x="51071" y="77201"/>
                    <a:pt x="51962" y="77201"/>
                  </a:cubicBezTo>
                  <a:lnTo>
                    <a:pt x="66808" y="77201"/>
                  </a:lnTo>
                  <a:cubicBezTo>
                    <a:pt x="67699" y="77201"/>
                    <a:pt x="68293" y="77794"/>
                    <a:pt x="68293" y="78685"/>
                  </a:cubicBezTo>
                  <a:cubicBezTo>
                    <a:pt x="68293" y="79576"/>
                    <a:pt x="67699" y="80170"/>
                    <a:pt x="66808" y="80170"/>
                  </a:cubicBezTo>
                  <a:close/>
                  <a:moveTo>
                    <a:pt x="59385" y="2969"/>
                  </a:moveTo>
                  <a:cubicBezTo>
                    <a:pt x="60276" y="2969"/>
                    <a:pt x="60870" y="3563"/>
                    <a:pt x="60870" y="4454"/>
                  </a:cubicBezTo>
                  <a:cubicBezTo>
                    <a:pt x="60870" y="5345"/>
                    <a:pt x="60276" y="5939"/>
                    <a:pt x="59385" y="5939"/>
                  </a:cubicBezTo>
                  <a:cubicBezTo>
                    <a:pt x="58494" y="5939"/>
                    <a:pt x="57900" y="5345"/>
                    <a:pt x="57900" y="4454"/>
                  </a:cubicBezTo>
                  <a:cubicBezTo>
                    <a:pt x="57900" y="3563"/>
                    <a:pt x="58494" y="2969"/>
                    <a:pt x="59385" y="2969"/>
                  </a:cubicBezTo>
                  <a:close/>
                  <a:moveTo>
                    <a:pt x="112832" y="0"/>
                  </a:moveTo>
                  <a:lnTo>
                    <a:pt x="5939" y="0"/>
                  </a:lnTo>
                  <a:cubicBezTo>
                    <a:pt x="2672" y="0"/>
                    <a:pt x="0" y="2672"/>
                    <a:pt x="0" y="5939"/>
                  </a:cubicBezTo>
                  <a:lnTo>
                    <a:pt x="0" y="77201"/>
                  </a:lnTo>
                  <a:cubicBezTo>
                    <a:pt x="0" y="80467"/>
                    <a:pt x="2672" y="83139"/>
                    <a:pt x="5939" y="83139"/>
                  </a:cubicBezTo>
                  <a:lnTo>
                    <a:pt x="112832" y="83139"/>
                  </a:lnTo>
                  <a:cubicBezTo>
                    <a:pt x="116098" y="83139"/>
                    <a:pt x="118770" y="80467"/>
                    <a:pt x="118770" y="77201"/>
                  </a:cubicBezTo>
                  <a:lnTo>
                    <a:pt x="118770" y="5939"/>
                  </a:lnTo>
                  <a:cubicBezTo>
                    <a:pt x="118770" y="2672"/>
                    <a:pt x="116098" y="0"/>
                    <a:pt x="112832" y="0"/>
                  </a:cubicBez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18" name="Graphic 22" descr="Smart Phone"/>
            <p:cNvSpPr/>
            <p:nvPr/>
          </p:nvSpPr>
          <p:spPr bwMode="auto">
            <a:xfrm>
              <a:off x="6932923" y="335023"/>
              <a:ext cx="78388" cy="143711"/>
            </a:xfrm>
            <a:custGeom>
              <a:avLst/>
              <a:gdLst>
                <a:gd name="connsiteX0" fmla="*/ 68590 w 78388"/>
                <a:gd name="connsiteY0" fmla="*/ 124114 h 143711"/>
                <a:gd name="connsiteX1" fmla="*/ 9799 w 78388"/>
                <a:gd name="connsiteY1" fmla="*/ 124114 h 143711"/>
                <a:gd name="connsiteX2" fmla="*/ 9799 w 78388"/>
                <a:gd name="connsiteY2" fmla="*/ 19597 h 143711"/>
                <a:gd name="connsiteX3" fmla="*/ 68590 w 78388"/>
                <a:gd name="connsiteY3" fmla="*/ 19597 h 143711"/>
                <a:gd name="connsiteX4" fmla="*/ 68590 w 78388"/>
                <a:gd name="connsiteY4" fmla="*/ 124114 h 143711"/>
                <a:gd name="connsiteX5" fmla="*/ 32662 w 78388"/>
                <a:gd name="connsiteY5" fmla="*/ 6532 h 143711"/>
                <a:gd name="connsiteX6" fmla="*/ 45726 w 78388"/>
                <a:gd name="connsiteY6" fmla="*/ 6532 h 143711"/>
                <a:gd name="connsiteX7" fmla="*/ 48993 w 78388"/>
                <a:gd name="connsiteY7" fmla="*/ 9799 h 143711"/>
                <a:gd name="connsiteX8" fmla="*/ 45726 w 78388"/>
                <a:gd name="connsiteY8" fmla="*/ 13065 h 143711"/>
                <a:gd name="connsiteX9" fmla="*/ 32662 w 78388"/>
                <a:gd name="connsiteY9" fmla="*/ 13065 h 143711"/>
                <a:gd name="connsiteX10" fmla="*/ 29396 w 78388"/>
                <a:gd name="connsiteY10" fmla="*/ 9799 h 143711"/>
                <a:gd name="connsiteX11" fmla="*/ 32662 w 78388"/>
                <a:gd name="connsiteY11" fmla="*/ 6532 h 143711"/>
                <a:gd name="connsiteX12" fmla="*/ 75122 w 78388"/>
                <a:gd name="connsiteY12" fmla="*/ 0 h 143711"/>
                <a:gd name="connsiteX13" fmla="*/ 3266 w 78388"/>
                <a:gd name="connsiteY13" fmla="*/ 0 h 143711"/>
                <a:gd name="connsiteX14" fmla="*/ 0 w 78388"/>
                <a:gd name="connsiteY14" fmla="*/ 3266 h 143711"/>
                <a:gd name="connsiteX15" fmla="*/ 0 w 78388"/>
                <a:gd name="connsiteY15" fmla="*/ 140445 h 143711"/>
                <a:gd name="connsiteX16" fmla="*/ 3266 w 78388"/>
                <a:gd name="connsiteY16" fmla="*/ 143711 h 143711"/>
                <a:gd name="connsiteX17" fmla="*/ 75122 w 78388"/>
                <a:gd name="connsiteY17" fmla="*/ 143711 h 143711"/>
                <a:gd name="connsiteX18" fmla="*/ 78388 w 78388"/>
                <a:gd name="connsiteY18" fmla="*/ 140445 h 143711"/>
                <a:gd name="connsiteX19" fmla="*/ 78388 w 78388"/>
                <a:gd name="connsiteY19" fmla="*/ 3266 h 143711"/>
                <a:gd name="connsiteX20" fmla="*/ 75122 w 78388"/>
                <a:gd name="connsiteY20" fmla="*/ 0 h 14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8" h="143711" extrusionOk="0">
                  <a:moveTo>
                    <a:pt x="68590" y="124114"/>
                  </a:moveTo>
                  <a:lnTo>
                    <a:pt x="9799" y="124114"/>
                  </a:lnTo>
                  <a:lnTo>
                    <a:pt x="9799" y="19597"/>
                  </a:lnTo>
                  <a:lnTo>
                    <a:pt x="68590" y="19597"/>
                  </a:lnTo>
                  <a:lnTo>
                    <a:pt x="68590" y="124114"/>
                  </a:lnTo>
                  <a:close/>
                  <a:moveTo>
                    <a:pt x="32662" y="6532"/>
                  </a:moveTo>
                  <a:lnTo>
                    <a:pt x="45726" y="6532"/>
                  </a:lnTo>
                  <a:cubicBezTo>
                    <a:pt x="47523" y="6532"/>
                    <a:pt x="48993" y="8002"/>
                    <a:pt x="48993" y="9799"/>
                  </a:cubicBezTo>
                  <a:cubicBezTo>
                    <a:pt x="48993" y="11595"/>
                    <a:pt x="47523" y="13065"/>
                    <a:pt x="45726" y="13065"/>
                  </a:cubicBezTo>
                  <a:lnTo>
                    <a:pt x="32662" y="13065"/>
                  </a:lnTo>
                  <a:cubicBezTo>
                    <a:pt x="30865" y="13065"/>
                    <a:pt x="29396" y="11595"/>
                    <a:pt x="29396" y="9799"/>
                  </a:cubicBezTo>
                  <a:cubicBezTo>
                    <a:pt x="29396" y="8002"/>
                    <a:pt x="30865" y="6532"/>
                    <a:pt x="32662" y="6532"/>
                  </a:cubicBezTo>
                  <a:close/>
                  <a:moveTo>
                    <a:pt x="75122" y="0"/>
                  </a:moveTo>
                  <a:lnTo>
                    <a:pt x="3266" y="0"/>
                  </a:lnTo>
                  <a:cubicBezTo>
                    <a:pt x="1470" y="0"/>
                    <a:pt x="0" y="1470"/>
                    <a:pt x="0" y="3266"/>
                  </a:cubicBezTo>
                  <a:lnTo>
                    <a:pt x="0" y="140445"/>
                  </a:lnTo>
                  <a:cubicBezTo>
                    <a:pt x="0" y="142242"/>
                    <a:pt x="1470" y="143711"/>
                    <a:pt x="3266" y="143711"/>
                  </a:cubicBezTo>
                  <a:lnTo>
                    <a:pt x="75122" y="143711"/>
                  </a:lnTo>
                  <a:cubicBezTo>
                    <a:pt x="76918" y="143711"/>
                    <a:pt x="78388" y="142242"/>
                    <a:pt x="78388" y="140445"/>
                  </a:cubicBezTo>
                  <a:lnTo>
                    <a:pt x="78388" y="3266"/>
                  </a:lnTo>
                  <a:cubicBezTo>
                    <a:pt x="78388" y="1470"/>
                    <a:pt x="76918" y="0"/>
                    <a:pt x="75122" y="0"/>
                  </a:cubicBezTo>
                  <a:close/>
                </a:path>
              </a:pathLst>
            </a:custGeom>
            <a:solidFill>
              <a:schemeClr val="tx1">
                <a:lumMod val="95000"/>
                <a:lumOff val="5000"/>
                <a:alpha val="50000"/>
              </a:schemeClr>
            </a:solidFill>
            <a:ln w="1588" cap="flat">
              <a:noFill/>
              <a:prstDash val="solid"/>
              <a:miter/>
            </a:ln>
          </p:spPr>
          <p:txBody>
            <a:bodyPr rtlCol="0" anchor="ctr"/>
            <a:lstStyle/>
            <a:p>
              <a:pPr>
                <a:defRPr/>
              </a:pPr>
              <a:endParaRPr lang="en-IN"/>
            </a:p>
          </p:txBody>
        </p:sp>
        <p:sp>
          <p:nvSpPr>
            <p:cNvPr id="19" name="Freeform: Shape 18"/>
            <p:cNvSpPr/>
            <p:nvPr/>
          </p:nvSpPr>
          <p:spPr bwMode="auto">
            <a:xfrm>
              <a:off x="8014343" y="1782683"/>
              <a:ext cx="100954" cy="68292"/>
            </a:xfrm>
            <a:custGeom>
              <a:avLst/>
              <a:gdLst>
                <a:gd name="connsiteX0" fmla="*/ 92047 w 100954"/>
                <a:gd name="connsiteY0" fmla="*/ 59385 h 68292"/>
                <a:gd name="connsiteX1" fmla="*/ 8908 w 100954"/>
                <a:gd name="connsiteY1" fmla="*/ 59385 h 68292"/>
                <a:gd name="connsiteX2" fmla="*/ 8908 w 100954"/>
                <a:gd name="connsiteY2" fmla="*/ 8908 h 68292"/>
                <a:gd name="connsiteX3" fmla="*/ 92047 w 100954"/>
                <a:gd name="connsiteY3" fmla="*/ 8908 h 68292"/>
                <a:gd name="connsiteX4" fmla="*/ 92047 w 100954"/>
                <a:gd name="connsiteY4" fmla="*/ 59385 h 68292"/>
                <a:gd name="connsiteX5" fmla="*/ 100955 w 100954"/>
                <a:gd name="connsiteY5" fmla="*/ 5939 h 68292"/>
                <a:gd name="connsiteX6" fmla="*/ 95016 w 100954"/>
                <a:gd name="connsiteY6" fmla="*/ 0 h 68292"/>
                <a:gd name="connsiteX7" fmla="*/ 5939 w 100954"/>
                <a:gd name="connsiteY7" fmla="*/ 0 h 68292"/>
                <a:gd name="connsiteX8" fmla="*/ 0 w 100954"/>
                <a:gd name="connsiteY8" fmla="*/ 5939 h 68292"/>
                <a:gd name="connsiteX9" fmla="*/ 0 w 100954"/>
                <a:gd name="connsiteY9" fmla="*/ 68293 h 68292"/>
                <a:gd name="connsiteX10" fmla="*/ 100955 w 100954"/>
                <a:gd name="connsiteY10" fmla="*/ 68293 h 68292"/>
                <a:gd name="connsiteX11" fmla="*/ 100955 w 100954"/>
                <a:gd name="connsiteY11" fmla="*/ 5939 h 6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54" h="68292" extrusionOk="0">
                  <a:moveTo>
                    <a:pt x="92047" y="59385"/>
                  </a:moveTo>
                  <a:lnTo>
                    <a:pt x="8908" y="59385"/>
                  </a:lnTo>
                  <a:lnTo>
                    <a:pt x="8908" y="8908"/>
                  </a:lnTo>
                  <a:lnTo>
                    <a:pt x="92047" y="8908"/>
                  </a:lnTo>
                  <a:lnTo>
                    <a:pt x="92047" y="59385"/>
                  </a:lnTo>
                  <a:close/>
                  <a:moveTo>
                    <a:pt x="100955" y="5939"/>
                  </a:moveTo>
                  <a:cubicBezTo>
                    <a:pt x="100955" y="2672"/>
                    <a:pt x="98282" y="0"/>
                    <a:pt x="95016" y="0"/>
                  </a:cubicBezTo>
                  <a:lnTo>
                    <a:pt x="5939" y="0"/>
                  </a:lnTo>
                  <a:cubicBezTo>
                    <a:pt x="2672" y="0"/>
                    <a:pt x="0" y="2672"/>
                    <a:pt x="0" y="5939"/>
                  </a:cubicBezTo>
                  <a:lnTo>
                    <a:pt x="0" y="68293"/>
                  </a:lnTo>
                  <a:lnTo>
                    <a:pt x="100955" y="68293"/>
                  </a:lnTo>
                  <a:lnTo>
                    <a:pt x="100955" y="5939"/>
                  </a:ln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20" name="Freeform: Shape 19"/>
            <p:cNvSpPr/>
            <p:nvPr/>
          </p:nvSpPr>
          <p:spPr bwMode="auto">
            <a:xfrm>
              <a:off x="7996528" y="1856913"/>
              <a:ext cx="136585" cy="8907"/>
            </a:xfrm>
            <a:custGeom>
              <a:avLst/>
              <a:gdLst>
                <a:gd name="connsiteX0" fmla="*/ 77201 w 136585"/>
                <a:gd name="connsiteY0" fmla="*/ 0 h 8907"/>
                <a:gd name="connsiteX1" fmla="*/ 77201 w 136585"/>
                <a:gd name="connsiteY1" fmla="*/ 1485 h 8907"/>
                <a:gd name="connsiteX2" fmla="*/ 75716 w 136585"/>
                <a:gd name="connsiteY2" fmla="*/ 2969 h 8907"/>
                <a:gd name="connsiteX3" fmla="*/ 60870 w 136585"/>
                <a:gd name="connsiteY3" fmla="*/ 2969 h 8907"/>
                <a:gd name="connsiteX4" fmla="*/ 59385 w 136585"/>
                <a:gd name="connsiteY4" fmla="*/ 1485 h 8907"/>
                <a:gd name="connsiteX5" fmla="*/ 59385 w 136585"/>
                <a:gd name="connsiteY5" fmla="*/ 0 h 8907"/>
                <a:gd name="connsiteX6" fmla="*/ 0 w 136585"/>
                <a:gd name="connsiteY6" fmla="*/ 0 h 8907"/>
                <a:gd name="connsiteX7" fmla="*/ 0 w 136585"/>
                <a:gd name="connsiteY7" fmla="*/ 2969 h 8907"/>
                <a:gd name="connsiteX8" fmla="*/ 5939 w 136585"/>
                <a:gd name="connsiteY8" fmla="*/ 8908 h 8907"/>
                <a:gd name="connsiteX9" fmla="*/ 130647 w 136585"/>
                <a:gd name="connsiteY9" fmla="*/ 8908 h 8907"/>
                <a:gd name="connsiteX10" fmla="*/ 136586 w 136585"/>
                <a:gd name="connsiteY10" fmla="*/ 2969 h 8907"/>
                <a:gd name="connsiteX11" fmla="*/ 136586 w 136585"/>
                <a:gd name="connsiteY11" fmla="*/ 0 h 8907"/>
                <a:gd name="connsiteX12" fmla="*/ 77201 w 136585"/>
                <a:gd name="connsiteY12" fmla="*/ 0 h 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585" h="8907" extrusionOk="0">
                  <a:moveTo>
                    <a:pt x="77201" y="0"/>
                  </a:moveTo>
                  <a:lnTo>
                    <a:pt x="77201" y="1485"/>
                  </a:lnTo>
                  <a:cubicBezTo>
                    <a:pt x="77201" y="2375"/>
                    <a:pt x="76607" y="2969"/>
                    <a:pt x="75716" y="2969"/>
                  </a:cubicBezTo>
                  <a:lnTo>
                    <a:pt x="60870" y="2969"/>
                  </a:lnTo>
                  <a:cubicBezTo>
                    <a:pt x="59979" y="2969"/>
                    <a:pt x="59385" y="2375"/>
                    <a:pt x="59385" y="1485"/>
                  </a:cubicBezTo>
                  <a:lnTo>
                    <a:pt x="59385" y="0"/>
                  </a:lnTo>
                  <a:lnTo>
                    <a:pt x="0" y="0"/>
                  </a:lnTo>
                  <a:lnTo>
                    <a:pt x="0" y="2969"/>
                  </a:lnTo>
                  <a:cubicBezTo>
                    <a:pt x="0" y="6235"/>
                    <a:pt x="2672" y="8908"/>
                    <a:pt x="5939" y="8908"/>
                  </a:cubicBezTo>
                  <a:lnTo>
                    <a:pt x="130647" y="8908"/>
                  </a:lnTo>
                  <a:cubicBezTo>
                    <a:pt x="133913" y="8908"/>
                    <a:pt x="136586" y="6235"/>
                    <a:pt x="136586" y="2969"/>
                  </a:cubicBezTo>
                  <a:lnTo>
                    <a:pt x="136586" y="0"/>
                  </a:lnTo>
                  <a:lnTo>
                    <a:pt x="77201" y="0"/>
                  </a:lnTo>
                  <a:close/>
                </a:path>
              </a:pathLst>
            </a:custGeom>
            <a:solidFill>
              <a:schemeClr val="tx1">
                <a:lumMod val="95000"/>
                <a:lumOff val="5000"/>
                <a:alpha val="50000"/>
              </a:schemeClr>
            </a:solidFill>
            <a:ln w="1389" cap="flat">
              <a:noFill/>
              <a:prstDash val="solid"/>
              <a:miter/>
            </a:ln>
          </p:spPr>
          <p:txBody>
            <a:bodyPr rtlCol="0" anchor="ctr"/>
            <a:lstStyle/>
            <a:p>
              <a:pPr>
                <a:defRPr/>
              </a:pPr>
              <a:endParaRPr lang="en-IN"/>
            </a:p>
          </p:txBody>
        </p:sp>
        <p:sp>
          <p:nvSpPr>
            <p:cNvPr id="21" name="Freeform: Shape 20"/>
            <p:cNvSpPr/>
            <p:nvPr/>
          </p:nvSpPr>
          <p:spPr bwMode="auto">
            <a:xfrm>
              <a:off x="10364348" y="630703"/>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extrusionOk="0">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22" name="Freeform: Shape 21"/>
            <p:cNvSpPr/>
            <p:nvPr/>
          </p:nvSpPr>
          <p:spPr bwMode="auto">
            <a:xfrm>
              <a:off x="10326930" y="593379"/>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extrusionOk="0">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23" name="Freeform: Shape 22"/>
            <p:cNvSpPr/>
            <p:nvPr/>
          </p:nvSpPr>
          <p:spPr bwMode="auto">
            <a:xfrm>
              <a:off x="10289511" y="555865"/>
              <a:ext cx="150632" cy="150632"/>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extrusionOk="0">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24" name="Freeform: Shape 23"/>
            <p:cNvSpPr/>
            <p:nvPr/>
          </p:nvSpPr>
          <p:spPr bwMode="auto">
            <a:xfrm>
              <a:off x="10402701" y="669150"/>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extrusionOk="0">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25" name="Freeform: Shape 24"/>
            <p:cNvSpPr/>
            <p:nvPr/>
          </p:nvSpPr>
          <p:spPr bwMode="auto">
            <a:xfrm>
              <a:off x="6967965" y="1945325"/>
              <a:ext cx="16571" cy="44711"/>
            </a:xfrm>
            <a:custGeom>
              <a:avLst/>
              <a:gdLst>
                <a:gd name="connsiteX0" fmla="*/ 9207 w 16571"/>
                <a:gd name="connsiteY0" fmla="*/ 44712 h 44711"/>
                <a:gd name="connsiteX1" fmla="*/ 16571 w 16571"/>
                <a:gd name="connsiteY1" fmla="*/ 37347 h 44711"/>
                <a:gd name="connsiteX2" fmla="*/ 16571 w 16571"/>
                <a:gd name="connsiteY2" fmla="*/ 7364 h 44711"/>
                <a:gd name="connsiteX3" fmla="*/ 9207 w 16571"/>
                <a:gd name="connsiteY3" fmla="*/ 0 h 44711"/>
                <a:gd name="connsiteX4" fmla="*/ 9207 w 16571"/>
                <a:gd name="connsiteY4" fmla="*/ 44712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extrusionOk="0">
                  <a:moveTo>
                    <a:pt x="9207" y="44712"/>
                  </a:moveTo>
                  <a:lnTo>
                    <a:pt x="16571" y="37347"/>
                  </a:lnTo>
                  <a:cubicBezTo>
                    <a:pt x="8501" y="28982"/>
                    <a:pt x="8501" y="15730"/>
                    <a:pt x="16571" y="7364"/>
                  </a:cubicBezTo>
                  <a:lnTo>
                    <a:pt x="9207" y="0"/>
                  </a:lnTo>
                  <a:cubicBezTo>
                    <a:pt x="-3069" y="12376"/>
                    <a:pt x="-3069" y="32336"/>
                    <a:pt x="9207" y="44712"/>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26" name="Freeform: Shape 25"/>
            <p:cNvSpPr/>
            <p:nvPr/>
          </p:nvSpPr>
          <p:spPr bwMode="auto">
            <a:xfrm>
              <a:off x="6946927" y="1930597"/>
              <a:ext cx="22879" cy="74168"/>
            </a:xfrm>
            <a:custGeom>
              <a:avLst/>
              <a:gdLst>
                <a:gd name="connsiteX0" fmla="*/ 15516 w 22879"/>
                <a:gd name="connsiteY0" fmla="*/ 74169 h 74168"/>
                <a:gd name="connsiteX1" fmla="*/ 22880 w 22879"/>
                <a:gd name="connsiteY1" fmla="*/ 66805 h 74168"/>
                <a:gd name="connsiteX2" fmla="*/ 22691 w 22879"/>
                <a:gd name="connsiteY2" fmla="*/ 7553 h 74168"/>
                <a:gd name="connsiteX3" fmla="*/ 22880 w 22879"/>
                <a:gd name="connsiteY3" fmla="*/ 7364 h 74168"/>
                <a:gd name="connsiteX4" fmla="*/ 15516 w 22879"/>
                <a:gd name="connsiteY4" fmla="*/ 0 h 74168"/>
                <a:gd name="connsiteX5" fmla="*/ 14992 w 22879"/>
                <a:gd name="connsiteY5" fmla="*/ 73645 h 74168"/>
                <a:gd name="connsiteX6" fmla="*/ 15516 w 22879"/>
                <a:gd name="connsiteY6" fmla="*/ 74169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extrusionOk="0">
                  <a:moveTo>
                    <a:pt x="15516" y="74169"/>
                  </a:moveTo>
                  <a:lnTo>
                    <a:pt x="22880" y="66805"/>
                  </a:lnTo>
                  <a:cubicBezTo>
                    <a:pt x="6466" y="50495"/>
                    <a:pt x="6382" y="23967"/>
                    <a:pt x="22691" y="7553"/>
                  </a:cubicBezTo>
                  <a:cubicBezTo>
                    <a:pt x="22754" y="7490"/>
                    <a:pt x="22817" y="7427"/>
                    <a:pt x="22880" y="7364"/>
                  </a:cubicBezTo>
                  <a:lnTo>
                    <a:pt x="15516" y="0"/>
                  </a:lnTo>
                  <a:cubicBezTo>
                    <a:pt x="-4965" y="20192"/>
                    <a:pt x="-5200" y="53164"/>
                    <a:pt x="14992" y="73645"/>
                  </a:cubicBezTo>
                  <a:cubicBezTo>
                    <a:pt x="15165" y="73821"/>
                    <a:pt x="15340" y="73995"/>
                    <a:pt x="15516" y="74169"/>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27" name="Freeform: Shape 26"/>
            <p:cNvSpPr/>
            <p:nvPr/>
          </p:nvSpPr>
          <p:spPr bwMode="auto">
            <a:xfrm>
              <a:off x="6925879" y="1915605"/>
              <a:ext cx="28936" cy="104152"/>
            </a:xfrm>
            <a:custGeom>
              <a:avLst/>
              <a:gdLst>
                <a:gd name="connsiteX0" fmla="*/ 28936 w 28936"/>
                <a:gd name="connsiteY0" fmla="*/ 96788 h 104152"/>
                <a:gd name="connsiteX1" fmla="*/ 28936 w 28936"/>
                <a:gd name="connsiteY1" fmla="*/ 7364 h 104152"/>
                <a:gd name="connsiteX2" fmla="*/ 21572 w 28936"/>
                <a:gd name="connsiteY2" fmla="*/ 0 h 104152"/>
                <a:gd name="connsiteX3" fmla="*/ 21567 w 28936"/>
                <a:gd name="connsiteY3" fmla="*/ 104147 h 104152"/>
                <a:gd name="connsiteX4" fmla="*/ 21572 w 28936"/>
                <a:gd name="connsiteY4" fmla="*/ 104152 h 10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6" h="104152" extrusionOk="0">
                  <a:moveTo>
                    <a:pt x="28936" y="96788"/>
                  </a:moveTo>
                  <a:cubicBezTo>
                    <a:pt x="4385" y="72036"/>
                    <a:pt x="4385" y="32116"/>
                    <a:pt x="28936" y="7364"/>
                  </a:cubicBezTo>
                  <a:lnTo>
                    <a:pt x="21572" y="0"/>
                  </a:lnTo>
                  <a:cubicBezTo>
                    <a:pt x="-7189" y="28758"/>
                    <a:pt x="-7191" y="75386"/>
                    <a:pt x="21567" y="104147"/>
                  </a:cubicBezTo>
                  <a:cubicBezTo>
                    <a:pt x="21569" y="104149"/>
                    <a:pt x="21570" y="104150"/>
                    <a:pt x="21572" y="104152"/>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28" name="Freeform: Shape 27"/>
            <p:cNvSpPr/>
            <p:nvPr/>
          </p:nvSpPr>
          <p:spPr bwMode="auto">
            <a:xfrm>
              <a:off x="7014519" y="1945325"/>
              <a:ext cx="16571" cy="44711"/>
            </a:xfrm>
            <a:custGeom>
              <a:avLst/>
              <a:gdLst>
                <a:gd name="connsiteX0" fmla="*/ 7364 w 16571"/>
                <a:gd name="connsiteY0" fmla="*/ 44712 h 44711"/>
                <a:gd name="connsiteX1" fmla="*/ 7364 w 16571"/>
                <a:gd name="connsiteY1" fmla="*/ 0 h 44711"/>
                <a:gd name="connsiteX2" fmla="*/ 0 w 16571"/>
                <a:gd name="connsiteY2" fmla="*/ 7364 h 44711"/>
                <a:gd name="connsiteX3" fmla="*/ 6049 w 16571"/>
                <a:gd name="connsiteY3" fmla="*/ 22356 h 44711"/>
                <a:gd name="connsiteX4" fmla="*/ 0 w 16571"/>
                <a:gd name="connsiteY4" fmla="*/ 37347 h 44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44711" extrusionOk="0">
                  <a:moveTo>
                    <a:pt x="7364" y="44712"/>
                  </a:moveTo>
                  <a:cubicBezTo>
                    <a:pt x="19640" y="32336"/>
                    <a:pt x="19640" y="12376"/>
                    <a:pt x="7364" y="0"/>
                  </a:cubicBezTo>
                  <a:lnTo>
                    <a:pt x="0" y="7364"/>
                  </a:lnTo>
                  <a:cubicBezTo>
                    <a:pt x="3932" y="11357"/>
                    <a:pt x="6109" y="16752"/>
                    <a:pt x="6049" y="22356"/>
                  </a:cubicBezTo>
                  <a:cubicBezTo>
                    <a:pt x="6058" y="27949"/>
                    <a:pt x="3889" y="33327"/>
                    <a:pt x="0" y="37347"/>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29" name="Freeform: Shape 28"/>
            <p:cNvSpPr/>
            <p:nvPr/>
          </p:nvSpPr>
          <p:spPr bwMode="auto">
            <a:xfrm>
              <a:off x="7029248" y="1930597"/>
              <a:ext cx="22879" cy="74168"/>
            </a:xfrm>
            <a:custGeom>
              <a:avLst/>
              <a:gdLst>
                <a:gd name="connsiteX0" fmla="*/ 0 w 22879"/>
                <a:gd name="connsiteY0" fmla="*/ 66805 h 74168"/>
                <a:gd name="connsiteX1" fmla="*/ 7364 w 22879"/>
                <a:gd name="connsiteY1" fmla="*/ 74169 h 74168"/>
                <a:gd name="connsiteX2" fmla="*/ 7888 w 22879"/>
                <a:gd name="connsiteY2" fmla="*/ 524 h 74168"/>
                <a:gd name="connsiteX3" fmla="*/ 7364 w 22879"/>
                <a:gd name="connsiteY3" fmla="*/ 0 h 74168"/>
                <a:gd name="connsiteX4" fmla="*/ 0 w 22879"/>
                <a:gd name="connsiteY4" fmla="*/ 7364 h 74168"/>
                <a:gd name="connsiteX5" fmla="*/ 189 w 22879"/>
                <a:gd name="connsiteY5" fmla="*/ 66616 h 74168"/>
                <a:gd name="connsiteX6" fmla="*/ 0 w 22879"/>
                <a:gd name="connsiteY6" fmla="*/ 66805 h 7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79" h="74168" extrusionOk="0">
                  <a:moveTo>
                    <a:pt x="0" y="66805"/>
                  </a:moveTo>
                  <a:lnTo>
                    <a:pt x="7364" y="74169"/>
                  </a:lnTo>
                  <a:cubicBezTo>
                    <a:pt x="27845" y="53977"/>
                    <a:pt x="28080" y="21005"/>
                    <a:pt x="7888" y="524"/>
                  </a:cubicBezTo>
                  <a:cubicBezTo>
                    <a:pt x="7715" y="348"/>
                    <a:pt x="7540" y="174"/>
                    <a:pt x="7364" y="0"/>
                  </a:cubicBezTo>
                  <a:lnTo>
                    <a:pt x="0" y="7364"/>
                  </a:lnTo>
                  <a:cubicBezTo>
                    <a:pt x="16414" y="23674"/>
                    <a:pt x="16498" y="50202"/>
                    <a:pt x="189" y="66616"/>
                  </a:cubicBezTo>
                  <a:cubicBezTo>
                    <a:pt x="126" y="66679"/>
                    <a:pt x="63" y="66742"/>
                    <a:pt x="0" y="66805"/>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30" name="Freeform: Shape 29"/>
            <p:cNvSpPr/>
            <p:nvPr/>
          </p:nvSpPr>
          <p:spPr bwMode="auto">
            <a:xfrm>
              <a:off x="7044239" y="1915605"/>
              <a:ext cx="28936" cy="104152"/>
            </a:xfrm>
            <a:custGeom>
              <a:avLst/>
              <a:gdLst>
                <a:gd name="connsiteX0" fmla="*/ 0 w 28936"/>
                <a:gd name="connsiteY0" fmla="*/ 96788 h 104152"/>
                <a:gd name="connsiteX1" fmla="*/ 7364 w 28936"/>
                <a:gd name="connsiteY1" fmla="*/ 104152 h 104152"/>
                <a:gd name="connsiteX2" fmla="*/ 7370 w 28936"/>
                <a:gd name="connsiteY2" fmla="*/ 5 h 104152"/>
                <a:gd name="connsiteX3" fmla="*/ 7364 w 28936"/>
                <a:gd name="connsiteY3" fmla="*/ 0 h 104152"/>
                <a:gd name="connsiteX4" fmla="*/ 0 w 28936"/>
                <a:gd name="connsiteY4" fmla="*/ 7364 h 104152"/>
                <a:gd name="connsiteX5" fmla="*/ 0 w 28936"/>
                <a:gd name="connsiteY5" fmla="*/ 96788 h 1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6" h="104152" extrusionOk="0">
                  <a:moveTo>
                    <a:pt x="0" y="96788"/>
                  </a:moveTo>
                  <a:lnTo>
                    <a:pt x="7364" y="104152"/>
                  </a:lnTo>
                  <a:cubicBezTo>
                    <a:pt x="36125" y="75394"/>
                    <a:pt x="36127" y="28766"/>
                    <a:pt x="7370" y="5"/>
                  </a:cubicBezTo>
                  <a:cubicBezTo>
                    <a:pt x="7368" y="4"/>
                    <a:pt x="7366" y="2"/>
                    <a:pt x="7364" y="0"/>
                  </a:cubicBezTo>
                  <a:lnTo>
                    <a:pt x="0" y="7364"/>
                  </a:lnTo>
                  <a:cubicBezTo>
                    <a:pt x="24552" y="32116"/>
                    <a:pt x="24552" y="72036"/>
                    <a:pt x="0" y="96788"/>
                  </a:cubicBez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31" name="Freeform: Shape 30"/>
            <p:cNvSpPr/>
            <p:nvPr/>
          </p:nvSpPr>
          <p:spPr bwMode="auto">
            <a:xfrm>
              <a:off x="6919418" y="1957137"/>
              <a:ext cx="160332" cy="174926"/>
            </a:xfrm>
            <a:custGeom>
              <a:avLst/>
              <a:gdLst>
                <a:gd name="connsiteX0" fmla="*/ 160328 w 160332"/>
                <a:gd name="connsiteY0" fmla="*/ 168903 h 174926"/>
                <a:gd name="connsiteX1" fmla="*/ 160328 w 160332"/>
                <a:gd name="connsiteY1" fmla="*/ 168903 h 174926"/>
                <a:gd name="connsiteX2" fmla="*/ 159881 w 160332"/>
                <a:gd name="connsiteY2" fmla="*/ 167562 h 174926"/>
                <a:gd name="connsiteX3" fmla="*/ 159881 w 160332"/>
                <a:gd name="connsiteY3" fmla="*/ 167404 h 174926"/>
                <a:gd name="connsiteX4" fmla="*/ 84923 w 160332"/>
                <a:gd name="connsiteY4" fmla="*/ 21433 h 174926"/>
                <a:gd name="connsiteX5" fmla="*/ 84055 w 160332"/>
                <a:gd name="connsiteY5" fmla="*/ 20276 h 174926"/>
                <a:gd name="connsiteX6" fmla="*/ 89862 w 160332"/>
                <a:gd name="connsiteY6" fmla="*/ 6578 h 174926"/>
                <a:gd name="connsiteX7" fmla="*/ 76164 w 160332"/>
                <a:gd name="connsiteY7" fmla="*/ 770 h 174926"/>
                <a:gd name="connsiteX8" fmla="*/ 70357 w 160332"/>
                <a:gd name="connsiteY8" fmla="*/ 14468 h 174926"/>
                <a:gd name="connsiteX9" fmla="*/ 76164 w 160332"/>
                <a:gd name="connsiteY9" fmla="*/ 20276 h 174926"/>
                <a:gd name="connsiteX10" fmla="*/ 75454 w 160332"/>
                <a:gd name="connsiteY10" fmla="*/ 21302 h 174926"/>
                <a:gd name="connsiteX11" fmla="*/ 496 w 160332"/>
                <a:gd name="connsiteY11" fmla="*/ 167272 h 174926"/>
                <a:gd name="connsiteX12" fmla="*/ 496 w 160332"/>
                <a:gd name="connsiteY12" fmla="*/ 167430 h 174926"/>
                <a:gd name="connsiteX13" fmla="*/ 49 w 160332"/>
                <a:gd name="connsiteY13" fmla="*/ 168772 h 174926"/>
                <a:gd name="connsiteX14" fmla="*/ 49 w 160332"/>
                <a:gd name="connsiteY14" fmla="*/ 168772 h 174926"/>
                <a:gd name="connsiteX15" fmla="*/ 49 w 160332"/>
                <a:gd name="connsiteY15" fmla="*/ 170087 h 174926"/>
                <a:gd name="connsiteX16" fmla="*/ 49 w 160332"/>
                <a:gd name="connsiteY16" fmla="*/ 170402 h 174926"/>
                <a:gd name="connsiteX17" fmla="*/ 417 w 160332"/>
                <a:gd name="connsiteY17" fmla="*/ 171638 h 174926"/>
                <a:gd name="connsiteX18" fmla="*/ 417 w 160332"/>
                <a:gd name="connsiteY18" fmla="*/ 171638 h 174926"/>
                <a:gd name="connsiteX19" fmla="*/ 786 w 160332"/>
                <a:gd name="connsiteY19" fmla="*/ 172217 h 174926"/>
                <a:gd name="connsiteX20" fmla="*/ 1312 w 160332"/>
                <a:gd name="connsiteY20" fmla="*/ 172980 h 174926"/>
                <a:gd name="connsiteX21" fmla="*/ 1312 w 160332"/>
                <a:gd name="connsiteY21" fmla="*/ 172980 h 174926"/>
                <a:gd name="connsiteX22" fmla="*/ 1732 w 160332"/>
                <a:gd name="connsiteY22" fmla="*/ 173295 h 174926"/>
                <a:gd name="connsiteX23" fmla="*/ 2469 w 160332"/>
                <a:gd name="connsiteY23" fmla="*/ 173874 h 174926"/>
                <a:gd name="connsiteX24" fmla="*/ 3100 w 160332"/>
                <a:gd name="connsiteY24" fmla="*/ 174163 h 174926"/>
                <a:gd name="connsiteX25" fmla="*/ 3889 w 160332"/>
                <a:gd name="connsiteY25" fmla="*/ 174453 h 174926"/>
                <a:gd name="connsiteX26" fmla="*/ 4573 w 160332"/>
                <a:gd name="connsiteY26" fmla="*/ 174453 h 174926"/>
                <a:gd name="connsiteX27" fmla="*/ 5152 w 160332"/>
                <a:gd name="connsiteY27" fmla="*/ 174926 h 174926"/>
                <a:gd name="connsiteX28" fmla="*/ 5520 w 160332"/>
                <a:gd name="connsiteY28" fmla="*/ 174926 h 174926"/>
                <a:gd name="connsiteX29" fmla="*/ 5862 w 160332"/>
                <a:gd name="connsiteY29" fmla="*/ 174926 h 174926"/>
                <a:gd name="connsiteX30" fmla="*/ 7256 w 160332"/>
                <a:gd name="connsiteY30" fmla="*/ 174558 h 174926"/>
                <a:gd name="connsiteX31" fmla="*/ 80162 w 160332"/>
                <a:gd name="connsiteY31" fmla="*/ 142497 h 174926"/>
                <a:gd name="connsiteX32" fmla="*/ 152963 w 160332"/>
                <a:gd name="connsiteY32" fmla="*/ 174479 h 174926"/>
                <a:gd name="connsiteX33" fmla="*/ 155067 w 160332"/>
                <a:gd name="connsiteY33" fmla="*/ 174926 h 174926"/>
                <a:gd name="connsiteX34" fmla="*/ 155067 w 160332"/>
                <a:gd name="connsiteY34" fmla="*/ 174926 h 174926"/>
                <a:gd name="connsiteX35" fmla="*/ 156356 w 160332"/>
                <a:gd name="connsiteY35" fmla="*/ 174742 h 174926"/>
                <a:gd name="connsiteX36" fmla="*/ 156724 w 160332"/>
                <a:gd name="connsiteY36" fmla="*/ 174742 h 174926"/>
                <a:gd name="connsiteX37" fmla="*/ 157698 w 160332"/>
                <a:gd name="connsiteY37" fmla="*/ 174295 h 174926"/>
                <a:gd name="connsiteX38" fmla="*/ 157934 w 160332"/>
                <a:gd name="connsiteY38" fmla="*/ 174137 h 174926"/>
                <a:gd name="connsiteX39" fmla="*/ 158881 w 160332"/>
                <a:gd name="connsiteY39" fmla="*/ 173374 h 174926"/>
                <a:gd name="connsiteX40" fmla="*/ 158881 w 160332"/>
                <a:gd name="connsiteY40" fmla="*/ 173374 h 174926"/>
                <a:gd name="connsiteX41" fmla="*/ 159433 w 160332"/>
                <a:gd name="connsiteY41" fmla="*/ 172559 h 174926"/>
                <a:gd name="connsiteX42" fmla="*/ 159749 w 160332"/>
                <a:gd name="connsiteY42" fmla="*/ 172033 h 174926"/>
                <a:gd name="connsiteX43" fmla="*/ 159749 w 160332"/>
                <a:gd name="connsiteY43" fmla="*/ 172033 h 174926"/>
                <a:gd name="connsiteX44" fmla="*/ 160117 w 160332"/>
                <a:gd name="connsiteY44" fmla="*/ 170770 h 174926"/>
                <a:gd name="connsiteX45" fmla="*/ 160117 w 160332"/>
                <a:gd name="connsiteY45" fmla="*/ 170481 h 174926"/>
                <a:gd name="connsiteX46" fmla="*/ 160328 w 160332"/>
                <a:gd name="connsiteY46" fmla="*/ 168903 h 174926"/>
                <a:gd name="connsiteX47" fmla="*/ 115616 w 160332"/>
                <a:gd name="connsiteY47" fmla="*/ 104334 h 174926"/>
                <a:gd name="connsiteX48" fmla="*/ 89052 w 160332"/>
                <a:gd name="connsiteY48" fmla="*/ 86370 h 174926"/>
                <a:gd name="connsiteX49" fmla="*/ 101860 w 160332"/>
                <a:gd name="connsiteY49" fmla="*/ 77612 h 174926"/>
                <a:gd name="connsiteX50" fmla="*/ 80109 w 160332"/>
                <a:gd name="connsiteY50" fmla="*/ 35215 h 174926"/>
                <a:gd name="connsiteX51" fmla="*/ 97021 w 160332"/>
                <a:gd name="connsiteY51" fmla="*/ 68117 h 174926"/>
                <a:gd name="connsiteX52" fmla="*/ 79715 w 160332"/>
                <a:gd name="connsiteY52" fmla="*/ 80032 h 174926"/>
                <a:gd name="connsiteX53" fmla="*/ 63934 w 160332"/>
                <a:gd name="connsiteY53" fmla="*/ 69511 h 174926"/>
                <a:gd name="connsiteX54" fmla="*/ 62830 w 160332"/>
                <a:gd name="connsiteY54" fmla="*/ 68933 h 174926"/>
                <a:gd name="connsiteX55" fmla="*/ 58069 w 160332"/>
                <a:gd name="connsiteY55" fmla="*/ 78112 h 174926"/>
                <a:gd name="connsiteX56" fmla="*/ 70404 w 160332"/>
                <a:gd name="connsiteY56" fmla="*/ 86449 h 174926"/>
                <a:gd name="connsiteX57" fmla="*/ 44603 w 160332"/>
                <a:gd name="connsiteY57" fmla="*/ 104150 h 174926"/>
                <a:gd name="connsiteX58" fmla="*/ 16592 w 160332"/>
                <a:gd name="connsiteY58" fmla="*/ 158909 h 174926"/>
                <a:gd name="connsiteX59" fmla="*/ 35161 w 160332"/>
                <a:gd name="connsiteY59" fmla="*/ 122718 h 174926"/>
                <a:gd name="connsiteX60" fmla="*/ 67064 w 160332"/>
                <a:gd name="connsiteY60" fmla="*/ 136737 h 174926"/>
                <a:gd name="connsiteX61" fmla="*/ 46023 w 160332"/>
                <a:gd name="connsiteY61" fmla="*/ 116012 h 174926"/>
                <a:gd name="connsiteX62" fmla="*/ 79768 w 160332"/>
                <a:gd name="connsiteY62" fmla="*/ 92788 h 174926"/>
                <a:gd name="connsiteX63" fmla="*/ 114169 w 160332"/>
                <a:gd name="connsiteY63" fmla="*/ 116064 h 174926"/>
                <a:gd name="connsiteX64" fmla="*/ 80162 w 160332"/>
                <a:gd name="connsiteY64" fmla="*/ 131003 h 174926"/>
                <a:gd name="connsiteX65" fmla="*/ 135447 w 160332"/>
                <a:gd name="connsiteY65" fmla="*/ 155305 h 174926"/>
                <a:gd name="connsiteX66" fmla="*/ 93234 w 160332"/>
                <a:gd name="connsiteY66" fmla="*/ 136763 h 174926"/>
                <a:gd name="connsiteX67" fmla="*/ 125084 w 160332"/>
                <a:gd name="connsiteY67" fmla="*/ 122771 h 174926"/>
                <a:gd name="connsiteX68" fmla="*/ 143627 w 160332"/>
                <a:gd name="connsiteY68" fmla="*/ 158882 h 174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0332" h="174926" extrusionOk="0">
                  <a:moveTo>
                    <a:pt x="160328" y="168903"/>
                  </a:moveTo>
                  <a:lnTo>
                    <a:pt x="160328" y="168903"/>
                  </a:lnTo>
                  <a:cubicBezTo>
                    <a:pt x="160247" y="168436"/>
                    <a:pt x="160096" y="167984"/>
                    <a:pt x="159881" y="167562"/>
                  </a:cubicBezTo>
                  <a:cubicBezTo>
                    <a:pt x="159881" y="167562"/>
                    <a:pt x="159881" y="167562"/>
                    <a:pt x="159881" y="167404"/>
                  </a:cubicBezTo>
                  <a:lnTo>
                    <a:pt x="84923" y="21433"/>
                  </a:lnTo>
                  <a:cubicBezTo>
                    <a:pt x="84694" y="21005"/>
                    <a:pt x="84402" y="20615"/>
                    <a:pt x="84055" y="20276"/>
                  </a:cubicBezTo>
                  <a:cubicBezTo>
                    <a:pt x="89441" y="18097"/>
                    <a:pt x="92041" y="11964"/>
                    <a:pt x="89862" y="6578"/>
                  </a:cubicBezTo>
                  <a:cubicBezTo>
                    <a:pt x="87683" y="1192"/>
                    <a:pt x="81551" y="-1408"/>
                    <a:pt x="76164" y="770"/>
                  </a:cubicBezTo>
                  <a:cubicBezTo>
                    <a:pt x="70778" y="2949"/>
                    <a:pt x="68178" y="9082"/>
                    <a:pt x="70357" y="14468"/>
                  </a:cubicBezTo>
                  <a:cubicBezTo>
                    <a:pt x="71426" y="17111"/>
                    <a:pt x="73522" y="19207"/>
                    <a:pt x="76164" y="20276"/>
                  </a:cubicBezTo>
                  <a:cubicBezTo>
                    <a:pt x="75883" y="20585"/>
                    <a:pt x="75645" y="20930"/>
                    <a:pt x="75454" y="21302"/>
                  </a:cubicBezTo>
                  <a:lnTo>
                    <a:pt x="496" y="167272"/>
                  </a:lnTo>
                  <a:cubicBezTo>
                    <a:pt x="496" y="167272"/>
                    <a:pt x="496" y="167272"/>
                    <a:pt x="496" y="167430"/>
                  </a:cubicBezTo>
                  <a:cubicBezTo>
                    <a:pt x="281" y="167852"/>
                    <a:pt x="130" y="168305"/>
                    <a:pt x="49" y="168772"/>
                  </a:cubicBezTo>
                  <a:lnTo>
                    <a:pt x="49" y="168772"/>
                  </a:lnTo>
                  <a:cubicBezTo>
                    <a:pt x="-16" y="169207"/>
                    <a:pt x="-16" y="169651"/>
                    <a:pt x="49" y="170087"/>
                  </a:cubicBezTo>
                  <a:cubicBezTo>
                    <a:pt x="49" y="170087"/>
                    <a:pt x="49" y="170297"/>
                    <a:pt x="49" y="170402"/>
                  </a:cubicBezTo>
                  <a:cubicBezTo>
                    <a:pt x="121" y="170828"/>
                    <a:pt x="244" y="171243"/>
                    <a:pt x="417" y="171638"/>
                  </a:cubicBezTo>
                  <a:cubicBezTo>
                    <a:pt x="417" y="171638"/>
                    <a:pt x="417" y="171638"/>
                    <a:pt x="417" y="171638"/>
                  </a:cubicBezTo>
                  <a:cubicBezTo>
                    <a:pt x="417" y="171638"/>
                    <a:pt x="680" y="172007"/>
                    <a:pt x="786" y="172217"/>
                  </a:cubicBezTo>
                  <a:cubicBezTo>
                    <a:pt x="946" y="172481"/>
                    <a:pt x="1121" y="172736"/>
                    <a:pt x="1312" y="172980"/>
                  </a:cubicBezTo>
                  <a:lnTo>
                    <a:pt x="1312" y="172980"/>
                  </a:lnTo>
                  <a:cubicBezTo>
                    <a:pt x="1445" y="173093"/>
                    <a:pt x="1586" y="173199"/>
                    <a:pt x="1732" y="173295"/>
                  </a:cubicBezTo>
                  <a:cubicBezTo>
                    <a:pt x="1960" y="173510"/>
                    <a:pt x="2206" y="173704"/>
                    <a:pt x="2469" y="173874"/>
                  </a:cubicBezTo>
                  <a:cubicBezTo>
                    <a:pt x="2674" y="173981"/>
                    <a:pt x="2885" y="174078"/>
                    <a:pt x="3100" y="174163"/>
                  </a:cubicBezTo>
                  <a:lnTo>
                    <a:pt x="3889" y="174453"/>
                  </a:lnTo>
                  <a:lnTo>
                    <a:pt x="4573" y="174453"/>
                  </a:lnTo>
                  <a:lnTo>
                    <a:pt x="5152" y="174926"/>
                  </a:lnTo>
                  <a:lnTo>
                    <a:pt x="5520" y="174926"/>
                  </a:lnTo>
                  <a:lnTo>
                    <a:pt x="5862" y="174926"/>
                  </a:lnTo>
                  <a:cubicBezTo>
                    <a:pt x="6343" y="174881"/>
                    <a:pt x="6815" y="174756"/>
                    <a:pt x="7256" y="174558"/>
                  </a:cubicBezTo>
                  <a:lnTo>
                    <a:pt x="80162" y="142497"/>
                  </a:lnTo>
                  <a:lnTo>
                    <a:pt x="152963" y="174479"/>
                  </a:lnTo>
                  <a:cubicBezTo>
                    <a:pt x="153624" y="174780"/>
                    <a:pt x="154342" y="174932"/>
                    <a:pt x="155067" y="174926"/>
                  </a:cubicBezTo>
                  <a:lnTo>
                    <a:pt x="155067" y="174926"/>
                  </a:lnTo>
                  <a:cubicBezTo>
                    <a:pt x="155503" y="174918"/>
                    <a:pt x="155936" y="174856"/>
                    <a:pt x="156356" y="174742"/>
                  </a:cubicBezTo>
                  <a:lnTo>
                    <a:pt x="156724" y="174742"/>
                  </a:lnTo>
                  <a:cubicBezTo>
                    <a:pt x="157058" y="174615"/>
                    <a:pt x="157384" y="174466"/>
                    <a:pt x="157698" y="174295"/>
                  </a:cubicBezTo>
                  <a:lnTo>
                    <a:pt x="157934" y="174137"/>
                  </a:lnTo>
                  <a:cubicBezTo>
                    <a:pt x="158278" y="173920"/>
                    <a:pt x="158596" y="173664"/>
                    <a:pt x="158881" y="173374"/>
                  </a:cubicBezTo>
                  <a:lnTo>
                    <a:pt x="158881" y="173374"/>
                  </a:lnTo>
                  <a:cubicBezTo>
                    <a:pt x="159086" y="173117"/>
                    <a:pt x="159271" y="172845"/>
                    <a:pt x="159433" y="172559"/>
                  </a:cubicBezTo>
                  <a:cubicBezTo>
                    <a:pt x="159548" y="172390"/>
                    <a:pt x="159654" y="172214"/>
                    <a:pt x="159749" y="172033"/>
                  </a:cubicBezTo>
                  <a:cubicBezTo>
                    <a:pt x="159749" y="172033"/>
                    <a:pt x="159749" y="172033"/>
                    <a:pt x="159749" y="172033"/>
                  </a:cubicBezTo>
                  <a:cubicBezTo>
                    <a:pt x="159927" y="171630"/>
                    <a:pt x="160051" y="171206"/>
                    <a:pt x="160117" y="170770"/>
                  </a:cubicBezTo>
                  <a:cubicBezTo>
                    <a:pt x="160117" y="170770"/>
                    <a:pt x="160117" y="170586"/>
                    <a:pt x="160117" y="170481"/>
                  </a:cubicBezTo>
                  <a:cubicBezTo>
                    <a:pt x="160282" y="169972"/>
                    <a:pt x="160354" y="169437"/>
                    <a:pt x="160328" y="168903"/>
                  </a:cubicBezTo>
                  <a:close/>
                  <a:moveTo>
                    <a:pt x="115616" y="104334"/>
                  </a:moveTo>
                  <a:lnTo>
                    <a:pt x="89052" y="86370"/>
                  </a:lnTo>
                  <a:lnTo>
                    <a:pt x="101860" y="77612"/>
                  </a:lnTo>
                  <a:close/>
                  <a:moveTo>
                    <a:pt x="80109" y="35215"/>
                  </a:moveTo>
                  <a:lnTo>
                    <a:pt x="97021" y="68117"/>
                  </a:lnTo>
                  <a:lnTo>
                    <a:pt x="79715" y="80032"/>
                  </a:lnTo>
                  <a:lnTo>
                    <a:pt x="63934" y="69511"/>
                  </a:lnTo>
                  <a:cubicBezTo>
                    <a:pt x="63592" y="69273"/>
                    <a:pt x="63221" y="69078"/>
                    <a:pt x="62830" y="68933"/>
                  </a:cubicBezTo>
                  <a:close/>
                  <a:moveTo>
                    <a:pt x="58069" y="78112"/>
                  </a:moveTo>
                  <a:lnTo>
                    <a:pt x="70404" y="86449"/>
                  </a:lnTo>
                  <a:lnTo>
                    <a:pt x="44603" y="104150"/>
                  </a:lnTo>
                  <a:close/>
                  <a:moveTo>
                    <a:pt x="16592" y="158909"/>
                  </a:moveTo>
                  <a:lnTo>
                    <a:pt x="35161" y="122718"/>
                  </a:lnTo>
                  <a:lnTo>
                    <a:pt x="67064" y="136737"/>
                  </a:lnTo>
                  <a:close/>
                  <a:moveTo>
                    <a:pt x="46023" y="116012"/>
                  </a:moveTo>
                  <a:lnTo>
                    <a:pt x="79768" y="92788"/>
                  </a:lnTo>
                  <a:lnTo>
                    <a:pt x="114169" y="116064"/>
                  </a:lnTo>
                  <a:lnTo>
                    <a:pt x="80162" y="131003"/>
                  </a:lnTo>
                  <a:close/>
                  <a:moveTo>
                    <a:pt x="135447" y="155305"/>
                  </a:moveTo>
                  <a:lnTo>
                    <a:pt x="93234" y="136763"/>
                  </a:lnTo>
                  <a:lnTo>
                    <a:pt x="125084" y="122771"/>
                  </a:lnTo>
                  <a:lnTo>
                    <a:pt x="143627" y="158882"/>
                  </a:lnTo>
                  <a:close/>
                </a:path>
              </a:pathLst>
            </a:custGeom>
            <a:solidFill>
              <a:schemeClr val="tx1">
                <a:lumMod val="95000"/>
                <a:lumOff val="5000"/>
                <a:alpha val="50000"/>
              </a:schemeClr>
            </a:solidFill>
            <a:ln w="2580" cap="flat">
              <a:noFill/>
              <a:prstDash val="solid"/>
              <a:miter/>
            </a:ln>
          </p:spPr>
          <p:txBody>
            <a:bodyPr rtlCol="0" anchor="ctr"/>
            <a:lstStyle/>
            <a:p>
              <a:pPr>
                <a:defRPr/>
              </a:pPr>
              <a:endParaRPr lang="en-IN"/>
            </a:p>
          </p:txBody>
        </p:sp>
        <p:sp>
          <p:nvSpPr>
            <p:cNvPr id="32" name="Freeform: Shape 31"/>
            <p:cNvSpPr/>
            <p:nvPr/>
          </p:nvSpPr>
          <p:spPr bwMode="auto">
            <a:xfrm>
              <a:off x="3228267"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extrusionOk="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33" name="Freeform: Shape 32"/>
            <p:cNvSpPr/>
            <p:nvPr/>
          </p:nvSpPr>
          <p:spPr bwMode="auto">
            <a:xfrm>
              <a:off x="3396299" y="2567959"/>
              <a:ext cx="56010" cy="56010"/>
            </a:xfrm>
            <a:custGeom>
              <a:avLst/>
              <a:gdLst>
                <a:gd name="connsiteX0" fmla="*/ 56011 w 56010"/>
                <a:gd name="connsiteY0" fmla="*/ 28005 h 56010"/>
                <a:gd name="connsiteX1" fmla="*/ 28005 w 56010"/>
                <a:gd name="connsiteY1" fmla="*/ 56011 h 56010"/>
                <a:gd name="connsiteX2" fmla="*/ 0 w 56010"/>
                <a:gd name="connsiteY2" fmla="*/ 28005 h 56010"/>
                <a:gd name="connsiteX3" fmla="*/ 28005 w 56010"/>
                <a:gd name="connsiteY3" fmla="*/ 0 h 56010"/>
                <a:gd name="connsiteX4" fmla="*/ 56011 w 56010"/>
                <a:gd name="connsiteY4" fmla="*/ 28005 h 56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0" h="56010" extrusionOk="0">
                  <a:moveTo>
                    <a:pt x="56011" y="28005"/>
                  </a:moveTo>
                  <a:cubicBezTo>
                    <a:pt x="56011" y="43472"/>
                    <a:pt x="43472" y="56011"/>
                    <a:pt x="28005" y="56011"/>
                  </a:cubicBezTo>
                  <a:cubicBezTo>
                    <a:pt x="12538" y="56011"/>
                    <a:pt x="0" y="43472"/>
                    <a:pt x="0" y="28005"/>
                  </a:cubicBezTo>
                  <a:cubicBezTo>
                    <a:pt x="0" y="12538"/>
                    <a:pt x="12538" y="0"/>
                    <a:pt x="28005" y="0"/>
                  </a:cubicBezTo>
                  <a:cubicBezTo>
                    <a:pt x="43472" y="0"/>
                    <a:pt x="56011" y="12538"/>
                    <a:pt x="56011" y="28005"/>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34" name="Freeform: Shape 33"/>
            <p:cNvSpPr/>
            <p:nvPr/>
          </p:nvSpPr>
          <p:spPr bwMode="auto">
            <a:xfrm>
              <a:off x="3186259" y="2469940"/>
              <a:ext cx="308058" cy="126024"/>
            </a:xfrm>
            <a:custGeom>
              <a:avLst/>
              <a:gdLst>
                <a:gd name="connsiteX0" fmla="*/ 122523 w 308058"/>
                <a:gd name="connsiteY0" fmla="*/ 56011 h 126024"/>
                <a:gd name="connsiteX1" fmla="*/ 122523 w 308058"/>
                <a:gd name="connsiteY1" fmla="*/ 14003 h 126024"/>
                <a:gd name="connsiteX2" fmla="*/ 170482 w 308058"/>
                <a:gd name="connsiteY2" fmla="*/ 14003 h 126024"/>
                <a:gd name="connsiteX3" fmla="*/ 180284 w 308058"/>
                <a:gd name="connsiteY3" fmla="*/ 18203 h 126024"/>
                <a:gd name="connsiteX4" fmla="*/ 218092 w 308058"/>
                <a:gd name="connsiteY4" fmla="*/ 56011 h 126024"/>
                <a:gd name="connsiteX5" fmla="*/ 122523 w 308058"/>
                <a:gd name="connsiteY5" fmla="*/ 56011 h 126024"/>
                <a:gd name="connsiteX6" fmla="*/ 108521 w 308058"/>
                <a:gd name="connsiteY6" fmla="*/ 56011 h 126024"/>
                <a:gd name="connsiteX7" fmla="*/ 19954 w 308058"/>
                <a:gd name="connsiteY7" fmla="*/ 56011 h 126024"/>
                <a:gd name="connsiteX8" fmla="*/ 57761 w 308058"/>
                <a:gd name="connsiteY8" fmla="*/ 18203 h 126024"/>
                <a:gd name="connsiteX9" fmla="*/ 67563 w 308058"/>
                <a:gd name="connsiteY9" fmla="*/ 14003 h 126024"/>
                <a:gd name="connsiteX10" fmla="*/ 108521 w 308058"/>
                <a:gd name="connsiteY10" fmla="*/ 14003 h 126024"/>
                <a:gd name="connsiteX11" fmla="*/ 108521 w 308058"/>
                <a:gd name="connsiteY11" fmla="*/ 56011 h 126024"/>
                <a:gd name="connsiteX12" fmla="*/ 273052 w 308058"/>
                <a:gd name="connsiteY12" fmla="*/ 56011 h 126024"/>
                <a:gd name="connsiteX13" fmla="*/ 243996 w 308058"/>
                <a:gd name="connsiteY13" fmla="*/ 56011 h 126024"/>
                <a:gd name="connsiteX14" fmla="*/ 234195 w 308058"/>
                <a:gd name="connsiteY14" fmla="*/ 51810 h 126024"/>
                <a:gd name="connsiteX15" fmla="*/ 190086 w 308058"/>
                <a:gd name="connsiteY15" fmla="*/ 8052 h 126024"/>
                <a:gd name="connsiteX16" fmla="*/ 170132 w 308058"/>
                <a:gd name="connsiteY16" fmla="*/ 0 h 126024"/>
                <a:gd name="connsiteX17" fmla="*/ 67563 w 308058"/>
                <a:gd name="connsiteY17" fmla="*/ 0 h 126024"/>
                <a:gd name="connsiteX18" fmla="*/ 47609 w 308058"/>
                <a:gd name="connsiteY18" fmla="*/ 8052 h 126024"/>
                <a:gd name="connsiteX19" fmla="*/ 4201 w 308058"/>
                <a:gd name="connsiteY19" fmla="*/ 51810 h 126024"/>
                <a:gd name="connsiteX20" fmla="*/ 0 w 308058"/>
                <a:gd name="connsiteY20" fmla="*/ 61962 h 126024"/>
                <a:gd name="connsiteX21" fmla="*/ 0 w 308058"/>
                <a:gd name="connsiteY21" fmla="*/ 98019 h 126024"/>
                <a:gd name="connsiteX22" fmla="*/ 28005 w 308058"/>
                <a:gd name="connsiteY22" fmla="*/ 126024 h 126024"/>
                <a:gd name="connsiteX23" fmla="*/ 31506 w 308058"/>
                <a:gd name="connsiteY23" fmla="*/ 126024 h 126024"/>
                <a:gd name="connsiteX24" fmla="*/ 70013 w 308058"/>
                <a:gd name="connsiteY24" fmla="*/ 87517 h 126024"/>
                <a:gd name="connsiteX25" fmla="*/ 108521 w 308058"/>
                <a:gd name="connsiteY25" fmla="*/ 126024 h 126024"/>
                <a:gd name="connsiteX26" fmla="*/ 199538 w 308058"/>
                <a:gd name="connsiteY26" fmla="*/ 126024 h 126024"/>
                <a:gd name="connsiteX27" fmla="*/ 238045 w 308058"/>
                <a:gd name="connsiteY27" fmla="*/ 87517 h 126024"/>
                <a:gd name="connsiteX28" fmla="*/ 276553 w 308058"/>
                <a:gd name="connsiteY28" fmla="*/ 126024 h 126024"/>
                <a:gd name="connsiteX29" fmla="*/ 294056 w 308058"/>
                <a:gd name="connsiteY29" fmla="*/ 126024 h 126024"/>
                <a:gd name="connsiteX30" fmla="*/ 308059 w 308058"/>
                <a:gd name="connsiteY30" fmla="*/ 112021 h 126024"/>
                <a:gd name="connsiteX31" fmla="*/ 308059 w 308058"/>
                <a:gd name="connsiteY31" fmla="*/ 91017 h 126024"/>
                <a:gd name="connsiteX32" fmla="*/ 273052 w 308058"/>
                <a:gd name="connsiteY32" fmla="*/ 56011 h 12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8058" h="126024" extrusionOk="0">
                  <a:moveTo>
                    <a:pt x="122523" y="56011"/>
                  </a:moveTo>
                  <a:lnTo>
                    <a:pt x="122523" y="14003"/>
                  </a:lnTo>
                  <a:lnTo>
                    <a:pt x="170482" y="14003"/>
                  </a:lnTo>
                  <a:cubicBezTo>
                    <a:pt x="174333" y="14003"/>
                    <a:pt x="177834" y="15403"/>
                    <a:pt x="180284" y="18203"/>
                  </a:cubicBezTo>
                  <a:lnTo>
                    <a:pt x="218092" y="56011"/>
                  </a:lnTo>
                  <a:lnTo>
                    <a:pt x="122523" y="56011"/>
                  </a:lnTo>
                  <a:close/>
                  <a:moveTo>
                    <a:pt x="108521" y="56011"/>
                  </a:moveTo>
                  <a:lnTo>
                    <a:pt x="19954" y="56011"/>
                  </a:lnTo>
                  <a:lnTo>
                    <a:pt x="57761" y="18203"/>
                  </a:lnTo>
                  <a:cubicBezTo>
                    <a:pt x="60562" y="15403"/>
                    <a:pt x="64062" y="14003"/>
                    <a:pt x="67563" y="14003"/>
                  </a:cubicBezTo>
                  <a:lnTo>
                    <a:pt x="108521" y="14003"/>
                  </a:lnTo>
                  <a:lnTo>
                    <a:pt x="108521" y="56011"/>
                  </a:lnTo>
                  <a:close/>
                  <a:moveTo>
                    <a:pt x="273052" y="56011"/>
                  </a:moveTo>
                  <a:lnTo>
                    <a:pt x="243996" y="56011"/>
                  </a:lnTo>
                  <a:cubicBezTo>
                    <a:pt x="240146" y="56011"/>
                    <a:pt x="236645" y="54610"/>
                    <a:pt x="234195" y="51810"/>
                  </a:cubicBezTo>
                  <a:lnTo>
                    <a:pt x="190086" y="8052"/>
                  </a:lnTo>
                  <a:cubicBezTo>
                    <a:pt x="184835" y="2801"/>
                    <a:pt x="177834" y="0"/>
                    <a:pt x="170132" y="0"/>
                  </a:cubicBezTo>
                  <a:lnTo>
                    <a:pt x="67563" y="0"/>
                  </a:lnTo>
                  <a:cubicBezTo>
                    <a:pt x="60211" y="0"/>
                    <a:pt x="52860" y="2801"/>
                    <a:pt x="47609" y="8052"/>
                  </a:cubicBezTo>
                  <a:lnTo>
                    <a:pt x="4201" y="51810"/>
                  </a:lnTo>
                  <a:cubicBezTo>
                    <a:pt x="1400" y="54610"/>
                    <a:pt x="0" y="58111"/>
                    <a:pt x="0" y="61962"/>
                  </a:cubicBezTo>
                  <a:lnTo>
                    <a:pt x="0" y="98019"/>
                  </a:lnTo>
                  <a:cubicBezTo>
                    <a:pt x="0" y="113422"/>
                    <a:pt x="12602" y="126024"/>
                    <a:pt x="28005" y="126024"/>
                  </a:cubicBezTo>
                  <a:lnTo>
                    <a:pt x="31506" y="126024"/>
                  </a:lnTo>
                  <a:cubicBezTo>
                    <a:pt x="31506" y="104670"/>
                    <a:pt x="48659" y="87517"/>
                    <a:pt x="70013" y="87517"/>
                  </a:cubicBezTo>
                  <a:cubicBezTo>
                    <a:pt x="91367" y="87517"/>
                    <a:pt x="108521" y="104670"/>
                    <a:pt x="108521" y="126024"/>
                  </a:cubicBezTo>
                  <a:lnTo>
                    <a:pt x="199538" y="126024"/>
                  </a:lnTo>
                  <a:cubicBezTo>
                    <a:pt x="199538" y="104670"/>
                    <a:pt x="216691" y="87517"/>
                    <a:pt x="238045" y="87517"/>
                  </a:cubicBezTo>
                  <a:cubicBezTo>
                    <a:pt x="259399" y="87517"/>
                    <a:pt x="276553" y="104670"/>
                    <a:pt x="276553" y="126024"/>
                  </a:cubicBezTo>
                  <a:lnTo>
                    <a:pt x="294056" y="126024"/>
                  </a:lnTo>
                  <a:cubicBezTo>
                    <a:pt x="301757" y="126024"/>
                    <a:pt x="308059" y="119723"/>
                    <a:pt x="308059" y="112021"/>
                  </a:cubicBezTo>
                  <a:lnTo>
                    <a:pt x="308059" y="91017"/>
                  </a:lnTo>
                  <a:cubicBezTo>
                    <a:pt x="308059" y="71764"/>
                    <a:pt x="292306" y="56011"/>
                    <a:pt x="273052" y="56011"/>
                  </a:cubicBezTo>
                  <a:close/>
                </a:path>
              </a:pathLst>
            </a:custGeom>
            <a:solidFill>
              <a:schemeClr val="tx1">
                <a:lumMod val="95000"/>
                <a:lumOff val="5000"/>
                <a:alpha val="50000"/>
              </a:schemeClr>
            </a:solidFill>
            <a:ln w="3473" cap="flat">
              <a:noFill/>
              <a:prstDash val="solid"/>
              <a:miter/>
            </a:ln>
          </p:spPr>
          <p:txBody>
            <a:bodyPr rtlCol="0" anchor="ctr"/>
            <a:lstStyle/>
            <a:p>
              <a:pPr>
                <a:defRPr/>
              </a:pPr>
              <a:endParaRPr lang="en-IN"/>
            </a:p>
          </p:txBody>
        </p:sp>
        <p:sp>
          <p:nvSpPr>
            <p:cNvPr id="35" name="Graphic 27" descr="Network"/>
            <p:cNvSpPr/>
            <p:nvPr/>
          </p:nvSpPr>
          <p:spPr bwMode="auto">
            <a:xfrm>
              <a:off x="10668184" y="2363528"/>
              <a:ext cx="179875" cy="168864"/>
            </a:xfrm>
            <a:custGeom>
              <a:avLst/>
              <a:gdLst>
                <a:gd name="connsiteX0" fmla="*/ 178421 w 179875"/>
                <a:gd name="connsiteY0" fmla="*/ 59058 h 168864"/>
                <a:gd name="connsiteX1" fmla="*/ 153315 w 179875"/>
                <a:gd name="connsiteY1" fmla="*/ 48776 h 168864"/>
                <a:gd name="connsiteX2" fmla="*/ 141600 w 179875"/>
                <a:gd name="connsiteY2" fmla="*/ 69100 h 168864"/>
                <a:gd name="connsiteX3" fmla="*/ 110756 w 179875"/>
                <a:gd name="connsiteY3" fmla="*/ 82011 h 168864"/>
                <a:gd name="connsiteX4" fmla="*/ 94736 w 179875"/>
                <a:gd name="connsiteY4" fmla="*/ 70774 h 168864"/>
                <a:gd name="connsiteX5" fmla="*/ 94736 w 179875"/>
                <a:gd name="connsiteY5" fmla="*/ 37539 h 168864"/>
                <a:gd name="connsiteX6" fmla="*/ 109082 w 179875"/>
                <a:gd name="connsiteY6" fmla="*/ 19128 h 168864"/>
                <a:gd name="connsiteX7" fmla="*/ 89954 w 179875"/>
                <a:gd name="connsiteY7" fmla="*/ 0 h 168864"/>
                <a:gd name="connsiteX8" fmla="*/ 89954 w 179875"/>
                <a:gd name="connsiteY8" fmla="*/ 0 h 168864"/>
                <a:gd name="connsiteX9" fmla="*/ 70826 w 179875"/>
                <a:gd name="connsiteY9" fmla="*/ 19128 h 168864"/>
                <a:gd name="connsiteX10" fmla="*/ 85172 w 179875"/>
                <a:gd name="connsiteY10" fmla="*/ 37539 h 168864"/>
                <a:gd name="connsiteX11" fmla="*/ 85172 w 179875"/>
                <a:gd name="connsiteY11" fmla="*/ 70535 h 168864"/>
                <a:gd name="connsiteX12" fmla="*/ 69152 w 179875"/>
                <a:gd name="connsiteY12" fmla="*/ 81772 h 168864"/>
                <a:gd name="connsiteX13" fmla="*/ 38308 w 179875"/>
                <a:gd name="connsiteY13" fmla="*/ 68861 h 168864"/>
                <a:gd name="connsiteX14" fmla="*/ 26592 w 179875"/>
                <a:gd name="connsiteY14" fmla="*/ 48537 h 168864"/>
                <a:gd name="connsiteX15" fmla="*/ 1487 w 179875"/>
                <a:gd name="connsiteY15" fmla="*/ 58819 h 168864"/>
                <a:gd name="connsiteX16" fmla="*/ 11768 w 179875"/>
                <a:gd name="connsiteY16" fmla="*/ 83924 h 168864"/>
                <a:gd name="connsiteX17" fmla="*/ 34244 w 179875"/>
                <a:gd name="connsiteY17" fmla="*/ 77708 h 168864"/>
                <a:gd name="connsiteX18" fmla="*/ 65805 w 179875"/>
                <a:gd name="connsiteY18" fmla="*/ 90619 h 168864"/>
                <a:gd name="connsiteX19" fmla="*/ 65566 w 179875"/>
                <a:gd name="connsiteY19" fmla="*/ 93727 h 168864"/>
                <a:gd name="connsiteX20" fmla="*/ 70348 w 179875"/>
                <a:gd name="connsiteY20" fmla="*/ 108073 h 168864"/>
                <a:gd name="connsiteX21" fmla="*/ 45481 w 179875"/>
                <a:gd name="connsiteY21" fmla="*/ 133179 h 168864"/>
                <a:gd name="connsiteX22" fmla="*/ 22289 w 179875"/>
                <a:gd name="connsiteY22" fmla="*/ 136048 h 168864"/>
                <a:gd name="connsiteX23" fmla="*/ 22289 w 179875"/>
                <a:gd name="connsiteY23" fmla="*/ 163066 h 168864"/>
                <a:gd name="connsiteX24" fmla="*/ 49307 w 179875"/>
                <a:gd name="connsiteY24" fmla="*/ 163066 h 168864"/>
                <a:gd name="connsiteX25" fmla="*/ 52176 w 179875"/>
                <a:gd name="connsiteY25" fmla="*/ 139874 h 168864"/>
                <a:gd name="connsiteX26" fmla="*/ 77521 w 179875"/>
                <a:gd name="connsiteY26" fmla="*/ 114529 h 168864"/>
                <a:gd name="connsiteX27" fmla="*/ 89476 w 179875"/>
                <a:gd name="connsiteY27" fmla="*/ 117876 h 168864"/>
                <a:gd name="connsiteX28" fmla="*/ 89954 w 179875"/>
                <a:gd name="connsiteY28" fmla="*/ 117876 h 168864"/>
                <a:gd name="connsiteX29" fmla="*/ 90432 w 179875"/>
                <a:gd name="connsiteY29" fmla="*/ 117876 h 168864"/>
                <a:gd name="connsiteX30" fmla="*/ 102387 w 179875"/>
                <a:gd name="connsiteY30" fmla="*/ 114529 h 168864"/>
                <a:gd name="connsiteX31" fmla="*/ 127732 w 179875"/>
                <a:gd name="connsiteY31" fmla="*/ 139874 h 168864"/>
                <a:gd name="connsiteX32" fmla="*/ 130601 w 179875"/>
                <a:gd name="connsiteY32" fmla="*/ 163305 h 168864"/>
                <a:gd name="connsiteX33" fmla="*/ 157619 w 179875"/>
                <a:gd name="connsiteY33" fmla="*/ 163305 h 168864"/>
                <a:gd name="connsiteX34" fmla="*/ 157619 w 179875"/>
                <a:gd name="connsiteY34" fmla="*/ 136287 h 168864"/>
                <a:gd name="connsiteX35" fmla="*/ 134427 w 179875"/>
                <a:gd name="connsiteY35" fmla="*/ 133418 h 168864"/>
                <a:gd name="connsiteX36" fmla="*/ 109560 w 179875"/>
                <a:gd name="connsiteY36" fmla="*/ 108312 h 168864"/>
                <a:gd name="connsiteX37" fmla="*/ 114342 w 179875"/>
                <a:gd name="connsiteY37" fmla="*/ 93966 h 168864"/>
                <a:gd name="connsiteX38" fmla="*/ 114103 w 179875"/>
                <a:gd name="connsiteY38" fmla="*/ 90858 h 168864"/>
                <a:gd name="connsiteX39" fmla="*/ 145664 w 179875"/>
                <a:gd name="connsiteY39" fmla="*/ 77947 h 168864"/>
                <a:gd name="connsiteX40" fmla="*/ 168140 w 179875"/>
                <a:gd name="connsiteY40" fmla="*/ 84163 h 168864"/>
                <a:gd name="connsiteX41" fmla="*/ 178421 w 179875"/>
                <a:gd name="connsiteY41" fmla="*/ 59058 h 168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9875" h="168864" extrusionOk="0">
                  <a:moveTo>
                    <a:pt x="178421" y="59058"/>
                  </a:moveTo>
                  <a:cubicBezTo>
                    <a:pt x="174356" y="49255"/>
                    <a:pt x="163119" y="44712"/>
                    <a:pt x="153315" y="48776"/>
                  </a:cubicBezTo>
                  <a:cubicBezTo>
                    <a:pt x="145186" y="52124"/>
                    <a:pt x="140404" y="60731"/>
                    <a:pt x="141600" y="69100"/>
                  </a:cubicBezTo>
                  <a:lnTo>
                    <a:pt x="110756" y="82011"/>
                  </a:lnTo>
                  <a:cubicBezTo>
                    <a:pt x="107408" y="76273"/>
                    <a:pt x="101431" y="71969"/>
                    <a:pt x="94736" y="70774"/>
                  </a:cubicBezTo>
                  <a:lnTo>
                    <a:pt x="94736" y="37539"/>
                  </a:lnTo>
                  <a:cubicBezTo>
                    <a:pt x="102865" y="35387"/>
                    <a:pt x="109082" y="27975"/>
                    <a:pt x="109082" y="19128"/>
                  </a:cubicBezTo>
                  <a:cubicBezTo>
                    <a:pt x="109082" y="8608"/>
                    <a:pt x="100474" y="0"/>
                    <a:pt x="89954" y="0"/>
                  </a:cubicBezTo>
                  <a:lnTo>
                    <a:pt x="89954" y="0"/>
                  </a:lnTo>
                  <a:cubicBezTo>
                    <a:pt x="79434" y="0"/>
                    <a:pt x="70826" y="8608"/>
                    <a:pt x="70826" y="19128"/>
                  </a:cubicBezTo>
                  <a:cubicBezTo>
                    <a:pt x="70826" y="27975"/>
                    <a:pt x="77043" y="35387"/>
                    <a:pt x="85172" y="37539"/>
                  </a:cubicBezTo>
                  <a:lnTo>
                    <a:pt x="85172" y="70535"/>
                  </a:lnTo>
                  <a:cubicBezTo>
                    <a:pt x="78238" y="71730"/>
                    <a:pt x="72500" y="76034"/>
                    <a:pt x="69152" y="81772"/>
                  </a:cubicBezTo>
                  <a:lnTo>
                    <a:pt x="38308" y="68861"/>
                  </a:lnTo>
                  <a:cubicBezTo>
                    <a:pt x="39504" y="60492"/>
                    <a:pt x="34961" y="51885"/>
                    <a:pt x="26592" y="48537"/>
                  </a:cubicBezTo>
                  <a:cubicBezTo>
                    <a:pt x="16789" y="44473"/>
                    <a:pt x="5552" y="49016"/>
                    <a:pt x="1487" y="58819"/>
                  </a:cubicBezTo>
                  <a:cubicBezTo>
                    <a:pt x="-2578" y="68622"/>
                    <a:pt x="1965" y="79859"/>
                    <a:pt x="11768" y="83924"/>
                  </a:cubicBezTo>
                  <a:cubicBezTo>
                    <a:pt x="19898" y="87272"/>
                    <a:pt x="29223" y="84641"/>
                    <a:pt x="34244" y="77708"/>
                  </a:cubicBezTo>
                  <a:lnTo>
                    <a:pt x="65805" y="90619"/>
                  </a:lnTo>
                  <a:cubicBezTo>
                    <a:pt x="65566" y="91575"/>
                    <a:pt x="65566" y="92771"/>
                    <a:pt x="65566" y="93727"/>
                  </a:cubicBezTo>
                  <a:cubicBezTo>
                    <a:pt x="65566" y="98987"/>
                    <a:pt x="67239" y="104009"/>
                    <a:pt x="70348" y="108073"/>
                  </a:cubicBezTo>
                  <a:lnTo>
                    <a:pt x="45481" y="133179"/>
                  </a:lnTo>
                  <a:cubicBezTo>
                    <a:pt x="38069" y="128875"/>
                    <a:pt x="28505" y="129831"/>
                    <a:pt x="22289" y="136048"/>
                  </a:cubicBezTo>
                  <a:cubicBezTo>
                    <a:pt x="14877" y="143460"/>
                    <a:pt x="14877" y="155654"/>
                    <a:pt x="22289" y="163066"/>
                  </a:cubicBezTo>
                  <a:cubicBezTo>
                    <a:pt x="29701" y="170478"/>
                    <a:pt x="41895" y="170478"/>
                    <a:pt x="49307" y="163066"/>
                  </a:cubicBezTo>
                  <a:cubicBezTo>
                    <a:pt x="55524" y="156850"/>
                    <a:pt x="56480" y="147286"/>
                    <a:pt x="52176" y="139874"/>
                  </a:cubicBezTo>
                  <a:lnTo>
                    <a:pt x="77521" y="114529"/>
                  </a:lnTo>
                  <a:cubicBezTo>
                    <a:pt x="81107" y="116681"/>
                    <a:pt x="85172" y="117876"/>
                    <a:pt x="89476" y="117876"/>
                  </a:cubicBezTo>
                  <a:cubicBezTo>
                    <a:pt x="89715" y="117876"/>
                    <a:pt x="89715" y="117876"/>
                    <a:pt x="89954" y="117876"/>
                  </a:cubicBezTo>
                  <a:cubicBezTo>
                    <a:pt x="90193" y="117876"/>
                    <a:pt x="90193" y="117876"/>
                    <a:pt x="90432" y="117876"/>
                  </a:cubicBezTo>
                  <a:cubicBezTo>
                    <a:pt x="94736" y="117876"/>
                    <a:pt x="98801" y="116681"/>
                    <a:pt x="102387" y="114529"/>
                  </a:cubicBezTo>
                  <a:lnTo>
                    <a:pt x="127732" y="139874"/>
                  </a:lnTo>
                  <a:cubicBezTo>
                    <a:pt x="123428" y="147286"/>
                    <a:pt x="124384" y="156850"/>
                    <a:pt x="130601" y="163305"/>
                  </a:cubicBezTo>
                  <a:cubicBezTo>
                    <a:pt x="138013" y="170717"/>
                    <a:pt x="150207" y="170717"/>
                    <a:pt x="157619" y="163305"/>
                  </a:cubicBezTo>
                  <a:cubicBezTo>
                    <a:pt x="165031" y="155893"/>
                    <a:pt x="165031" y="143699"/>
                    <a:pt x="157619" y="136287"/>
                  </a:cubicBezTo>
                  <a:cubicBezTo>
                    <a:pt x="151403" y="130070"/>
                    <a:pt x="141839" y="129114"/>
                    <a:pt x="134427" y="133418"/>
                  </a:cubicBezTo>
                  <a:lnTo>
                    <a:pt x="109560" y="108312"/>
                  </a:lnTo>
                  <a:cubicBezTo>
                    <a:pt x="112668" y="104248"/>
                    <a:pt x="114342" y="99466"/>
                    <a:pt x="114342" y="93966"/>
                  </a:cubicBezTo>
                  <a:cubicBezTo>
                    <a:pt x="114342" y="93010"/>
                    <a:pt x="114342" y="91814"/>
                    <a:pt x="114103" y="90858"/>
                  </a:cubicBezTo>
                  <a:lnTo>
                    <a:pt x="145664" y="77947"/>
                  </a:lnTo>
                  <a:cubicBezTo>
                    <a:pt x="150685" y="84641"/>
                    <a:pt x="160010" y="87511"/>
                    <a:pt x="168140" y="84163"/>
                  </a:cubicBezTo>
                  <a:cubicBezTo>
                    <a:pt x="177704" y="79859"/>
                    <a:pt x="182486" y="68861"/>
                    <a:pt x="178421" y="5905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36" name="Freeform: Shape 35"/>
            <p:cNvSpPr/>
            <p:nvPr/>
          </p:nvSpPr>
          <p:spPr bwMode="auto">
            <a:xfrm>
              <a:off x="3558777" y="2991760"/>
              <a:ext cx="27664" cy="63233"/>
            </a:xfrm>
            <a:custGeom>
              <a:avLst/>
              <a:gdLst>
                <a:gd name="connsiteX0" fmla="*/ 0 w 27664"/>
                <a:gd name="connsiteY0" fmla="*/ 0 h 63233"/>
                <a:gd name="connsiteX1" fmla="*/ 27664 w 27664"/>
                <a:gd name="connsiteY1" fmla="*/ 0 h 63233"/>
                <a:gd name="connsiteX2" fmla="*/ 27664 w 27664"/>
                <a:gd name="connsiteY2" fmla="*/ 63233 h 63233"/>
                <a:gd name="connsiteX3" fmla="*/ 0 w 27664"/>
                <a:gd name="connsiteY3" fmla="*/ 63233 h 63233"/>
              </a:gdLst>
              <a:ahLst/>
              <a:cxnLst>
                <a:cxn ang="0">
                  <a:pos x="connsiteX0" y="connsiteY0"/>
                </a:cxn>
                <a:cxn ang="0">
                  <a:pos x="connsiteX1" y="connsiteY1"/>
                </a:cxn>
                <a:cxn ang="0">
                  <a:pos x="connsiteX2" y="connsiteY2"/>
                </a:cxn>
                <a:cxn ang="0">
                  <a:pos x="connsiteX3" y="connsiteY3"/>
                </a:cxn>
              </a:cxnLst>
              <a:rect l="l" t="t" r="r" b="b"/>
              <a:pathLst>
                <a:path w="27664" h="63233" extrusionOk="0">
                  <a:moveTo>
                    <a:pt x="0" y="0"/>
                  </a:moveTo>
                  <a:lnTo>
                    <a:pt x="27664" y="0"/>
                  </a:lnTo>
                  <a:lnTo>
                    <a:pt x="27664" y="63233"/>
                  </a:lnTo>
                  <a:lnTo>
                    <a:pt x="0" y="63233"/>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37" name="Freeform: Shape 36"/>
            <p:cNvSpPr/>
            <p:nvPr/>
          </p:nvSpPr>
          <p:spPr bwMode="auto">
            <a:xfrm>
              <a:off x="3594345" y="2956192"/>
              <a:ext cx="27664" cy="98801"/>
            </a:xfrm>
            <a:custGeom>
              <a:avLst/>
              <a:gdLst>
                <a:gd name="connsiteX0" fmla="*/ 0 w 27664"/>
                <a:gd name="connsiteY0" fmla="*/ 0 h 98801"/>
                <a:gd name="connsiteX1" fmla="*/ 27664 w 27664"/>
                <a:gd name="connsiteY1" fmla="*/ 0 h 98801"/>
                <a:gd name="connsiteX2" fmla="*/ 27664 w 27664"/>
                <a:gd name="connsiteY2" fmla="*/ 98802 h 98801"/>
                <a:gd name="connsiteX3" fmla="*/ 0 w 27664"/>
                <a:gd name="connsiteY3" fmla="*/ 98802 h 98801"/>
              </a:gdLst>
              <a:ahLst/>
              <a:cxnLst>
                <a:cxn ang="0">
                  <a:pos x="connsiteX0" y="connsiteY0"/>
                </a:cxn>
                <a:cxn ang="0">
                  <a:pos x="connsiteX1" y="connsiteY1"/>
                </a:cxn>
                <a:cxn ang="0">
                  <a:pos x="connsiteX2" y="connsiteY2"/>
                </a:cxn>
                <a:cxn ang="0">
                  <a:pos x="connsiteX3" y="connsiteY3"/>
                </a:cxn>
              </a:cxnLst>
              <a:rect l="l" t="t" r="r" b="b"/>
              <a:pathLst>
                <a:path w="27664" h="98801" extrusionOk="0">
                  <a:moveTo>
                    <a:pt x="0" y="0"/>
                  </a:moveTo>
                  <a:lnTo>
                    <a:pt x="27664" y="0"/>
                  </a:lnTo>
                  <a:lnTo>
                    <a:pt x="27664" y="98802"/>
                  </a:lnTo>
                  <a:lnTo>
                    <a:pt x="0" y="98802"/>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38" name="Freeform: Shape 37"/>
            <p:cNvSpPr/>
            <p:nvPr/>
          </p:nvSpPr>
          <p:spPr bwMode="auto">
            <a:xfrm>
              <a:off x="3629914" y="2920623"/>
              <a:ext cx="27664" cy="134370"/>
            </a:xfrm>
            <a:custGeom>
              <a:avLst/>
              <a:gdLst>
                <a:gd name="connsiteX0" fmla="*/ 0 w 27664"/>
                <a:gd name="connsiteY0" fmla="*/ 0 h 134370"/>
                <a:gd name="connsiteX1" fmla="*/ 27664 w 27664"/>
                <a:gd name="connsiteY1" fmla="*/ 0 h 134370"/>
                <a:gd name="connsiteX2" fmla="*/ 27664 w 27664"/>
                <a:gd name="connsiteY2" fmla="*/ 134370 h 134370"/>
                <a:gd name="connsiteX3" fmla="*/ 0 w 27664"/>
                <a:gd name="connsiteY3" fmla="*/ 134370 h 134370"/>
              </a:gdLst>
              <a:ahLst/>
              <a:cxnLst>
                <a:cxn ang="0">
                  <a:pos x="connsiteX0" y="connsiteY0"/>
                </a:cxn>
                <a:cxn ang="0">
                  <a:pos x="connsiteX1" y="connsiteY1"/>
                </a:cxn>
                <a:cxn ang="0">
                  <a:pos x="connsiteX2" y="connsiteY2"/>
                </a:cxn>
                <a:cxn ang="0">
                  <a:pos x="connsiteX3" y="connsiteY3"/>
                </a:cxn>
              </a:cxnLst>
              <a:rect l="l" t="t" r="r" b="b"/>
              <a:pathLst>
                <a:path w="27664" h="134370" extrusionOk="0">
                  <a:moveTo>
                    <a:pt x="0" y="0"/>
                  </a:moveTo>
                  <a:lnTo>
                    <a:pt x="27664" y="0"/>
                  </a:lnTo>
                  <a:lnTo>
                    <a:pt x="27664" y="134370"/>
                  </a:lnTo>
                  <a:lnTo>
                    <a:pt x="0" y="134370"/>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39" name="Freeform: Shape 38"/>
            <p:cNvSpPr/>
            <p:nvPr/>
          </p:nvSpPr>
          <p:spPr bwMode="auto">
            <a:xfrm>
              <a:off x="3523208" y="3027329"/>
              <a:ext cx="27664" cy="27664"/>
            </a:xfrm>
            <a:custGeom>
              <a:avLst/>
              <a:gdLst>
                <a:gd name="connsiteX0" fmla="*/ 0 w 27664"/>
                <a:gd name="connsiteY0" fmla="*/ 0 h 27664"/>
                <a:gd name="connsiteX1" fmla="*/ 27664 w 27664"/>
                <a:gd name="connsiteY1" fmla="*/ 0 h 27664"/>
                <a:gd name="connsiteX2" fmla="*/ 27664 w 27664"/>
                <a:gd name="connsiteY2" fmla="*/ 27664 h 27664"/>
                <a:gd name="connsiteX3" fmla="*/ 0 w 27664"/>
                <a:gd name="connsiteY3" fmla="*/ 27664 h 27664"/>
              </a:gdLst>
              <a:ahLst/>
              <a:cxnLst>
                <a:cxn ang="0">
                  <a:pos x="connsiteX0" y="connsiteY0"/>
                </a:cxn>
                <a:cxn ang="0">
                  <a:pos x="connsiteX1" y="connsiteY1"/>
                </a:cxn>
                <a:cxn ang="0">
                  <a:pos x="connsiteX2" y="connsiteY2"/>
                </a:cxn>
                <a:cxn ang="0">
                  <a:pos x="connsiteX3" y="connsiteY3"/>
                </a:cxn>
              </a:cxnLst>
              <a:rect l="l" t="t" r="r" b="b"/>
              <a:pathLst>
                <a:path w="27664" h="27664" extrusionOk="0">
                  <a:moveTo>
                    <a:pt x="0" y="0"/>
                  </a:moveTo>
                  <a:lnTo>
                    <a:pt x="27664" y="0"/>
                  </a:lnTo>
                  <a:lnTo>
                    <a:pt x="27664" y="27664"/>
                  </a:lnTo>
                  <a:lnTo>
                    <a:pt x="0" y="27664"/>
                  </a:lnTo>
                  <a:close/>
                </a:path>
              </a:pathLst>
            </a:custGeom>
            <a:solidFill>
              <a:schemeClr val="tx1">
                <a:lumMod val="95000"/>
                <a:lumOff val="5000"/>
                <a:alpha val="50000"/>
              </a:schemeClr>
            </a:solidFill>
            <a:ln w="1885" cap="flat">
              <a:noFill/>
              <a:prstDash val="solid"/>
              <a:miter/>
            </a:ln>
          </p:spPr>
          <p:txBody>
            <a:bodyPr rtlCol="0" anchor="ctr"/>
            <a:lstStyle/>
            <a:p>
              <a:pPr>
                <a:defRPr/>
              </a:pPr>
              <a:endParaRPr lang="en-IN"/>
            </a:p>
          </p:txBody>
        </p:sp>
        <p:sp>
          <p:nvSpPr>
            <p:cNvPr id="40" name="Freeform: Shape 39"/>
            <p:cNvSpPr/>
            <p:nvPr/>
          </p:nvSpPr>
          <p:spPr bwMode="auto">
            <a:xfrm rot="5400000">
              <a:off x="2254836" y="4670486"/>
              <a:ext cx="75794" cy="75794"/>
            </a:xfrm>
            <a:custGeom>
              <a:avLst/>
              <a:gdLst>
                <a:gd name="connsiteX0" fmla="*/ 14346 w 75794"/>
                <a:gd name="connsiteY0" fmla="*/ 75795 h 75794"/>
                <a:gd name="connsiteX1" fmla="*/ 0 w 75794"/>
                <a:gd name="connsiteY1" fmla="*/ 75795 h 75794"/>
                <a:gd name="connsiteX2" fmla="*/ 75795 w 75794"/>
                <a:gd name="connsiteY2" fmla="*/ 0 h 75794"/>
                <a:gd name="connsiteX3" fmla="*/ 75795 w 75794"/>
                <a:gd name="connsiteY3" fmla="*/ 14346 h 75794"/>
                <a:gd name="connsiteX4" fmla="*/ 14346 w 75794"/>
                <a:gd name="connsiteY4" fmla="*/ 75795 h 75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4" h="75794" extrusionOk="0">
                  <a:moveTo>
                    <a:pt x="14346" y="75795"/>
                  </a:moveTo>
                  <a:lnTo>
                    <a:pt x="0" y="75795"/>
                  </a:lnTo>
                  <a:cubicBezTo>
                    <a:pt x="53" y="33956"/>
                    <a:pt x="33956" y="53"/>
                    <a:pt x="75795" y="0"/>
                  </a:cubicBezTo>
                  <a:lnTo>
                    <a:pt x="75795" y="14346"/>
                  </a:lnTo>
                  <a:cubicBezTo>
                    <a:pt x="41874" y="14385"/>
                    <a:pt x="14385" y="41874"/>
                    <a:pt x="14346" y="75795"/>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41" name="Freeform: Shape 40"/>
            <p:cNvSpPr/>
            <p:nvPr/>
          </p:nvSpPr>
          <p:spPr bwMode="auto">
            <a:xfrm rot="5400000">
              <a:off x="2254789" y="4633115"/>
              <a:ext cx="113213" cy="113118"/>
            </a:xfrm>
            <a:custGeom>
              <a:avLst/>
              <a:gdLst>
                <a:gd name="connsiteX0" fmla="*/ 14346 w 113213"/>
                <a:gd name="connsiteY0" fmla="*/ 113118 h 113118"/>
                <a:gd name="connsiteX1" fmla="*/ 0 w 113213"/>
                <a:gd name="connsiteY1" fmla="*/ 113118 h 113118"/>
                <a:gd name="connsiteX2" fmla="*/ 113214 w 113213"/>
                <a:gd name="connsiteY2" fmla="*/ 0 h 113118"/>
                <a:gd name="connsiteX3" fmla="*/ 113214 w 113213"/>
                <a:gd name="connsiteY3" fmla="*/ 14346 h 113118"/>
                <a:gd name="connsiteX4" fmla="*/ 14346 w 113213"/>
                <a:gd name="connsiteY4" fmla="*/ 113118 h 113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13" h="113118" extrusionOk="0">
                  <a:moveTo>
                    <a:pt x="14346" y="113118"/>
                  </a:moveTo>
                  <a:lnTo>
                    <a:pt x="0" y="113118"/>
                  </a:lnTo>
                  <a:cubicBezTo>
                    <a:pt x="119" y="50657"/>
                    <a:pt x="50752" y="66"/>
                    <a:pt x="113214" y="0"/>
                  </a:cubicBezTo>
                  <a:lnTo>
                    <a:pt x="113214" y="14346"/>
                  </a:lnTo>
                  <a:cubicBezTo>
                    <a:pt x="58675" y="14412"/>
                    <a:pt x="14465" y="58580"/>
                    <a:pt x="14346" y="113118"/>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42" name="Freeform: Shape 41"/>
            <p:cNvSpPr/>
            <p:nvPr/>
          </p:nvSpPr>
          <p:spPr bwMode="auto">
            <a:xfrm rot="5400000">
              <a:off x="2254835" y="4595648"/>
              <a:ext cx="150632" cy="150632"/>
            </a:xfrm>
            <a:custGeom>
              <a:avLst/>
              <a:gdLst>
                <a:gd name="connsiteX0" fmla="*/ 14346 w 150633"/>
                <a:gd name="connsiteY0" fmla="*/ 150633 h 150633"/>
                <a:gd name="connsiteX1" fmla="*/ 0 w 150633"/>
                <a:gd name="connsiteY1" fmla="*/ 150633 h 150633"/>
                <a:gd name="connsiteX2" fmla="*/ 150633 w 150633"/>
                <a:gd name="connsiteY2" fmla="*/ 0 h 150633"/>
                <a:gd name="connsiteX3" fmla="*/ 150633 w 150633"/>
                <a:gd name="connsiteY3" fmla="*/ 14346 h 150633"/>
                <a:gd name="connsiteX4" fmla="*/ 14346 w 150633"/>
                <a:gd name="connsiteY4" fmla="*/ 150633 h 15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33" h="150633" extrusionOk="0">
                  <a:moveTo>
                    <a:pt x="14346" y="150633"/>
                  </a:moveTo>
                  <a:lnTo>
                    <a:pt x="0" y="150633"/>
                  </a:lnTo>
                  <a:cubicBezTo>
                    <a:pt x="92" y="67479"/>
                    <a:pt x="67479" y="92"/>
                    <a:pt x="150633" y="0"/>
                  </a:cubicBezTo>
                  <a:lnTo>
                    <a:pt x="150633" y="14346"/>
                  </a:lnTo>
                  <a:cubicBezTo>
                    <a:pt x="75397" y="14425"/>
                    <a:pt x="14425" y="75397"/>
                    <a:pt x="14346" y="150633"/>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43" name="Freeform: Shape 42"/>
            <p:cNvSpPr/>
            <p:nvPr/>
          </p:nvSpPr>
          <p:spPr bwMode="auto">
            <a:xfrm rot="5400000">
              <a:off x="2254740" y="4708838"/>
              <a:ext cx="37443" cy="37443"/>
            </a:xfrm>
            <a:custGeom>
              <a:avLst/>
              <a:gdLst>
                <a:gd name="connsiteX0" fmla="*/ 37443 w 37443"/>
                <a:gd name="connsiteY0" fmla="*/ 18722 h 37443"/>
                <a:gd name="connsiteX1" fmla="*/ 18722 w 37443"/>
                <a:gd name="connsiteY1" fmla="*/ 37443 h 37443"/>
                <a:gd name="connsiteX2" fmla="*/ 0 w 37443"/>
                <a:gd name="connsiteY2" fmla="*/ 18722 h 37443"/>
                <a:gd name="connsiteX3" fmla="*/ 18722 w 37443"/>
                <a:gd name="connsiteY3" fmla="*/ 0 h 37443"/>
                <a:gd name="connsiteX4" fmla="*/ 37443 w 37443"/>
                <a:gd name="connsiteY4" fmla="*/ 18722 h 37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43" h="37443" extrusionOk="0">
                  <a:moveTo>
                    <a:pt x="37443" y="18722"/>
                  </a:moveTo>
                  <a:cubicBezTo>
                    <a:pt x="37443" y="29061"/>
                    <a:pt x="29061" y="37443"/>
                    <a:pt x="18722" y="37443"/>
                  </a:cubicBezTo>
                  <a:cubicBezTo>
                    <a:pt x="8382" y="37443"/>
                    <a:pt x="0" y="29061"/>
                    <a:pt x="0" y="18722"/>
                  </a:cubicBezTo>
                  <a:cubicBezTo>
                    <a:pt x="0" y="8382"/>
                    <a:pt x="8382" y="0"/>
                    <a:pt x="18722" y="0"/>
                  </a:cubicBezTo>
                  <a:cubicBezTo>
                    <a:pt x="29061" y="0"/>
                    <a:pt x="37443" y="8382"/>
                    <a:pt x="37443" y="18722"/>
                  </a:cubicBezTo>
                  <a:close/>
                </a:path>
              </a:pathLst>
            </a:custGeom>
            <a:solidFill>
              <a:schemeClr val="tx1">
                <a:lumMod val="95000"/>
                <a:lumOff val="5000"/>
                <a:alpha val="50000"/>
              </a:schemeClr>
            </a:solidFill>
            <a:ln w="2381" cap="flat">
              <a:noFill/>
              <a:prstDash val="solid"/>
              <a:miter/>
            </a:ln>
          </p:spPr>
          <p:txBody>
            <a:bodyPr rtlCol="0" anchor="ctr"/>
            <a:lstStyle/>
            <a:p>
              <a:pPr>
                <a:defRPr/>
              </a:pPr>
              <a:endParaRPr lang="en-IN"/>
            </a:p>
          </p:txBody>
        </p:sp>
        <p:sp>
          <p:nvSpPr>
            <p:cNvPr id="44" name="Freeform: Shape 43"/>
            <p:cNvSpPr/>
            <p:nvPr/>
          </p:nvSpPr>
          <p:spPr bwMode="auto">
            <a:xfrm flipH="1">
              <a:off x="1164420" y="1066369"/>
              <a:ext cx="243448" cy="171400"/>
            </a:xfrm>
            <a:custGeom>
              <a:avLst/>
              <a:gdLst>
                <a:gd name="connsiteX0" fmla="*/ 0 w 243448"/>
                <a:gd name="connsiteY0" fmla="*/ 0 h 171400"/>
                <a:gd name="connsiteX1" fmla="*/ 171401 w 243448"/>
                <a:gd name="connsiteY1" fmla="*/ 171401 h 171400"/>
                <a:gd name="connsiteX2" fmla="*/ 243448 w 243448"/>
                <a:gd name="connsiteY2" fmla="*/ 0 h 171400"/>
              </a:gdLst>
              <a:ahLst/>
              <a:cxnLst>
                <a:cxn ang="0">
                  <a:pos x="connsiteX0" y="connsiteY0"/>
                </a:cxn>
                <a:cxn ang="0">
                  <a:pos x="connsiteX1" y="connsiteY1"/>
                </a:cxn>
                <a:cxn ang="0">
                  <a:pos x="connsiteX2" y="connsiteY2"/>
                </a:cxn>
              </a:cxnLst>
              <a:rect l="l" t="t" r="r" b="b"/>
              <a:pathLst>
                <a:path w="243448" h="171400" extrusionOk="0">
                  <a:moveTo>
                    <a:pt x="0" y="0"/>
                  </a:moveTo>
                  <a:lnTo>
                    <a:pt x="171401" y="171401"/>
                  </a:lnTo>
                  <a:cubicBezTo>
                    <a:pt x="213453" y="123644"/>
                    <a:pt x="238751" y="63458"/>
                    <a:pt x="243448" y="0"/>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45" name="Freeform: Shape 44"/>
            <p:cNvSpPr/>
            <p:nvPr/>
          </p:nvSpPr>
          <p:spPr bwMode="auto">
            <a:xfrm flipH="1">
              <a:off x="1266084" y="752344"/>
              <a:ext cx="487321" cy="587459"/>
            </a:xfrm>
            <a:custGeom>
              <a:avLst/>
              <a:gdLst>
                <a:gd name="connsiteX0" fmla="*/ 273910 w 487321"/>
                <a:gd name="connsiteY0" fmla="*/ 301632 h 587460"/>
                <a:gd name="connsiteX1" fmla="*/ 273910 w 487321"/>
                <a:gd name="connsiteY1" fmla="*/ 0 h 587460"/>
                <a:gd name="connsiteX2" fmla="*/ 705 w 487321"/>
                <a:gd name="connsiteY2" fmla="*/ 313548 h 587460"/>
                <a:gd name="connsiteX3" fmla="*/ 314253 w 487321"/>
                <a:gd name="connsiteY3" fmla="*/ 586756 h 587460"/>
                <a:gd name="connsiteX4" fmla="*/ 487321 w 487321"/>
                <a:gd name="connsiteY4" fmla="*/ 515043 h 587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321" h="587460" extrusionOk="0">
                  <a:moveTo>
                    <a:pt x="273910" y="301632"/>
                  </a:moveTo>
                  <a:lnTo>
                    <a:pt x="273910" y="0"/>
                  </a:lnTo>
                  <a:cubicBezTo>
                    <a:pt x="111882" y="11139"/>
                    <a:pt x="-10437" y="151520"/>
                    <a:pt x="705" y="313548"/>
                  </a:cubicBezTo>
                  <a:cubicBezTo>
                    <a:pt x="11843" y="475577"/>
                    <a:pt x="152224" y="597895"/>
                    <a:pt x="314253" y="586756"/>
                  </a:cubicBezTo>
                  <a:cubicBezTo>
                    <a:pt x="378217" y="582358"/>
                    <a:pt x="438991" y="557175"/>
                    <a:pt x="487321" y="515043"/>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46" name="Freeform: Shape 45"/>
            <p:cNvSpPr/>
            <p:nvPr/>
          </p:nvSpPr>
          <p:spPr bwMode="auto">
            <a:xfrm flipH="1">
              <a:off x="1164420" y="752344"/>
              <a:ext cx="273065" cy="272014"/>
            </a:xfrm>
            <a:custGeom>
              <a:avLst/>
              <a:gdLst>
                <a:gd name="connsiteX0" fmla="*/ 0 w 273065"/>
                <a:gd name="connsiteY0" fmla="*/ 272015 h 272014"/>
                <a:gd name="connsiteX1" fmla="*/ 273065 w 273065"/>
                <a:gd name="connsiteY1" fmla="*/ 272015 h 272014"/>
                <a:gd name="connsiteX2" fmla="*/ 0 w 273065"/>
                <a:gd name="connsiteY2" fmla="*/ 0 h 272014"/>
              </a:gdLst>
              <a:ahLst/>
              <a:cxnLst>
                <a:cxn ang="0">
                  <a:pos x="connsiteX0" y="connsiteY0"/>
                </a:cxn>
                <a:cxn ang="0">
                  <a:pos x="connsiteX1" y="connsiteY1"/>
                </a:cxn>
                <a:cxn ang="0">
                  <a:pos x="connsiteX2" y="connsiteY2"/>
                </a:cxn>
              </a:cxnLst>
              <a:rect l="l" t="t" r="r" b="b"/>
              <a:pathLst>
                <a:path w="273065" h="272014" extrusionOk="0">
                  <a:moveTo>
                    <a:pt x="0" y="272015"/>
                  </a:moveTo>
                  <a:lnTo>
                    <a:pt x="273065" y="272015"/>
                  </a:lnTo>
                  <a:cubicBezTo>
                    <a:pt x="262432" y="126017"/>
                    <a:pt x="146037" y="10070"/>
                    <a:pt x="0" y="0"/>
                  </a:cubicBezTo>
                  <a:close/>
                </a:path>
              </a:pathLst>
            </a:custGeom>
            <a:solidFill>
              <a:srgbClr val="282829">
                <a:alpha val="5000"/>
              </a:srgbClr>
            </a:solidFill>
            <a:ln w="20935" cap="flat">
              <a:noFill/>
              <a:prstDash val="solid"/>
              <a:miter/>
            </a:ln>
          </p:spPr>
          <p:txBody>
            <a:bodyPr rtlCol="0" anchor="ctr"/>
            <a:lstStyle/>
            <a:p>
              <a:pPr>
                <a:defRPr/>
              </a:pPr>
              <a:endParaRPr lang="en-IN"/>
            </a:p>
          </p:txBody>
        </p:sp>
        <p:sp>
          <p:nvSpPr>
            <p:cNvPr id="47" name="Freeform: Shape 46"/>
            <p:cNvSpPr/>
            <p:nvPr/>
          </p:nvSpPr>
          <p:spPr bwMode="auto">
            <a:xfrm flipH="1">
              <a:off x="660299" y="436219"/>
              <a:ext cx="1596380" cy="1575375"/>
            </a:xfrm>
            <a:custGeom>
              <a:avLst/>
              <a:gdLst>
                <a:gd name="connsiteX0" fmla="*/ 1386331 w 1596380"/>
                <a:gd name="connsiteY0" fmla="*/ 231055 h 1575375"/>
                <a:gd name="connsiteX1" fmla="*/ 1386331 w 1596380"/>
                <a:gd name="connsiteY1" fmla="*/ 987236 h 1575375"/>
                <a:gd name="connsiteX2" fmla="*/ 210050 w 1596380"/>
                <a:gd name="connsiteY2" fmla="*/ 987236 h 1575375"/>
                <a:gd name="connsiteX3" fmla="*/ 210050 w 1596380"/>
                <a:gd name="connsiteY3" fmla="*/ 231055 h 1575375"/>
                <a:gd name="connsiteX4" fmla="*/ 1554371 w 1596380"/>
                <a:gd name="connsiteY4" fmla="*/ 1029246 h 1575375"/>
                <a:gd name="connsiteX5" fmla="*/ 1512361 w 1596380"/>
                <a:gd name="connsiteY5" fmla="*/ 1029246 h 1575375"/>
                <a:gd name="connsiteX6" fmla="*/ 1512361 w 1596380"/>
                <a:gd name="connsiteY6" fmla="*/ 168040 h 1575375"/>
                <a:gd name="connsiteX7" fmla="*/ 1554371 w 1596380"/>
                <a:gd name="connsiteY7" fmla="*/ 168040 h 1575375"/>
                <a:gd name="connsiteX8" fmla="*/ 1596381 w 1596380"/>
                <a:gd name="connsiteY8" fmla="*/ 126030 h 1575375"/>
                <a:gd name="connsiteX9" fmla="*/ 1554371 w 1596380"/>
                <a:gd name="connsiteY9" fmla="*/ 84020 h 1575375"/>
                <a:gd name="connsiteX10" fmla="*/ 840200 w 1596380"/>
                <a:gd name="connsiteY10" fmla="*/ 84020 h 1575375"/>
                <a:gd name="connsiteX11" fmla="*/ 840200 w 1596380"/>
                <a:gd name="connsiteY11" fmla="*/ 42010 h 1575375"/>
                <a:gd name="connsiteX12" fmla="*/ 798190 w 1596380"/>
                <a:gd name="connsiteY12" fmla="*/ 0 h 1575375"/>
                <a:gd name="connsiteX13" fmla="*/ 756180 w 1596380"/>
                <a:gd name="connsiteY13" fmla="*/ 42010 h 1575375"/>
                <a:gd name="connsiteX14" fmla="*/ 756180 w 1596380"/>
                <a:gd name="connsiteY14" fmla="*/ 84020 h 1575375"/>
                <a:gd name="connsiteX15" fmla="*/ 42010 w 1596380"/>
                <a:gd name="connsiteY15" fmla="*/ 84020 h 1575375"/>
                <a:gd name="connsiteX16" fmla="*/ 0 w 1596380"/>
                <a:gd name="connsiteY16" fmla="*/ 126030 h 1575375"/>
                <a:gd name="connsiteX17" fmla="*/ 42010 w 1596380"/>
                <a:gd name="connsiteY17" fmla="*/ 168040 h 1575375"/>
                <a:gd name="connsiteX18" fmla="*/ 84020 w 1596380"/>
                <a:gd name="connsiteY18" fmla="*/ 168040 h 1575375"/>
                <a:gd name="connsiteX19" fmla="*/ 84020 w 1596380"/>
                <a:gd name="connsiteY19" fmla="*/ 1029246 h 1575375"/>
                <a:gd name="connsiteX20" fmla="*/ 42010 w 1596380"/>
                <a:gd name="connsiteY20" fmla="*/ 1029246 h 1575375"/>
                <a:gd name="connsiteX21" fmla="*/ 0 w 1596380"/>
                <a:gd name="connsiteY21" fmla="*/ 1071256 h 1575375"/>
                <a:gd name="connsiteX22" fmla="*/ 42010 w 1596380"/>
                <a:gd name="connsiteY22" fmla="*/ 1113266 h 1575375"/>
                <a:gd name="connsiteX23" fmla="*/ 683503 w 1596380"/>
                <a:gd name="connsiteY23" fmla="*/ 1113266 h 1575375"/>
                <a:gd name="connsiteX24" fmla="*/ 360026 w 1596380"/>
                <a:gd name="connsiteY24" fmla="*/ 1436743 h 1575375"/>
                <a:gd name="connsiteX25" fmla="*/ 360341 w 1596380"/>
                <a:gd name="connsiteY25" fmla="*/ 1496502 h 1575375"/>
                <a:gd name="connsiteX26" fmla="*/ 420100 w 1596380"/>
                <a:gd name="connsiteY26" fmla="*/ 1496187 h 1575375"/>
                <a:gd name="connsiteX27" fmla="*/ 756180 w 1596380"/>
                <a:gd name="connsiteY27" fmla="*/ 1160107 h 1575375"/>
                <a:gd name="connsiteX28" fmla="*/ 756180 w 1596380"/>
                <a:gd name="connsiteY28" fmla="*/ 1533366 h 1575375"/>
                <a:gd name="connsiteX29" fmla="*/ 798190 w 1596380"/>
                <a:gd name="connsiteY29" fmla="*/ 1575376 h 1575375"/>
                <a:gd name="connsiteX30" fmla="*/ 840200 w 1596380"/>
                <a:gd name="connsiteY30" fmla="*/ 1533366 h 1575375"/>
                <a:gd name="connsiteX31" fmla="*/ 840200 w 1596380"/>
                <a:gd name="connsiteY31" fmla="*/ 1159477 h 1575375"/>
                <a:gd name="connsiteX32" fmla="*/ 1176281 w 1596380"/>
                <a:gd name="connsiteY32" fmla="*/ 1495557 h 1575375"/>
                <a:gd name="connsiteX33" fmla="*/ 1235725 w 1596380"/>
                <a:gd name="connsiteY33" fmla="*/ 1495557 h 1575375"/>
                <a:gd name="connsiteX34" fmla="*/ 1235725 w 1596380"/>
                <a:gd name="connsiteY34" fmla="*/ 1436113 h 1575375"/>
                <a:gd name="connsiteX35" fmla="*/ 912878 w 1596380"/>
                <a:gd name="connsiteY35" fmla="*/ 1113266 h 1575375"/>
                <a:gd name="connsiteX36" fmla="*/ 1554371 w 1596380"/>
                <a:gd name="connsiteY36" fmla="*/ 1113266 h 1575375"/>
                <a:gd name="connsiteX37" fmla="*/ 1596381 w 1596380"/>
                <a:gd name="connsiteY37" fmla="*/ 1071256 h 1575375"/>
                <a:gd name="connsiteX38" fmla="*/ 1554371 w 1596380"/>
                <a:gd name="connsiteY38" fmla="*/ 1029246 h 15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96380" h="1575375" extrusionOk="0">
                  <a:moveTo>
                    <a:pt x="1386331" y="231055"/>
                  </a:moveTo>
                  <a:lnTo>
                    <a:pt x="1386331" y="987236"/>
                  </a:lnTo>
                  <a:lnTo>
                    <a:pt x="210050" y="987236"/>
                  </a:lnTo>
                  <a:lnTo>
                    <a:pt x="210050" y="231055"/>
                  </a:lnTo>
                  <a:close/>
                  <a:moveTo>
                    <a:pt x="1554371" y="1029246"/>
                  </a:moveTo>
                  <a:lnTo>
                    <a:pt x="1512361" y="1029246"/>
                  </a:lnTo>
                  <a:lnTo>
                    <a:pt x="1512361" y="168040"/>
                  </a:lnTo>
                  <a:lnTo>
                    <a:pt x="1554371" y="168040"/>
                  </a:lnTo>
                  <a:cubicBezTo>
                    <a:pt x="1577573" y="168040"/>
                    <a:pt x="1596381" y="149232"/>
                    <a:pt x="1596381" y="126030"/>
                  </a:cubicBezTo>
                  <a:cubicBezTo>
                    <a:pt x="1596381" y="102828"/>
                    <a:pt x="1577573" y="84020"/>
                    <a:pt x="1554371" y="84020"/>
                  </a:cubicBezTo>
                  <a:lnTo>
                    <a:pt x="840200" y="84020"/>
                  </a:lnTo>
                  <a:lnTo>
                    <a:pt x="840200" y="42010"/>
                  </a:lnTo>
                  <a:cubicBezTo>
                    <a:pt x="840200" y="18808"/>
                    <a:pt x="821393" y="0"/>
                    <a:pt x="798190" y="0"/>
                  </a:cubicBezTo>
                  <a:cubicBezTo>
                    <a:pt x="774988" y="0"/>
                    <a:pt x="756180" y="18808"/>
                    <a:pt x="756180" y="42010"/>
                  </a:cubicBezTo>
                  <a:lnTo>
                    <a:pt x="756180" y="84020"/>
                  </a:lnTo>
                  <a:lnTo>
                    <a:pt x="42010" y="84020"/>
                  </a:lnTo>
                  <a:cubicBezTo>
                    <a:pt x="18808" y="84020"/>
                    <a:pt x="0" y="102828"/>
                    <a:pt x="0" y="126030"/>
                  </a:cubicBezTo>
                  <a:cubicBezTo>
                    <a:pt x="0" y="149232"/>
                    <a:pt x="18808" y="168040"/>
                    <a:pt x="42010" y="168040"/>
                  </a:cubicBezTo>
                  <a:lnTo>
                    <a:pt x="84020" y="168040"/>
                  </a:lnTo>
                  <a:lnTo>
                    <a:pt x="84020" y="1029246"/>
                  </a:lnTo>
                  <a:lnTo>
                    <a:pt x="42010" y="1029246"/>
                  </a:lnTo>
                  <a:cubicBezTo>
                    <a:pt x="18808" y="1029246"/>
                    <a:pt x="0" y="1048053"/>
                    <a:pt x="0" y="1071256"/>
                  </a:cubicBezTo>
                  <a:cubicBezTo>
                    <a:pt x="0" y="1094458"/>
                    <a:pt x="18808" y="1113266"/>
                    <a:pt x="42010" y="1113266"/>
                  </a:cubicBezTo>
                  <a:lnTo>
                    <a:pt x="683503" y="1113266"/>
                  </a:lnTo>
                  <a:lnTo>
                    <a:pt x="360026" y="1436743"/>
                  </a:lnTo>
                  <a:cubicBezTo>
                    <a:pt x="343610" y="1453332"/>
                    <a:pt x="343751" y="1480087"/>
                    <a:pt x="360341" y="1496502"/>
                  </a:cubicBezTo>
                  <a:cubicBezTo>
                    <a:pt x="376931" y="1512917"/>
                    <a:pt x="403685" y="1512777"/>
                    <a:pt x="420100" y="1496187"/>
                  </a:cubicBezTo>
                  <a:lnTo>
                    <a:pt x="756180" y="1160107"/>
                  </a:lnTo>
                  <a:lnTo>
                    <a:pt x="756180" y="1533366"/>
                  </a:lnTo>
                  <a:cubicBezTo>
                    <a:pt x="756180" y="1556568"/>
                    <a:pt x="774988" y="1575376"/>
                    <a:pt x="798190" y="1575376"/>
                  </a:cubicBezTo>
                  <a:cubicBezTo>
                    <a:pt x="821393" y="1575376"/>
                    <a:pt x="840200" y="1556568"/>
                    <a:pt x="840200" y="1533366"/>
                  </a:cubicBezTo>
                  <a:lnTo>
                    <a:pt x="840200" y="1159477"/>
                  </a:lnTo>
                  <a:lnTo>
                    <a:pt x="1176281" y="1495557"/>
                  </a:lnTo>
                  <a:cubicBezTo>
                    <a:pt x="1192696" y="1511972"/>
                    <a:pt x="1219309" y="1511972"/>
                    <a:pt x="1235725" y="1495557"/>
                  </a:cubicBezTo>
                  <a:cubicBezTo>
                    <a:pt x="1252140" y="1479141"/>
                    <a:pt x="1252140" y="1452528"/>
                    <a:pt x="1235725" y="1436113"/>
                  </a:cubicBezTo>
                  <a:lnTo>
                    <a:pt x="912878" y="1113266"/>
                  </a:lnTo>
                  <a:lnTo>
                    <a:pt x="1554371" y="1113266"/>
                  </a:lnTo>
                  <a:cubicBezTo>
                    <a:pt x="1577573" y="1113266"/>
                    <a:pt x="1596381" y="1094458"/>
                    <a:pt x="1596381" y="1071256"/>
                  </a:cubicBezTo>
                  <a:cubicBezTo>
                    <a:pt x="1596381" y="1048053"/>
                    <a:pt x="1577573" y="1029246"/>
                    <a:pt x="1554371" y="1029246"/>
                  </a:cubicBezTo>
                  <a:close/>
                </a:path>
              </a:pathLst>
            </a:custGeom>
            <a:solidFill>
              <a:srgbClr val="282829">
                <a:alpha val="5000"/>
              </a:srgbClr>
            </a:solidFill>
            <a:ln w="20935" cap="flat">
              <a:noFill/>
              <a:prstDash val="solid"/>
              <a:miter/>
            </a:ln>
          </p:spPr>
          <p:txBody>
            <a:bodyPr rtlCol="0" anchor="ctr"/>
            <a:lstStyle/>
            <a:p>
              <a:pPr>
                <a:defRPr/>
              </a:pPr>
              <a:endParaRPr lang="en-IN"/>
            </a:p>
          </p:txBody>
        </p:sp>
        <p:grpSp>
          <p:nvGrpSpPr>
            <p:cNvPr id="48" name="Graphic 30" descr="Gears"/>
            <p:cNvGrpSpPr/>
            <p:nvPr/>
          </p:nvGrpSpPr>
          <p:grpSpPr bwMode="auto">
            <a:xfrm>
              <a:off x="9026885" y="2443983"/>
              <a:ext cx="86622" cy="104823"/>
              <a:chOff x="9026885" y="2443983"/>
              <a:chExt cx="86622" cy="104823"/>
            </a:xfrm>
            <a:solidFill>
              <a:srgbClr val="282829">
                <a:alpha val="50000"/>
              </a:srgbClr>
            </a:solidFill>
          </p:grpSpPr>
          <p:sp>
            <p:nvSpPr>
              <p:cNvPr id="164" name="Freeform: Shape 163"/>
              <p:cNvSpPr/>
              <p:nvPr/>
            </p:nvSpPr>
            <p:spPr bwMode="auto">
              <a:xfrm>
                <a:off x="9056911" y="244398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50751 w 56596"/>
                  <a:gd name="connsiteY5" fmla="*/ 22054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846 w 56596"/>
                  <a:gd name="connsiteY16" fmla="*/ 10629 h 56463"/>
                  <a:gd name="connsiteX17" fmla="*/ 7971 w 56596"/>
                  <a:gd name="connsiteY17" fmla="*/ 16873 h 56463"/>
                  <a:gd name="connsiteX18" fmla="*/ 5846 w 56596"/>
                  <a:gd name="connsiteY18" fmla="*/ 22054 h 56463"/>
                  <a:gd name="connsiteX19" fmla="*/ 0 w 56596"/>
                  <a:gd name="connsiteY19" fmla="*/ 24977 h 56463"/>
                  <a:gd name="connsiteX20" fmla="*/ 0 w 56596"/>
                  <a:gd name="connsiteY20" fmla="*/ 31620 h 56463"/>
                  <a:gd name="connsiteX21" fmla="*/ 5846 w 56596"/>
                  <a:gd name="connsiteY21" fmla="*/ 34543 h 56463"/>
                  <a:gd name="connsiteX22" fmla="*/ 7971 w 56596"/>
                  <a:gd name="connsiteY22" fmla="*/ 39724 h 56463"/>
                  <a:gd name="connsiteX23" fmla="*/ 5846 w 56596"/>
                  <a:gd name="connsiteY23" fmla="*/ 45968 h 56463"/>
                  <a:gd name="connsiteX24" fmla="*/ 10496 w 56596"/>
                  <a:gd name="connsiteY24" fmla="*/ 50618 h 56463"/>
                  <a:gd name="connsiteX25" fmla="*/ 16740 w 56596"/>
                  <a:gd name="connsiteY25" fmla="*/ 48493 h 56463"/>
                  <a:gd name="connsiteX26" fmla="*/ 21921 w 56596"/>
                  <a:gd name="connsiteY26" fmla="*/ 50618 h 56463"/>
                  <a:gd name="connsiteX27" fmla="*/ 24844 w 56596"/>
                  <a:gd name="connsiteY27" fmla="*/ 56464 h 56463"/>
                  <a:gd name="connsiteX28" fmla="*/ 31487 w 56596"/>
                  <a:gd name="connsiteY28" fmla="*/ 56464 h 56463"/>
                  <a:gd name="connsiteX29" fmla="*/ 34410 w 56596"/>
                  <a:gd name="connsiteY29" fmla="*/ 50618 h 56463"/>
                  <a:gd name="connsiteX30" fmla="*/ 39591 w 56596"/>
                  <a:gd name="connsiteY30" fmla="*/ 48493 h 56463"/>
                  <a:gd name="connsiteX31" fmla="*/ 45835 w 56596"/>
                  <a:gd name="connsiteY31" fmla="*/ 50618 h 56463"/>
                  <a:gd name="connsiteX32" fmla="*/ 50618 w 56596"/>
                  <a:gd name="connsiteY32" fmla="*/ 45968 h 56463"/>
                  <a:gd name="connsiteX33" fmla="*/ 48493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596" h="56463" extrusionOk="0">
                    <a:moveTo>
                      <a:pt x="28298" y="38263"/>
                    </a:moveTo>
                    <a:cubicBezTo>
                      <a:pt x="22718" y="38263"/>
                      <a:pt x="18334" y="33745"/>
                      <a:pt x="18334" y="28298"/>
                    </a:cubicBezTo>
                    <a:cubicBezTo>
                      <a:pt x="18334" y="22851"/>
                      <a:pt x="22851" y="18334"/>
                      <a:pt x="28298" y="18334"/>
                    </a:cubicBezTo>
                    <a:cubicBezTo>
                      <a:pt x="33878" y="18334"/>
                      <a:pt x="38263" y="22851"/>
                      <a:pt x="38263" y="28298"/>
                    </a:cubicBezTo>
                    <a:cubicBezTo>
                      <a:pt x="38263" y="33745"/>
                      <a:pt x="33745" y="38263"/>
                      <a:pt x="28298" y="38263"/>
                    </a:cubicBezTo>
                    <a:close/>
                    <a:moveTo>
                      <a:pt x="50751" y="22054"/>
                    </a:moveTo>
                    <a:cubicBezTo>
                      <a:pt x="50220" y="20194"/>
                      <a:pt x="49555" y="18467"/>
                      <a:pt x="48625" y="16873"/>
                    </a:cubicBezTo>
                    <a:lnTo>
                      <a:pt x="50751" y="10629"/>
                    </a:lnTo>
                    <a:lnTo>
                      <a:pt x="45968" y="5846"/>
                    </a:lnTo>
                    <a:lnTo>
                      <a:pt x="39724" y="7971"/>
                    </a:lnTo>
                    <a:cubicBezTo>
                      <a:pt x="38130" y="7041"/>
                      <a:pt x="36403" y="6377"/>
                      <a:pt x="34543" y="5846"/>
                    </a:cubicBezTo>
                    <a:lnTo>
                      <a:pt x="31620" y="0"/>
                    </a:lnTo>
                    <a:lnTo>
                      <a:pt x="24977" y="0"/>
                    </a:lnTo>
                    <a:lnTo>
                      <a:pt x="22054" y="5846"/>
                    </a:lnTo>
                    <a:cubicBezTo>
                      <a:pt x="20194" y="6377"/>
                      <a:pt x="18467" y="7041"/>
                      <a:pt x="16873" y="7971"/>
                    </a:cubicBezTo>
                    <a:lnTo>
                      <a:pt x="10629" y="5846"/>
                    </a:lnTo>
                    <a:lnTo>
                      <a:pt x="5846" y="10629"/>
                    </a:lnTo>
                    <a:lnTo>
                      <a:pt x="7971" y="16873"/>
                    </a:lnTo>
                    <a:cubicBezTo>
                      <a:pt x="7041" y="18467"/>
                      <a:pt x="6377" y="20194"/>
                      <a:pt x="5846" y="22054"/>
                    </a:cubicBezTo>
                    <a:lnTo>
                      <a:pt x="0" y="24977"/>
                    </a:lnTo>
                    <a:lnTo>
                      <a:pt x="0" y="31620"/>
                    </a:lnTo>
                    <a:lnTo>
                      <a:pt x="5846" y="34543"/>
                    </a:lnTo>
                    <a:cubicBezTo>
                      <a:pt x="6377" y="36403"/>
                      <a:pt x="7041" y="38130"/>
                      <a:pt x="7971" y="39724"/>
                    </a:cubicBezTo>
                    <a:lnTo>
                      <a:pt x="5846" y="45968"/>
                    </a:lnTo>
                    <a:lnTo>
                      <a:pt x="10496" y="50618"/>
                    </a:lnTo>
                    <a:lnTo>
                      <a:pt x="16740" y="48493"/>
                    </a:lnTo>
                    <a:cubicBezTo>
                      <a:pt x="18334" y="49423"/>
                      <a:pt x="20061" y="50087"/>
                      <a:pt x="21921" y="50618"/>
                    </a:cubicBezTo>
                    <a:lnTo>
                      <a:pt x="24844" y="56464"/>
                    </a:lnTo>
                    <a:lnTo>
                      <a:pt x="31487" y="56464"/>
                    </a:lnTo>
                    <a:lnTo>
                      <a:pt x="34410" y="50618"/>
                    </a:lnTo>
                    <a:cubicBezTo>
                      <a:pt x="36270" y="50087"/>
                      <a:pt x="37997" y="49423"/>
                      <a:pt x="39591" y="48493"/>
                    </a:cubicBezTo>
                    <a:lnTo>
                      <a:pt x="45835" y="50618"/>
                    </a:lnTo>
                    <a:lnTo>
                      <a:pt x="50618" y="45968"/>
                    </a:lnTo>
                    <a:lnTo>
                      <a:pt x="48493" y="39724"/>
                    </a:lnTo>
                    <a:cubicBezTo>
                      <a:pt x="49423" y="38130"/>
                      <a:pt x="50220" y="36270"/>
                      <a:pt x="50751" y="34543"/>
                    </a:cubicBezTo>
                    <a:lnTo>
                      <a:pt x="56597" y="31620"/>
                    </a:lnTo>
                    <a:lnTo>
                      <a:pt x="56597" y="24977"/>
                    </a:lnTo>
                    <a:lnTo>
                      <a:pt x="50751" y="22054"/>
                    </a:lnTo>
                    <a:close/>
                  </a:path>
                </a:pathLst>
              </a:custGeom>
              <a:solidFill>
                <a:srgbClr val="282829">
                  <a:alpha val="50000"/>
                </a:srgbClr>
              </a:solidFill>
              <a:ln w="1290" cap="flat">
                <a:noFill/>
                <a:prstDash val="solid"/>
                <a:miter/>
              </a:ln>
            </p:spPr>
            <p:txBody>
              <a:bodyPr rtlCol="0" anchor="ctr"/>
              <a:lstStyle/>
              <a:p>
                <a:pPr>
                  <a:defRPr/>
                </a:pPr>
                <a:endParaRPr lang="en-IN"/>
              </a:p>
            </p:txBody>
          </p:sp>
          <p:sp>
            <p:nvSpPr>
              <p:cNvPr id="165" name="Freeform: Shape 164"/>
              <p:cNvSpPr/>
              <p:nvPr/>
            </p:nvSpPr>
            <p:spPr bwMode="auto">
              <a:xfrm>
                <a:off x="9026885" y="2492343"/>
                <a:ext cx="56596" cy="56463"/>
              </a:xfrm>
              <a:custGeom>
                <a:avLst/>
                <a:gdLst>
                  <a:gd name="connsiteX0" fmla="*/ 28298 w 56596"/>
                  <a:gd name="connsiteY0" fmla="*/ 38263 h 56463"/>
                  <a:gd name="connsiteX1" fmla="*/ 18334 w 56596"/>
                  <a:gd name="connsiteY1" fmla="*/ 28298 h 56463"/>
                  <a:gd name="connsiteX2" fmla="*/ 28298 w 56596"/>
                  <a:gd name="connsiteY2" fmla="*/ 18334 h 56463"/>
                  <a:gd name="connsiteX3" fmla="*/ 38263 w 56596"/>
                  <a:gd name="connsiteY3" fmla="*/ 28298 h 56463"/>
                  <a:gd name="connsiteX4" fmla="*/ 28298 w 56596"/>
                  <a:gd name="connsiteY4" fmla="*/ 38263 h 56463"/>
                  <a:gd name="connsiteX5" fmla="*/ 28298 w 56596"/>
                  <a:gd name="connsiteY5" fmla="*/ 38263 h 56463"/>
                  <a:gd name="connsiteX6" fmla="*/ 48625 w 56596"/>
                  <a:gd name="connsiteY6" fmla="*/ 16873 h 56463"/>
                  <a:gd name="connsiteX7" fmla="*/ 50751 w 56596"/>
                  <a:gd name="connsiteY7" fmla="*/ 10629 h 56463"/>
                  <a:gd name="connsiteX8" fmla="*/ 45968 w 56596"/>
                  <a:gd name="connsiteY8" fmla="*/ 5846 h 56463"/>
                  <a:gd name="connsiteX9" fmla="*/ 39724 w 56596"/>
                  <a:gd name="connsiteY9" fmla="*/ 7971 h 56463"/>
                  <a:gd name="connsiteX10" fmla="*/ 34543 w 56596"/>
                  <a:gd name="connsiteY10" fmla="*/ 5846 h 56463"/>
                  <a:gd name="connsiteX11" fmla="*/ 31620 w 56596"/>
                  <a:gd name="connsiteY11" fmla="*/ 0 h 56463"/>
                  <a:gd name="connsiteX12" fmla="*/ 24977 w 56596"/>
                  <a:gd name="connsiteY12" fmla="*/ 0 h 56463"/>
                  <a:gd name="connsiteX13" fmla="*/ 22054 w 56596"/>
                  <a:gd name="connsiteY13" fmla="*/ 5846 h 56463"/>
                  <a:gd name="connsiteX14" fmla="*/ 16873 w 56596"/>
                  <a:gd name="connsiteY14" fmla="*/ 7971 h 56463"/>
                  <a:gd name="connsiteX15" fmla="*/ 10629 w 56596"/>
                  <a:gd name="connsiteY15" fmla="*/ 5846 h 56463"/>
                  <a:gd name="connsiteX16" fmla="*/ 5979 w 56596"/>
                  <a:gd name="connsiteY16" fmla="*/ 10496 h 56463"/>
                  <a:gd name="connsiteX17" fmla="*/ 7971 w 56596"/>
                  <a:gd name="connsiteY17" fmla="*/ 16740 h 56463"/>
                  <a:gd name="connsiteX18" fmla="*/ 5846 w 56596"/>
                  <a:gd name="connsiteY18" fmla="*/ 21921 h 56463"/>
                  <a:gd name="connsiteX19" fmla="*/ 0 w 56596"/>
                  <a:gd name="connsiteY19" fmla="*/ 24844 h 56463"/>
                  <a:gd name="connsiteX20" fmla="*/ 0 w 56596"/>
                  <a:gd name="connsiteY20" fmla="*/ 31487 h 56463"/>
                  <a:gd name="connsiteX21" fmla="*/ 5846 w 56596"/>
                  <a:gd name="connsiteY21" fmla="*/ 34410 h 56463"/>
                  <a:gd name="connsiteX22" fmla="*/ 7971 w 56596"/>
                  <a:gd name="connsiteY22" fmla="*/ 39591 h 56463"/>
                  <a:gd name="connsiteX23" fmla="*/ 5979 w 56596"/>
                  <a:gd name="connsiteY23" fmla="*/ 45835 h 56463"/>
                  <a:gd name="connsiteX24" fmla="*/ 10629 w 56596"/>
                  <a:gd name="connsiteY24" fmla="*/ 50485 h 56463"/>
                  <a:gd name="connsiteX25" fmla="*/ 16873 w 56596"/>
                  <a:gd name="connsiteY25" fmla="*/ 48493 h 56463"/>
                  <a:gd name="connsiteX26" fmla="*/ 22054 w 56596"/>
                  <a:gd name="connsiteY26" fmla="*/ 50618 h 56463"/>
                  <a:gd name="connsiteX27" fmla="*/ 24977 w 56596"/>
                  <a:gd name="connsiteY27" fmla="*/ 56464 h 56463"/>
                  <a:gd name="connsiteX28" fmla="*/ 31620 w 56596"/>
                  <a:gd name="connsiteY28" fmla="*/ 56464 h 56463"/>
                  <a:gd name="connsiteX29" fmla="*/ 34543 w 56596"/>
                  <a:gd name="connsiteY29" fmla="*/ 50618 h 56463"/>
                  <a:gd name="connsiteX30" fmla="*/ 39724 w 56596"/>
                  <a:gd name="connsiteY30" fmla="*/ 48493 h 56463"/>
                  <a:gd name="connsiteX31" fmla="*/ 45968 w 56596"/>
                  <a:gd name="connsiteY31" fmla="*/ 50618 h 56463"/>
                  <a:gd name="connsiteX32" fmla="*/ 50618 w 56596"/>
                  <a:gd name="connsiteY32" fmla="*/ 45835 h 56463"/>
                  <a:gd name="connsiteX33" fmla="*/ 48625 w 56596"/>
                  <a:gd name="connsiteY33" fmla="*/ 39724 h 56463"/>
                  <a:gd name="connsiteX34" fmla="*/ 50751 w 56596"/>
                  <a:gd name="connsiteY34" fmla="*/ 34543 h 56463"/>
                  <a:gd name="connsiteX35" fmla="*/ 56597 w 56596"/>
                  <a:gd name="connsiteY35" fmla="*/ 31620 h 56463"/>
                  <a:gd name="connsiteX36" fmla="*/ 56597 w 56596"/>
                  <a:gd name="connsiteY36" fmla="*/ 24977 h 56463"/>
                  <a:gd name="connsiteX37" fmla="*/ 50751 w 56596"/>
                  <a:gd name="connsiteY37" fmla="*/ 22054 h 56463"/>
                  <a:gd name="connsiteX38" fmla="*/ 48625 w 56596"/>
                  <a:gd name="connsiteY38" fmla="*/ 16873 h 5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6596" h="56463" extrusionOk="0">
                    <a:moveTo>
                      <a:pt x="28298" y="38263"/>
                    </a:moveTo>
                    <a:cubicBezTo>
                      <a:pt x="22718" y="38263"/>
                      <a:pt x="18334" y="33745"/>
                      <a:pt x="18334" y="28298"/>
                    </a:cubicBezTo>
                    <a:cubicBezTo>
                      <a:pt x="18334" y="22718"/>
                      <a:pt x="22851" y="18334"/>
                      <a:pt x="28298" y="18334"/>
                    </a:cubicBezTo>
                    <a:cubicBezTo>
                      <a:pt x="33878" y="18334"/>
                      <a:pt x="38263" y="22851"/>
                      <a:pt x="38263" y="28298"/>
                    </a:cubicBezTo>
                    <a:cubicBezTo>
                      <a:pt x="38263" y="33745"/>
                      <a:pt x="33878" y="38263"/>
                      <a:pt x="28298" y="38263"/>
                    </a:cubicBezTo>
                    <a:lnTo>
                      <a:pt x="28298" y="38263"/>
                    </a:lnTo>
                    <a:close/>
                    <a:moveTo>
                      <a:pt x="48625" y="16873"/>
                    </a:moveTo>
                    <a:lnTo>
                      <a:pt x="50751" y="10629"/>
                    </a:lnTo>
                    <a:lnTo>
                      <a:pt x="45968" y="5846"/>
                    </a:lnTo>
                    <a:lnTo>
                      <a:pt x="39724" y="7971"/>
                    </a:lnTo>
                    <a:cubicBezTo>
                      <a:pt x="38130" y="7041"/>
                      <a:pt x="36270" y="6377"/>
                      <a:pt x="34543" y="5846"/>
                    </a:cubicBezTo>
                    <a:lnTo>
                      <a:pt x="31620" y="0"/>
                    </a:lnTo>
                    <a:lnTo>
                      <a:pt x="24977" y="0"/>
                    </a:lnTo>
                    <a:lnTo>
                      <a:pt x="22054" y="5846"/>
                    </a:lnTo>
                    <a:cubicBezTo>
                      <a:pt x="20194" y="6377"/>
                      <a:pt x="18467" y="7041"/>
                      <a:pt x="16873" y="7971"/>
                    </a:cubicBezTo>
                    <a:lnTo>
                      <a:pt x="10629" y="5846"/>
                    </a:lnTo>
                    <a:lnTo>
                      <a:pt x="5979" y="10496"/>
                    </a:lnTo>
                    <a:lnTo>
                      <a:pt x="7971" y="16740"/>
                    </a:lnTo>
                    <a:cubicBezTo>
                      <a:pt x="7041" y="18334"/>
                      <a:pt x="6377" y="20194"/>
                      <a:pt x="5846" y="21921"/>
                    </a:cubicBezTo>
                    <a:lnTo>
                      <a:pt x="0" y="24844"/>
                    </a:lnTo>
                    <a:lnTo>
                      <a:pt x="0" y="31487"/>
                    </a:lnTo>
                    <a:lnTo>
                      <a:pt x="5846" y="34410"/>
                    </a:lnTo>
                    <a:cubicBezTo>
                      <a:pt x="6377" y="36270"/>
                      <a:pt x="7041" y="37997"/>
                      <a:pt x="7971" y="39591"/>
                    </a:cubicBezTo>
                    <a:lnTo>
                      <a:pt x="5979" y="45835"/>
                    </a:lnTo>
                    <a:lnTo>
                      <a:pt x="10629" y="50485"/>
                    </a:lnTo>
                    <a:lnTo>
                      <a:pt x="16873" y="48493"/>
                    </a:lnTo>
                    <a:cubicBezTo>
                      <a:pt x="18467" y="49423"/>
                      <a:pt x="20194" y="50087"/>
                      <a:pt x="22054" y="50618"/>
                    </a:cubicBezTo>
                    <a:lnTo>
                      <a:pt x="24977" y="56464"/>
                    </a:lnTo>
                    <a:lnTo>
                      <a:pt x="31620" y="56464"/>
                    </a:lnTo>
                    <a:lnTo>
                      <a:pt x="34543" y="50618"/>
                    </a:lnTo>
                    <a:cubicBezTo>
                      <a:pt x="36403" y="50087"/>
                      <a:pt x="38130" y="49423"/>
                      <a:pt x="39724" y="48493"/>
                    </a:cubicBezTo>
                    <a:lnTo>
                      <a:pt x="45968" y="50618"/>
                    </a:lnTo>
                    <a:lnTo>
                      <a:pt x="50618" y="45835"/>
                    </a:lnTo>
                    <a:lnTo>
                      <a:pt x="48625" y="39724"/>
                    </a:lnTo>
                    <a:cubicBezTo>
                      <a:pt x="49555" y="38130"/>
                      <a:pt x="50220" y="36403"/>
                      <a:pt x="50751" y="34543"/>
                    </a:cubicBezTo>
                    <a:lnTo>
                      <a:pt x="56597" y="31620"/>
                    </a:lnTo>
                    <a:lnTo>
                      <a:pt x="56597" y="24977"/>
                    </a:lnTo>
                    <a:lnTo>
                      <a:pt x="50751" y="22054"/>
                    </a:lnTo>
                    <a:cubicBezTo>
                      <a:pt x="50220" y="20194"/>
                      <a:pt x="49555" y="18467"/>
                      <a:pt x="48625" y="16873"/>
                    </a:cubicBezTo>
                    <a:close/>
                  </a:path>
                </a:pathLst>
              </a:custGeom>
              <a:solidFill>
                <a:srgbClr val="282829">
                  <a:alpha val="50000"/>
                </a:srgbClr>
              </a:solidFill>
              <a:ln w="1290" cap="flat">
                <a:noFill/>
                <a:prstDash val="solid"/>
                <a:miter/>
              </a:ln>
            </p:spPr>
            <p:txBody>
              <a:bodyPr rtlCol="0" anchor="ctr"/>
              <a:lstStyle/>
              <a:p>
                <a:pPr>
                  <a:defRPr/>
                </a:pPr>
                <a:endParaRPr lang="en-IN"/>
              </a:p>
            </p:txBody>
          </p:sp>
        </p:grpSp>
        <p:sp>
          <p:nvSpPr>
            <p:cNvPr id="49" name="Graphic 32" descr="Satellite"/>
            <p:cNvSpPr/>
            <p:nvPr/>
          </p:nvSpPr>
          <p:spPr bwMode="auto">
            <a:xfrm>
              <a:off x="5050396" y="663508"/>
              <a:ext cx="380184" cy="379721"/>
            </a:xfrm>
            <a:custGeom>
              <a:avLst/>
              <a:gdLst>
                <a:gd name="connsiteX0" fmla="*/ 260394 w 380184"/>
                <a:gd name="connsiteY0" fmla="*/ 348734 h 379721"/>
                <a:gd name="connsiteX1" fmla="*/ 299707 w 380184"/>
                <a:gd name="connsiteY1" fmla="*/ 309420 h 379721"/>
                <a:gd name="connsiteX2" fmla="*/ 312658 w 380184"/>
                <a:gd name="connsiteY2" fmla="*/ 322370 h 379721"/>
                <a:gd name="connsiteX3" fmla="*/ 273344 w 380184"/>
                <a:gd name="connsiteY3" fmla="*/ 361684 h 379721"/>
                <a:gd name="connsiteX4" fmla="*/ 260394 w 380184"/>
                <a:gd name="connsiteY4" fmla="*/ 348734 h 379721"/>
                <a:gd name="connsiteX5" fmla="*/ 246981 w 380184"/>
                <a:gd name="connsiteY5" fmla="*/ 257156 h 379721"/>
                <a:gd name="connsiteX6" fmla="*/ 259931 w 380184"/>
                <a:gd name="connsiteY6" fmla="*/ 270107 h 379721"/>
                <a:gd name="connsiteX7" fmla="*/ 220618 w 380184"/>
                <a:gd name="connsiteY7" fmla="*/ 309420 h 379721"/>
                <a:gd name="connsiteX8" fmla="*/ 207668 w 380184"/>
                <a:gd name="connsiteY8" fmla="*/ 296470 h 379721"/>
                <a:gd name="connsiteX9" fmla="*/ 246981 w 380184"/>
                <a:gd name="connsiteY9" fmla="*/ 257156 h 379721"/>
                <a:gd name="connsiteX10" fmla="*/ 296470 w 380184"/>
                <a:gd name="connsiteY10" fmla="*/ 208130 h 379721"/>
                <a:gd name="connsiteX11" fmla="*/ 309420 w 380184"/>
                <a:gd name="connsiteY11" fmla="*/ 221080 h 379721"/>
                <a:gd name="connsiteX12" fmla="*/ 273344 w 380184"/>
                <a:gd name="connsiteY12" fmla="*/ 257156 h 379721"/>
                <a:gd name="connsiteX13" fmla="*/ 260394 w 380184"/>
                <a:gd name="connsiteY13" fmla="*/ 244206 h 379721"/>
                <a:gd name="connsiteX14" fmla="*/ 296470 w 380184"/>
                <a:gd name="connsiteY14" fmla="*/ 208130 h 379721"/>
                <a:gd name="connsiteX15" fmla="*/ 286295 w 380184"/>
                <a:gd name="connsiteY15" fmla="*/ 296470 h 379721"/>
                <a:gd name="connsiteX16" fmla="*/ 246981 w 380184"/>
                <a:gd name="connsiteY16" fmla="*/ 335783 h 379721"/>
                <a:gd name="connsiteX17" fmla="*/ 234031 w 380184"/>
                <a:gd name="connsiteY17" fmla="*/ 322833 h 379721"/>
                <a:gd name="connsiteX18" fmla="*/ 273344 w 380184"/>
                <a:gd name="connsiteY18" fmla="*/ 283520 h 379721"/>
                <a:gd name="connsiteX19" fmla="*/ 286295 w 380184"/>
                <a:gd name="connsiteY19" fmla="*/ 296470 h 379721"/>
                <a:gd name="connsiteX20" fmla="*/ 286295 w 380184"/>
                <a:gd name="connsiteY20" fmla="*/ 270107 h 379721"/>
                <a:gd name="connsiteX21" fmla="*/ 322371 w 380184"/>
                <a:gd name="connsiteY21" fmla="*/ 234031 h 379721"/>
                <a:gd name="connsiteX22" fmla="*/ 335321 w 380184"/>
                <a:gd name="connsiteY22" fmla="*/ 246981 h 379721"/>
                <a:gd name="connsiteX23" fmla="*/ 299245 w 380184"/>
                <a:gd name="connsiteY23" fmla="*/ 283057 h 379721"/>
                <a:gd name="connsiteX24" fmla="*/ 286295 w 380184"/>
                <a:gd name="connsiteY24" fmla="*/ 270107 h 379721"/>
                <a:gd name="connsiteX25" fmla="*/ 325608 w 380184"/>
                <a:gd name="connsiteY25" fmla="*/ 309420 h 379721"/>
                <a:gd name="connsiteX26" fmla="*/ 312658 w 380184"/>
                <a:gd name="connsiteY26" fmla="*/ 296470 h 379721"/>
                <a:gd name="connsiteX27" fmla="*/ 348734 w 380184"/>
                <a:gd name="connsiteY27" fmla="*/ 260394 h 379721"/>
                <a:gd name="connsiteX28" fmla="*/ 361684 w 380184"/>
                <a:gd name="connsiteY28" fmla="*/ 273344 h 379721"/>
                <a:gd name="connsiteX29" fmla="*/ 325608 w 380184"/>
                <a:gd name="connsiteY29" fmla="*/ 309420 h 379721"/>
                <a:gd name="connsiteX30" fmla="*/ 60589 w 380184"/>
                <a:gd name="connsiteY30" fmla="*/ 332546 h 379721"/>
                <a:gd name="connsiteX31" fmla="*/ 80477 w 380184"/>
                <a:gd name="connsiteY31" fmla="*/ 312658 h 379721"/>
                <a:gd name="connsiteX32" fmla="*/ 100365 w 380184"/>
                <a:gd name="connsiteY32" fmla="*/ 332546 h 379721"/>
                <a:gd name="connsiteX33" fmla="*/ 60589 w 380184"/>
                <a:gd name="connsiteY33" fmla="*/ 332546 h 379721"/>
                <a:gd name="connsiteX34" fmla="*/ 67527 w 380184"/>
                <a:gd name="connsiteY34" fmla="*/ 299707 h 379721"/>
                <a:gd name="connsiteX35" fmla="*/ 47176 w 380184"/>
                <a:gd name="connsiteY35" fmla="*/ 320058 h 379721"/>
                <a:gd name="connsiteX36" fmla="*/ 47176 w 380184"/>
                <a:gd name="connsiteY36" fmla="*/ 279357 h 379721"/>
                <a:gd name="connsiteX37" fmla="*/ 67527 w 380184"/>
                <a:gd name="connsiteY37" fmla="*/ 299707 h 379721"/>
                <a:gd name="connsiteX38" fmla="*/ 83715 w 380184"/>
                <a:gd name="connsiteY38" fmla="*/ 172054 h 379721"/>
                <a:gd name="connsiteX39" fmla="*/ 70764 w 380184"/>
                <a:gd name="connsiteY39" fmla="*/ 159104 h 379721"/>
                <a:gd name="connsiteX40" fmla="*/ 110078 w 380184"/>
                <a:gd name="connsiteY40" fmla="*/ 119790 h 379721"/>
                <a:gd name="connsiteX41" fmla="*/ 123028 w 380184"/>
                <a:gd name="connsiteY41" fmla="*/ 132741 h 379721"/>
                <a:gd name="connsiteX42" fmla="*/ 83715 w 380184"/>
                <a:gd name="connsiteY42" fmla="*/ 172054 h 379721"/>
                <a:gd name="connsiteX43" fmla="*/ 57351 w 380184"/>
                <a:gd name="connsiteY43" fmla="*/ 67527 h 379721"/>
                <a:gd name="connsiteX44" fmla="*/ 70302 w 380184"/>
                <a:gd name="connsiteY44" fmla="*/ 80477 h 379721"/>
                <a:gd name="connsiteX45" fmla="*/ 30988 w 380184"/>
                <a:gd name="connsiteY45" fmla="*/ 119790 h 379721"/>
                <a:gd name="connsiteX46" fmla="*/ 18038 w 380184"/>
                <a:gd name="connsiteY46" fmla="*/ 106840 h 379721"/>
                <a:gd name="connsiteX47" fmla="*/ 57351 w 380184"/>
                <a:gd name="connsiteY47" fmla="*/ 67527 h 379721"/>
                <a:gd name="connsiteX48" fmla="*/ 119790 w 380184"/>
                <a:gd name="connsiteY48" fmla="*/ 31451 h 379721"/>
                <a:gd name="connsiteX49" fmla="*/ 83715 w 380184"/>
                <a:gd name="connsiteY49" fmla="*/ 67527 h 379721"/>
                <a:gd name="connsiteX50" fmla="*/ 70764 w 380184"/>
                <a:gd name="connsiteY50" fmla="*/ 54576 h 379721"/>
                <a:gd name="connsiteX51" fmla="*/ 106378 w 380184"/>
                <a:gd name="connsiteY51" fmla="*/ 18500 h 379721"/>
                <a:gd name="connsiteX52" fmla="*/ 119790 w 380184"/>
                <a:gd name="connsiteY52" fmla="*/ 31451 h 379721"/>
                <a:gd name="connsiteX53" fmla="*/ 96665 w 380184"/>
                <a:gd name="connsiteY53" fmla="*/ 106840 h 379721"/>
                <a:gd name="connsiteX54" fmla="*/ 57351 w 380184"/>
                <a:gd name="connsiteY54" fmla="*/ 146154 h 379721"/>
                <a:gd name="connsiteX55" fmla="*/ 44401 w 380184"/>
                <a:gd name="connsiteY55" fmla="*/ 133203 h 379721"/>
                <a:gd name="connsiteX56" fmla="*/ 83715 w 380184"/>
                <a:gd name="connsiteY56" fmla="*/ 93890 h 379721"/>
                <a:gd name="connsiteX57" fmla="*/ 96665 w 380184"/>
                <a:gd name="connsiteY57" fmla="*/ 106840 h 379721"/>
                <a:gd name="connsiteX58" fmla="*/ 96665 w 380184"/>
                <a:gd name="connsiteY58" fmla="*/ 80477 h 379721"/>
                <a:gd name="connsiteX59" fmla="*/ 132741 w 380184"/>
                <a:gd name="connsiteY59" fmla="*/ 44401 h 379721"/>
                <a:gd name="connsiteX60" fmla="*/ 145691 w 380184"/>
                <a:gd name="connsiteY60" fmla="*/ 57351 h 379721"/>
                <a:gd name="connsiteX61" fmla="*/ 109615 w 380184"/>
                <a:gd name="connsiteY61" fmla="*/ 93427 h 379721"/>
                <a:gd name="connsiteX62" fmla="*/ 96665 w 380184"/>
                <a:gd name="connsiteY62" fmla="*/ 80477 h 379721"/>
                <a:gd name="connsiteX63" fmla="*/ 135978 w 380184"/>
                <a:gd name="connsiteY63" fmla="*/ 119790 h 379721"/>
                <a:gd name="connsiteX64" fmla="*/ 123028 w 380184"/>
                <a:gd name="connsiteY64" fmla="*/ 106840 h 379721"/>
                <a:gd name="connsiteX65" fmla="*/ 159104 w 380184"/>
                <a:gd name="connsiteY65" fmla="*/ 70764 h 379721"/>
                <a:gd name="connsiteX66" fmla="*/ 172054 w 380184"/>
                <a:gd name="connsiteY66" fmla="*/ 83715 h 379721"/>
                <a:gd name="connsiteX67" fmla="*/ 135978 w 380184"/>
                <a:gd name="connsiteY67" fmla="*/ 119790 h 379721"/>
                <a:gd name="connsiteX68" fmla="*/ 374634 w 380184"/>
                <a:gd name="connsiteY68" fmla="*/ 260394 h 379721"/>
                <a:gd name="connsiteX69" fmla="*/ 309420 w 380184"/>
                <a:gd name="connsiteY69" fmla="*/ 195180 h 379721"/>
                <a:gd name="connsiteX70" fmla="*/ 296470 w 380184"/>
                <a:gd name="connsiteY70" fmla="*/ 189630 h 379721"/>
                <a:gd name="connsiteX71" fmla="*/ 283520 w 380184"/>
                <a:gd name="connsiteY71" fmla="*/ 195180 h 379721"/>
                <a:gd name="connsiteX72" fmla="*/ 246981 w 380184"/>
                <a:gd name="connsiteY72" fmla="*/ 231256 h 379721"/>
                <a:gd name="connsiteX73" fmla="*/ 234031 w 380184"/>
                <a:gd name="connsiteY73" fmla="*/ 218305 h 379721"/>
                <a:gd name="connsiteX74" fmla="*/ 279819 w 380184"/>
                <a:gd name="connsiteY74" fmla="*/ 172517 h 379721"/>
                <a:gd name="connsiteX75" fmla="*/ 285370 w 380184"/>
                <a:gd name="connsiteY75" fmla="*/ 159566 h 379721"/>
                <a:gd name="connsiteX76" fmla="*/ 279819 w 380184"/>
                <a:gd name="connsiteY76" fmla="*/ 146616 h 379721"/>
                <a:gd name="connsiteX77" fmla="*/ 272419 w 380184"/>
                <a:gd name="connsiteY77" fmla="*/ 138753 h 379721"/>
                <a:gd name="connsiteX78" fmla="*/ 289532 w 380184"/>
                <a:gd name="connsiteY78" fmla="*/ 129503 h 379721"/>
                <a:gd name="connsiteX79" fmla="*/ 250681 w 380184"/>
                <a:gd name="connsiteY79" fmla="*/ 90652 h 379721"/>
                <a:gd name="connsiteX80" fmla="*/ 241431 w 380184"/>
                <a:gd name="connsiteY80" fmla="*/ 107765 h 379721"/>
                <a:gd name="connsiteX81" fmla="*/ 234031 w 380184"/>
                <a:gd name="connsiteY81" fmla="*/ 100365 h 379721"/>
                <a:gd name="connsiteX82" fmla="*/ 221080 w 380184"/>
                <a:gd name="connsiteY82" fmla="*/ 94815 h 379721"/>
                <a:gd name="connsiteX83" fmla="*/ 208130 w 380184"/>
                <a:gd name="connsiteY83" fmla="*/ 100365 h 379721"/>
                <a:gd name="connsiteX84" fmla="*/ 162342 w 380184"/>
                <a:gd name="connsiteY84" fmla="*/ 146154 h 379721"/>
                <a:gd name="connsiteX85" fmla="*/ 148929 w 380184"/>
                <a:gd name="connsiteY85" fmla="*/ 133203 h 379721"/>
                <a:gd name="connsiteX86" fmla="*/ 185005 w 380184"/>
                <a:gd name="connsiteY86" fmla="*/ 97127 h 379721"/>
                <a:gd name="connsiteX87" fmla="*/ 190555 w 380184"/>
                <a:gd name="connsiteY87" fmla="*/ 84177 h 379721"/>
                <a:gd name="connsiteX88" fmla="*/ 185005 w 380184"/>
                <a:gd name="connsiteY88" fmla="*/ 71227 h 379721"/>
                <a:gd name="connsiteX89" fmla="*/ 119790 w 380184"/>
                <a:gd name="connsiteY89" fmla="*/ 5550 h 379721"/>
                <a:gd name="connsiteX90" fmla="*/ 106378 w 380184"/>
                <a:gd name="connsiteY90" fmla="*/ 0 h 379721"/>
                <a:gd name="connsiteX91" fmla="*/ 93427 w 380184"/>
                <a:gd name="connsiteY91" fmla="*/ 5550 h 379721"/>
                <a:gd name="connsiteX92" fmla="*/ 5088 w 380184"/>
                <a:gd name="connsiteY92" fmla="*/ 93890 h 379721"/>
                <a:gd name="connsiteX93" fmla="*/ 0 w 380184"/>
                <a:gd name="connsiteY93" fmla="*/ 106840 h 379721"/>
                <a:gd name="connsiteX94" fmla="*/ 5550 w 380184"/>
                <a:gd name="connsiteY94" fmla="*/ 119790 h 379721"/>
                <a:gd name="connsiteX95" fmla="*/ 70764 w 380184"/>
                <a:gd name="connsiteY95" fmla="*/ 185005 h 379721"/>
                <a:gd name="connsiteX96" fmla="*/ 83715 w 380184"/>
                <a:gd name="connsiteY96" fmla="*/ 190555 h 379721"/>
                <a:gd name="connsiteX97" fmla="*/ 96665 w 380184"/>
                <a:gd name="connsiteY97" fmla="*/ 185005 h 379721"/>
                <a:gd name="connsiteX98" fmla="*/ 135978 w 380184"/>
                <a:gd name="connsiteY98" fmla="*/ 145691 h 379721"/>
                <a:gd name="connsiteX99" fmla="*/ 148929 w 380184"/>
                <a:gd name="connsiteY99" fmla="*/ 158641 h 379721"/>
                <a:gd name="connsiteX100" fmla="*/ 103140 w 380184"/>
                <a:gd name="connsiteY100" fmla="*/ 204430 h 379721"/>
                <a:gd name="connsiteX101" fmla="*/ 97590 w 380184"/>
                <a:gd name="connsiteY101" fmla="*/ 217380 h 379721"/>
                <a:gd name="connsiteX102" fmla="*/ 103140 w 380184"/>
                <a:gd name="connsiteY102" fmla="*/ 230331 h 379721"/>
                <a:gd name="connsiteX103" fmla="*/ 116553 w 380184"/>
                <a:gd name="connsiteY103" fmla="*/ 243281 h 379721"/>
                <a:gd name="connsiteX104" fmla="*/ 102678 w 380184"/>
                <a:gd name="connsiteY104" fmla="*/ 257156 h 379721"/>
                <a:gd name="connsiteX105" fmla="*/ 14800 w 380184"/>
                <a:gd name="connsiteY105" fmla="*/ 246981 h 379721"/>
                <a:gd name="connsiteX106" fmla="*/ 28676 w 380184"/>
                <a:gd name="connsiteY106" fmla="*/ 260394 h 379721"/>
                <a:gd name="connsiteX107" fmla="*/ 28213 w 380184"/>
                <a:gd name="connsiteY107" fmla="*/ 329771 h 379721"/>
                <a:gd name="connsiteX108" fmla="*/ 12488 w 380184"/>
                <a:gd name="connsiteY108" fmla="*/ 349196 h 379721"/>
                <a:gd name="connsiteX109" fmla="*/ 30526 w 380184"/>
                <a:gd name="connsiteY109" fmla="*/ 366309 h 379721"/>
                <a:gd name="connsiteX110" fmla="*/ 49489 w 380184"/>
                <a:gd name="connsiteY110" fmla="*/ 350121 h 379721"/>
                <a:gd name="connsiteX111" fmla="*/ 118865 w 380184"/>
                <a:gd name="connsiteY111" fmla="*/ 350584 h 379721"/>
                <a:gd name="connsiteX112" fmla="*/ 132741 w 380184"/>
                <a:gd name="connsiteY112" fmla="*/ 364459 h 379721"/>
                <a:gd name="connsiteX113" fmla="*/ 122566 w 380184"/>
                <a:gd name="connsiteY113" fmla="*/ 276582 h 379721"/>
                <a:gd name="connsiteX114" fmla="*/ 136441 w 380184"/>
                <a:gd name="connsiteY114" fmla="*/ 262707 h 379721"/>
                <a:gd name="connsiteX115" fmla="*/ 148929 w 380184"/>
                <a:gd name="connsiteY115" fmla="*/ 276582 h 379721"/>
                <a:gd name="connsiteX116" fmla="*/ 161879 w 380184"/>
                <a:gd name="connsiteY116" fmla="*/ 282132 h 379721"/>
                <a:gd name="connsiteX117" fmla="*/ 174829 w 380184"/>
                <a:gd name="connsiteY117" fmla="*/ 276582 h 379721"/>
                <a:gd name="connsiteX118" fmla="*/ 220618 w 380184"/>
                <a:gd name="connsiteY118" fmla="*/ 230793 h 379721"/>
                <a:gd name="connsiteX119" fmla="*/ 233568 w 380184"/>
                <a:gd name="connsiteY119" fmla="*/ 243744 h 379721"/>
                <a:gd name="connsiteX120" fmla="*/ 194255 w 380184"/>
                <a:gd name="connsiteY120" fmla="*/ 283057 h 379721"/>
                <a:gd name="connsiteX121" fmla="*/ 188705 w 380184"/>
                <a:gd name="connsiteY121" fmla="*/ 296007 h 379721"/>
                <a:gd name="connsiteX122" fmla="*/ 194255 w 380184"/>
                <a:gd name="connsiteY122" fmla="*/ 308958 h 379721"/>
                <a:gd name="connsiteX123" fmla="*/ 259931 w 380184"/>
                <a:gd name="connsiteY123" fmla="*/ 374172 h 379721"/>
                <a:gd name="connsiteX124" fmla="*/ 272882 w 380184"/>
                <a:gd name="connsiteY124" fmla="*/ 379722 h 379721"/>
                <a:gd name="connsiteX125" fmla="*/ 285832 w 380184"/>
                <a:gd name="connsiteY125" fmla="*/ 374172 h 379721"/>
                <a:gd name="connsiteX126" fmla="*/ 374634 w 380184"/>
                <a:gd name="connsiteY126" fmla="*/ 286757 h 379721"/>
                <a:gd name="connsiteX127" fmla="*/ 380184 w 380184"/>
                <a:gd name="connsiteY127" fmla="*/ 273807 h 379721"/>
                <a:gd name="connsiteX128" fmla="*/ 374634 w 380184"/>
                <a:gd name="connsiteY128" fmla="*/ 260394 h 37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80184" h="379721" extrusionOk="0">
                  <a:moveTo>
                    <a:pt x="260394" y="348734"/>
                  </a:moveTo>
                  <a:lnTo>
                    <a:pt x="299707" y="309420"/>
                  </a:lnTo>
                  <a:lnTo>
                    <a:pt x="312658" y="322370"/>
                  </a:lnTo>
                  <a:lnTo>
                    <a:pt x="273344" y="361684"/>
                  </a:lnTo>
                  <a:lnTo>
                    <a:pt x="260394" y="348734"/>
                  </a:lnTo>
                  <a:close/>
                  <a:moveTo>
                    <a:pt x="246981" y="257156"/>
                  </a:moveTo>
                  <a:lnTo>
                    <a:pt x="259931" y="270107"/>
                  </a:lnTo>
                  <a:lnTo>
                    <a:pt x="220618" y="309420"/>
                  </a:lnTo>
                  <a:lnTo>
                    <a:pt x="207668" y="296470"/>
                  </a:lnTo>
                  <a:lnTo>
                    <a:pt x="246981" y="257156"/>
                  </a:lnTo>
                  <a:close/>
                  <a:moveTo>
                    <a:pt x="296470" y="208130"/>
                  </a:moveTo>
                  <a:lnTo>
                    <a:pt x="309420" y="221080"/>
                  </a:lnTo>
                  <a:lnTo>
                    <a:pt x="273344" y="257156"/>
                  </a:lnTo>
                  <a:lnTo>
                    <a:pt x="260394" y="244206"/>
                  </a:lnTo>
                  <a:lnTo>
                    <a:pt x="296470" y="208130"/>
                  </a:lnTo>
                  <a:close/>
                  <a:moveTo>
                    <a:pt x="286295" y="296470"/>
                  </a:moveTo>
                  <a:lnTo>
                    <a:pt x="246981" y="335783"/>
                  </a:lnTo>
                  <a:lnTo>
                    <a:pt x="234031" y="322833"/>
                  </a:lnTo>
                  <a:lnTo>
                    <a:pt x="273344" y="283520"/>
                  </a:lnTo>
                  <a:lnTo>
                    <a:pt x="286295" y="296470"/>
                  </a:lnTo>
                  <a:close/>
                  <a:moveTo>
                    <a:pt x="286295" y="270107"/>
                  </a:moveTo>
                  <a:lnTo>
                    <a:pt x="322371" y="234031"/>
                  </a:lnTo>
                  <a:lnTo>
                    <a:pt x="335321" y="246981"/>
                  </a:lnTo>
                  <a:lnTo>
                    <a:pt x="299245" y="283057"/>
                  </a:lnTo>
                  <a:lnTo>
                    <a:pt x="286295" y="270107"/>
                  </a:lnTo>
                  <a:close/>
                  <a:moveTo>
                    <a:pt x="325608" y="309420"/>
                  </a:moveTo>
                  <a:lnTo>
                    <a:pt x="312658" y="296470"/>
                  </a:lnTo>
                  <a:lnTo>
                    <a:pt x="348734" y="260394"/>
                  </a:lnTo>
                  <a:lnTo>
                    <a:pt x="361684" y="273344"/>
                  </a:lnTo>
                  <a:lnTo>
                    <a:pt x="325608" y="309420"/>
                  </a:lnTo>
                  <a:close/>
                  <a:moveTo>
                    <a:pt x="60589" y="332546"/>
                  </a:moveTo>
                  <a:lnTo>
                    <a:pt x="80477" y="312658"/>
                  </a:lnTo>
                  <a:lnTo>
                    <a:pt x="100365" y="332546"/>
                  </a:lnTo>
                  <a:lnTo>
                    <a:pt x="60589" y="332546"/>
                  </a:lnTo>
                  <a:close/>
                  <a:moveTo>
                    <a:pt x="67527" y="299707"/>
                  </a:moveTo>
                  <a:lnTo>
                    <a:pt x="47176" y="320058"/>
                  </a:lnTo>
                  <a:lnTo>
                    <a:pt x="47176" y="279357"/>
                  </a:lnTo>
                  <a:lnTo>
                    <a:pt x="67527" y="299707"/>
                  </a:lnTo>
                  <a:close/>
                  <a:moveTo>
                    <a:pt x="83715" y="172054"/>
                  </a:moveTo>
                  <a:lnTo>
                    <a:pt x="70764" y="159104"/>
                  </a:lnTo>
                  <a:lnTo>
                    <a:pt x="110078" y="119790"/>
                  </a:lnTo>
                  <a:lnTo>
                    <a:pt x="123028" y="132741"/>
                  </a:lnTo>
                  <a:lnTo>
                    <a:pt x="83715" y="172054"/>
                  </a:lnTo>
                  <a:close/>
                  <a:moveTo>
                    <a:pt x="57351" y="67527"/>
                  </a:moveTo>
                  <a:lnTo>
                    <a:pt x="70302" y="80477"/>
                  </a:lnTo>
                  <a:lnTo>
                    <a:pt x="30988" y="119790"/>
                  </a:lnTo>
                  <a:lnTo>
                    <a:pt x="18038" y="106840"/>
                  </a:lnTo>
                  <a:lnTo>
                    <a:pt x="57351" y="67527"/>
                  </a:lnTo>
                  <a:close/>
                  <a:moveTo>
                    <a:pt x="119790" y="31451"/>
                  </a:moveTo>
                  <a:lnTo>
                    <a:pt x="83715" y="67527"/>
                  </a:lnTo>
                  <a:lnTo>
                    <a:pt x="70764" y="54576"/>
                  </a:lnTo>
                  <a:lnTo>
                    <a:pt x="106378" y="18500"/>
                  </a:lnTo>
                  <a:lnTo>
                    <a:pt x="119790" y="31451"/>
                  </a:lnTo>
                  <a:close/>
                  <a:moveTo>
                    <a:pt x="96665" y="106840"/>
                  </a:moveTo>
                  <a:lnTo>
                    <a:pt x="57351" y="146154"/>
                  </a:lnTo>
                  <a:lnTo>
                    <a:pt x="44401" y="133203"/>
                  </a:lnTo>
                  <a:lnTo>
                    <a:pt x="83715" y="93890"/>
                  </a:lnTo>
                  <a:lnTo>
                    <a:pt x="96665" y="106840"/>
                  </a:lnTo>
                  <a:close/>
                  <a:moveTo>
                    <a:pt x="96665" y="80477"/>
                  </a:moveTo>
                  <a:lnTo>
                    <a:pt x="132741" y="44401"/>
                  </a:lnTo>
                  <a:lnTo>
                    <a:pt x="145691" y="57351"/>
                  </a:lnTo>
                  <a:lnTo>
                    <a:pt x="109615" y="93427"/>
                  </a:lnTo>
                  <a:lnTo>
                    <a:pt x="96665" y="80477"/>
                  </a:lnTo>
                  <a:close/>
                  <a:moveTo>
                    <a:pt x="135978" y="119790"/>
                  </a:moveTo>
                  <a:lnTo>
                    <a:pt x="123028" y="106840"/>
                  </a:lnTo>
                  <a:lnTo>
                    <a:pt x="159104" y="70764"/>
                  </a:lnTo>
                  <a:lnTo>
                    <a:pt x="172054" y="83715"/>
                  </a:lnTo>
                  <a:lnTo>
                    <a:pt x="135978" y="119790"/>
                  </a:lnTo>
                  <a:close/>
                  <a:moveTo>
                    <a:pt x="374634" y="260394"/>
                  </a:moveTo>
                  <a:lnTo>
                    <a:pt x="309420" y="195180"/>
                  </a:lnTo>
                  <a:cubicBezTo>
                    <a:pt x="305720" y="191480"/>
                    <a:pt x="301095" y="189630"/>
                    <a:pt x="296470" y="189630"/>
                  </a:cubicBezTo>
                  <a:cubicBezTo>
                    <a:pt x="291845" y="189630"/>
                    <a:pt x="286757" y="191480"/>
                    <a:pt x="283520" y="195180"/>
                  </a:cubicBezTo>
                  <a:lnTo>
                    <a:pt x="246981" y="231256"/>
                  </a:lnTo>
                  <a:lnTo>
                    <a:pt x="234031" y="218305"/>
                  </a:lnTo>
                  <a:lnTo>
                    <a:pt x="279819" y="172517"/>
                  </a:lnTo>
                  <a:cubicBezTo>
                    <a:pt x="283520" y="168817"/>
                    <a:pt x="285370" y="164192"/>
                    <a:pt x="285370" y="159566"/>
                  </a:cubicBezTo>
                  <a:cubicBezTo>
                    <a:pt x="285370" y="154479"/>
                    <a:pt x="283520" y="149854"/>
                    <a:pt x="279819" y="146616"/>
                  </a:cubicBezTo>
                  <a:lnTo>
                    <a:pt x="272419" y="138753"/>
                  </a:lnTo>
                  <a:lnTo>
                    <a:pt x="289532" y="129503"/>
                  </a:lnTo>
                  <a:lnTo>
                    <a:pt x="250681" y="90652"/>
                  </a:lnTo>
                  <a:lnTo>
                    <a:pt x="241431" y="107765"/>
                  </a:lnTo>
                  <a:lnTo>
                    <a:pt x="234031" y="100365"/>
                  </a:lnTo>
                  <a:cubicBezTo>
                    <a:pt x="230331" y="96665"/>
                    <a:pt x="225706" y="94815"/>
                    <a:pt x="221080" y="94815"/>
                  </a:cubicBezTo>
                  <a:cubicBezTo>
                    <a:pt x="215993" y="94815"/>
                    <a:pt x="211368" y="96665"/>
                    <a:pt x="208130" y="100365"/>
                  </a:cubicBezTo>
                  <a:lnTo>
                    <a:pt x="162342" y="146154"/>
                  </a:lnTo>
                  <a:lnTo>
                    <a:pt x="148929" y="133203"/>
                  </a:lnTo>
                  <a:lnTo>
                    <a:pt x="185005" y="97127"/>
                  </a:lnTo>
                  <a:cubicBezTo>
                    <a:pt x="188705" y="93427"/>
                    <a:pt x="190555" y="88802"/>
                    <a:pt x="190555" y="84177"/>
                  </a:cubicBezTo>
                  <a:cubicBezTo>
                    <a:pt x="190555" y="79089"/>
                    <a:pt x="188705" y="74464"/>
                    <a:pt x="185005" y="71227"/>
                  </a:cubicBezTo>
                  <a:lnTo>
                    <a:pt x="119790" y="5550"/>
                  </a:lnTo>
                  <a:cubicBezTo>
                    <a:pt x="116090" y="1850"/>
                    <a:pt x="111465" y="0"/>
                    <a:pt x="106378" y="0"/>
                  </a:cubicBezTo>
                  <a:cubicBezTo>
                    <a:pt x="101290" y="0"/>
                    <a:pt x="96665" y="1850"/>
                    <a:pt x="93427" y="5550"/>
                  </a:cubicBezTo>
                  <a:lnTo>
                    <a:pt x="5088" y="93890"/>
                  </a:lnTo>
                  <a:cubicBezTo>
                    <a:pt x="1850" y="97127"/>
                    <a:pt x="0" y="101753"/>
                    <a:pt x="0" y="106840"/>
                  </a:cubicBezTo>
                  <a:cubicBezTo>
                    <a:pt x="0" y="111928"/>
                    <a:pt x="1850" y="116553"/>
                    <a:pt x="5550" y="119790"/>
                  </a:cubicBezTo>
                  <a:lnTo>
                    <a:pt x="70764" y="185005"/>
                  </a:lnTo>
                  <a:cubicBezTo>
                    <a:pt x="74464" y="188705"/>
                    <a:pt x="79089" y="190555"/>
                    <a:pt x="83715" y="190555"/>
                  </a:cubicBezTo>
                  <a:cubicBezTo>
                    <a:pt x="88340" y="190555"/>
                    <a:pt x="93427" y="188705"/>
                    <a:pt x="96665" y="185005"/>
                  </a:cubicBezTo>
                  <a:lnTo>
                    <a:pt x="135978" y="145691"/>
                  </a:lnTo>
                  <a:lnTo>
                    <a:pt x="148929" y="158641"/>
                  </a:lnTo>
                  <a:lnTo>
                    <a:pt x="103140" y="204430"/>
                  </a:lnTo>
                  <a:cubicBezTo>
                    <a:pt x="99440" y="208130"/>
                    <a:pt x="97590" y="212755"/>
                    <a:pt x="97590" y="217380"/>
                  </a:cubicBezTo>
                  <a:cubicBezTo>
                    <a:pt x="97590" y="222468"/>
                    <a:pt x="99440" y="227093"/>
                    <a:pt x="103140" y="230331"/>
                  </a:cubicBezTo>
                  <a:lnTo>
                    <a:pt x="116553" y="243281"/>
                  </a:lnTo>
                  <a:lnTo>
                    <a:pt x="102678" y="257156"/>
                  </a:lnTo>
                  <a:cubicBezTo>
                    <a:pt x="71689" y="232643"/>
                    <a:pt x="34226" y="227093"/>
                    <a:pt x="14800" y="246981"/>
                  </a:cubicBezTo>
                  <a:lnTo>
                    <a:pt x="28676" y="260394"/>
                  </a:lnTo>
                  <a:lnTo>
                    <a:pt x="28213" y="329771"/>
                  </a:lnTo>
                  <a:cubicBezTo>
                    <a:pt x="18963" y="331158"/>
                    <a:pt x="12025" y="339483"/>
                    <a:pt x="12488" y="349196"/>
                  </a:cubicBezTo>
                  <a:cubicBezTo>
                    <a:pt x="12950" y="358909"/>
                    <a:pt x="20813" y="366309"/>
                    <a:pt x="30526" y="366309"/>
                  </a:cubicBezTo>
                  <a:cubicBezTo>
                    <a:pt x="40238" y="366772"/>
                    <a:pt x="48101" y="359371"/>
                    <a:pt x="49489" y="350121"/>
                  </a:cubicBezTo>
                  <a:lnTo>
                    <a:pt x="118865" y="350584"/>
                  </a:lnTo>
                  <a:lnTo>
                    <a:pt x="132741" y="364459"/>
                  </a:lnTo>
                  <a:cubicBezTo>
                    <a:pt x="152166" y="345034"/>
                    <a:pt x="147079" y="307570"/>
                    <a:pt x="122566" y="276582"/>
                  </a:cubicBezTo>
                  <a:lnTo>
                    <a:pt x="136441" y="262707"/>
                  </a:lnTo>
                  <a:lnTo>
                    <a:pt x="148929" y="276582"/>
                  </a:lnTo>
                  <a:cubicBezTo>
                    <a:pt x="152629" y="280282"/>
                    <a:pt x="157254" y="282132"/>
                    <a:pt x="161879" y="282132"/>
                  </a:cubicBezTo>
                  <a:cubicBezTo>
                    <a:pt x="166967" y="282132"/>
                    <a:pt x="171592" y="280282"/>
                    <a:pt x="174829" y="276582"/>
                  </a:cubicBezTo>
                  <a:lnTo>
                    <a:pt x="220618" y="230793"/>
                  </a:lnTo>
                  <a:lnTo>
                    <a:pt x="233568" y="243744"/>
                  </a:lnTo>
                  <a:lnTo>
                    <a:pt x="194255" y="283057"/>
                  </a:lnTo>
                  <a:cubicBezTo>
                    <a:pt x="190555" y="286757"/>
                    <a:pt x="188705" y="291382"/>
                    <a:pt x="188705" y="296007"/>
                  </a:cubicBezTo>
                  <a:cubicBezTo>
                    <a:pt x="188705" y="300632"/>
                    <a:pt x="190555" y="305720"/>
                    <a:pt x="194255" y="308958"/>
                  </a:cubicBezTo>
                  <a:lnTo>
                    <a:pt x="259931" y="374172"/>
                  </a:lnTo>
                  <a:cubicBezTo>
                    <a:pt x="263632" y="377872"/>
                    <a:pt x="268257" y="379722"/>
                    <a:pt x="272882" y="379722"/>
                  </a:cubicBezTo>
                  <a:cubicBezTo>
                    <a:pt x="277969" y="379722"/>
                    <a:pt x="282595" y="377872"/>
                    <a:pt x="285832" y="374172"/>
                  </a:cubicBezTo>
                  <a:lnTo>
                    <a:pt x="374634" y="286757"/>
                  </a:lnTo>
                  <a:cubicBezTo>
                    <a:pt x="378334" y="283057"/>
                    <a:pt x="380184" y="278432"/>
                    <a:pt x="380184" y="273807"/>
                  </a:cubicBezTo>
                  <a:cubicBezTo>
                    <a:pt x="380184" y="268719"/>
                    <a:pt x="378334" y="264094"/>
                    <a:pt x="374634" y="260394"/>
                  </a:cubicBezTo>
                  <a:close/>
                </a:path>
              </a:pathLst>
            </a:custGeom>
            <a:solidFill>
              <a:srgbClr val="282829">
                <a:alpha val="50000"/>
              </a:srgbClr>
            </a:solidFill>
            <a:ln w="4564" cap="flat">
              <a:noFill/>
              <a:prstDash val="solid"/>
              <a:miter/>
            </a:ln>
          </p:spPr>
          <p:txBody>
            <a:bodyPr rtlCol="0" anchor="ctr"/>
            <a:lstStyle/>
            <a:p>
              <a:pPr>
                <a:defRPr/>
              </a:pPr>
              <a:endParaRPr lang="en-IN"/>
            </a:p>
          </p:txBody>
        </p:sp>
        <p:sp>
          <p:nvSpPr>
            <p:cNvPr id="50" name="Freeform: Shape 49"/>
            <p:cNvSpPr/>
            <p:nvPr/>
          </p:nvSpPr>
          <p:spPr bwMode="auto">
            <a:xfrm flipH="1">
              <a:off x="185939"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1" name="Freeform: Shape 50"/>
            <p:cNvSpPr/>
            <p:nvPr/>
          </p:nvSpPr>
          <p:spPr bwMode="auto">
            <a:xfrm flipH="1">
              <a:off x="185939"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2" name="Freeform: Shape 51"/>
            <p:cNvSpPr/>
            <p:nvPr/>
          </p:nvSpPr>
          <p:spPr bwMode="auto">
            <a:xfrm flipH="1">
              <a:off x="185939"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3" name="Freeform: Shape 52"/>
            <p:cNvSpPr/>
            <p:nvPr/>
          </p:nvSpPr>
          <p:spPr bwMode="auto">
            <a:xfrm flipH="1">
              <a:off x="185939"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4" name="Freeform: Shape 53"/>
            <p:cNvSpPr/>
            <p:nvPr/>
          </p:nvSpPr>
          <p:spPr bwMode="auto">
            <a:xfrm flipH="1">
              <a:off x="185939"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5" name="Freeform: Shape 54"/>
            <p:cNvSpPr/>
            <p:nvPr/>
          </p:nvSpPr>
          <p:spPr bwMode="auto">
            <a:xfrm flipH="1">
              <a:off x="185939"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6" name="Freeform: Shape 55"/>
            <p:cNvSpPr/>
            <p:nvPr/>
          </p:nvSpPr>
          <p:spPr bwMode="auto">
            <a:xfrm flipH="1">
              <a:off x="23537" y="172554"/>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7" name="Freeform: Shape 56"/>
            <p:cNvSpPr/>
            <p:nvPr/>
          </p:nvSpPr>
          <p:spPr bwMode="auto">
            <a:xfrm flipH="1">
              <a:off x="23537" y="191383"/>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8" name="Freeform: Shape 57"/>
            <p:cNvSpPr/>
            <p:nvPr/>
          </p:nvSpPr>
          <p:spPr bwMode="auto">
            <a:xfrm flipH="1">
              <a:off x="23537" y="153725"/>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59" name="Freeform: Shape 58"/>
            <p:cNvSpPr/>
            <p:nvPr/>
          </p:nvSpPr>
          <p:spPr bwMode="auto">
            <a:xfrm flipH="1">
              <a:off x="23537" y="97237"/>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0" name="Freeform: Shape 59"/>
            <p:cNvSpPr/>
            <p:nvPr/>
          </p:nvSpPr>
          <p:spPr bwMode="auto">
            <a:xfrm flipH="1">
              <a:off x="23537" y="13489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1" name="Freeform: Shape 60"/>
            <p:cNvSpPr/>
            <p:nvPr/>
          </p:nvSpPr>
          <p:spPr bwMode="auto">
            <a:xfrm flipH="1">
              <a:off x="23537" y="116066"/>
              <a:ext cx="16475" cy="9414"/>
            </a:xfrm>
            <a:custGeom>
              <a:avLst/>
              <a:gdLst>
                <a:gd name="connsiteX0" fmla="*/ 0 w 16475"/>
                <a:gd name="connsiteY0" fmla="*/ 0 h 9414"/>
                <a:gd name="connsiteX1" fmla="*/ 16476 w 16475"/>
                <a:gd name="connsiteY1" fmla="*/ 0 h 9414"/>
                <a:gd name="connsiteX2" fmla="*/ 16476 w 16475"/>
                <a:gd name="connsiteY2" fmla="*/ 9415 h 9414"/>
                <a:gd name="connsiteX3" fmla="*/ 0 w 16475"/>
                <a:gd name="connsiteY3" fmla="*/ 9415 h 9414"/>
              </a:gdLst>
              <a:ahLst/>
              <a:cxnLst>
                <a:cxn ang="0">
                  <a:pos x="connsiteX0" y="connsiteY0"/>
                </a:cxn>
                <a:cxn ang="0">
                  <a:pos x="connsiteX1" y="connsiteY1"/>
                </a:cxn>
                <a:cxn ang="0">
                  <a:pos x="connsiteX2" y="connsiteY2"/>
                </a:cxn>
                <a:cxn ang="0">
                  <a:pos x="connsiteX3" y="connsiteY3"/>
                </a:cxn>
              </a:cxnLst>
              <a:rect l="l" t="t" r="r" b="b"/>
              <a:pathLst>
                <a:path w="16475" h="9414" extrusionOk="0">
                  <a:moveTo>
                    <a:pt x="0" y="0"/>
                  </a:moveTo>
                  <a:lnTo>
                    <a:pt x="16476" y="0"/>
                  </a:lnTo>
                  <a:lnTo>
                    <a:pt x="16476" y="9415"/>
                  </a:lnTo>
                  <a:lnTo>
                    <a:pt x="0" y="941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2" name="Freeform: Shape 61"/>
            <p:cNvSpPr/>
            <p:nvPr/>
          </p:nvSpPr>
          <p:spPr bwMode="auto">
            <a:xfrm flipH="1">
              <a:off x="98854"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3" name="Freeform: Shape 62"/>
            <p:cNvSpPr/>
            <p:nvPr/>
          </p:nvSpPr>
          <p:spPr bwMode="auto">
            <a:xfrm flipH="1">
              <a:off x="6119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4" name="Freeform: Shape 63"/>
            <p:cNvSpPr/>
            <p:nvPr/>
          </p:nvSpPr>
          <p:spPr bwMode="auto">
            <a:xfrm flipH="1">
              <a:off x="80025"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5" name="Freeform: Shape 64"/>
            <p:cNvSpPr/>
            <p:nvPr/>
          </p:nvSpPr>
          <p:spPr bwMode="auto">
            <a:xfrm flipH="1">
              <a:off x="11768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6" name="Freeform: Shape 65"/>
            <p:cNvSpPr/>
            <p:nvPr/>
          </p:nvSpPr>
          <p:spPr bwMode="auto">
            <a:xfrm flipH="1">
              <a:off x="155342"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7" name="Freeform: Shape 66"/>
            <p:cNvSpPr/>
            <p:nvPr/>
          </p:nvSpPr>
          <p:spPr bwMode="auto">
            <a:xfrm flipH="1">
              <a:off x="136513" y="59579"/>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8" name="Freeform: Shape 67"/>
            <p:cNvSpPr/>
            <p:nvPr/>
          </p:nvSpPr>
          <p:spPr bwMode="auto">
            <a:xfrm flipH="1">
              <a:off x="13651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69" name="Freeform: Shape 68"/>
            <p:cNvSpPr/>
            <p:nvPr/>
          </p:nvSpPr>
          <p:spPr bwMode="auto">
            <a:xfrm flipH="1">
              <a:off x="155342"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0" name="Freeform: Shape 69"/>
            <p:cNvSpPr/>
            <p:nvPr/>
          </p:nvSpPr>
          <p:spPr bwMode="auto">
            <a:xfrm flipH="1">
              <a:off x="117683"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1" name="Freeform: Shape 70"/>
            <p:cNvSpPr/>
            <p:nvPr/>
          </p:nvSpPr>
          <p:spPr bwMode="auto">
            <a:xfrm flipH="1">
              <a:off x="98854"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2" name="Freeform: Shape 71"/>
            <p:cNvSpPr/>
            <p:nvPr/>
          </p:nvSpPr>
          <p:spPr bwMode="auto">
            <a:xfrm flipH="1">
              <a:off x="8002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3" name="Freeform: Shape 72"/>
            <p:cNvSpPr/>
            <p:nvPr/>
          </p:nvSpPr>
          <p:spPr bwMode="auto">
            <a:xfrm flipH="1">
              <a:off x="61195" y="221981"/>
              <a:ext cx="9414" cy="16475"/>
            </a:xfrm>
            <a:custGeom>
              <a:avLst/>
              <a:gdLst>
                <a:gd name="connsiteX0" fmla="*/ 0 w 9414"/>
                <a:gd name="connsiteY0" fmla="*/ 0 h 16475"/>
                <a:gd name="connsiteX1" fmla="*/ 9415 w 9414"/>
                <a:gd name="connsiteY1" fmla="*/ 0 h 16475"/>
                <a:gd name="connsiteX2" fmla="*/ 9415 w 9414"/>
                <a:gd name="connsiteY2" fmla="*/ 16476 h 16475"/>
                <a:gd name="connsiteX3" fmla="*/ 0 w 9414"/>
                <a:gd name="connsiteY3" fmla="*/ 16476 h 16475"/>
              </a:gdLst>
              <a:ahLst/>
              <a:cxnLst>
                <a:cxn ang="0">
                  <a:pos x="connsiteX0" y="connsiteY0"/>
                </a:cxn>
                <a:cxn ang="0">
                  <a:pos x="connsiteX1" y="connsiteY1"/>
                </a:cxn>
                <a:cxn ang="0">
                  <a:pos x="connsiteX2" y="connsiteY2"/>
                </a:cxn>
                <a:cxn ang="0">
                  <a:pos x="connsiteX3" y="connsiteY3"/>
                </a:cxn>
              </a:cxnLst>
              <a:rect l="l" t="t" r="r" b="b"/>
              <a:pathLst>
                <a:path w="9414" h="16475" extrusionOk="0">
                  <a:moveTo>
                    <a:pt x="0" y="0"/>
                  </a:moveTo>
                  <a:lnTo>
                    <a:pt x="9415" y="0"/>
                  </a:lnTo>
                  <a:lnTo>
                    <a:pt x="9415" y="16476"/>
                  </a:lnTo>
                  <a:lnTo>
                    <a:pt x="0" y="1647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4" name="Freeform: Shape 73"/>
            <p:cNvSpPr/>
            <p:nvPr/>
          </p:nvSpPr>
          <p:spPr bwMode="auto">
            <a:xfrm flipH="1">
              <a:off x="82379" y="118420"/>
              <a:ext cx="61194" cy="61194"/>
            </a:xfrm>
            <a:custGeom>
              <a:avLst/>
              <a:gdLst>
                <a:gd name="connsiteX0" fmla="*/ 0 w 61194"/>
                <a:gd name="connsiteY0" fmla="*/ 0 h 61194"/>
                <a:gd name="connsiteX1" fmla="*/ 61195 w 61194"/>
                <a:gd name="connsiteY1" fmla="*/ 0 h 61194"/>
                <a:gd name="connsiteX2" fmla="*/ 61195 w 61194"/>
                <a:gd name="connsiteY2" fmla="*/ 61195 h 61194"/>
                <a:gd name="connsiteX3" fmla="*/ 0 w 61194"/>
                <a:gd name="connsiteY3" fmla="*/ 61195 h 61194"/>
              </a:gdLst>
              <a:ahLst/>
              <a:cxnLst>
                <a:cxn ang="0">
                  <a:pos x="connsiteX0" y="connsiteY0"/>
                </a:cxn>
                <a:cxn ang="0">
                  <a:pos x="connsiteX1" y="connsiteY1"/>
                </a:cxn>
                <a:cxn ang="0">
                  <a:pos x="connsiteX2" y="connsiteY2"/>
                </a:cxn>
                <a:cxn ang="0">
                  <a:pos x="connsiteX3" y="connsiteY3"/>
                </a:cxn>
              </a:cxnLst>
              <a:rect l="l" t="t" r="r" b="b"/>
              <a:pathLst>
                <a:path w="61194" h="61194" extrusionOk="0">
                  <a:moveTo>
                    <a:pt x="0" y="0"/>
                  </a:moveTo>
                  <a:lnTo>
                    <a:pt x="61195" y="0"/>
                  </a:lnTo>
                  <a:lnTo>
                    <a:pt x="61195" y="61195"/>
                  </a:lnTo>
                  <a:lnTo>
                    <a:pt x="0" y="61195"/>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5" name="Freeform: Shape 74"/>
            <p:cNvSpPr/>
            <p:nvPr/>
          </p:nvSpPr>
          <p:spPr bwMode="auto">
            <a:xfrm flipH="1">
              <a:off x="49428" y="85469"/>
              <a:ext cx="127096" cy="127096"/>
            </a:xfrm>
            <a:custGeom>
              <a:avLst/>
              <a:gdLst>
                <a:gd name="connsiteX0" fmla="*/ 117682 w 127096"/>
                <a:gd name="connsiteY0" fmla="*/ 0 h 127096"/>
                <a:gd name="connsiteX1" fmla="*/ 9415 w 127096"/>
                <a:gd name="connsiteY1" fmla="*/ 0 h 127096"/>
                <a:gd name="connsiteX2" fmla="*/ 0 w 127096"/>
                <a:gd name="connsiteY2" fmla="*/ 9415 h 127096"/>
                <a:gd name="connsiteX3" fmla="*/ 0 w 127096"/>
                <a:gd name="connsiteY3" fmla="*/ 117682 h 127096"/>
                <a:gd name="connsiteX4" fmla="*/ 9415 w 127096"/>
                <a:gd name="connsiteY4" fmla="*/ 127097 h 127096"/>
                <a:gd name="connsiteX5" fmla="*/ 117682 w 127096"/>
                <a:gd name="connsiteY5" fmla="*/ 127097 h 127096"/>
                <a:gd name="connsiteX6" fmla="*/ 127097 w 127096"/>
                <a:gd name="connsiteY6" fmla="*/ 117682 h 127096"/>
                <a:gd name="connsiteX7" fmla="*/ 127097 w 127096"/>
                <a:gd name="connsiteY7" fmla="*/ 9415 h 127096"/>
                <a:gd name="connsiteX8" fmla="*/ 117682 w 127096"/>
                <a:gd name="connsiteY8" fmla="*/ 0 h 127096"/>
                <a:gd name="connsiteX9" fmla="*/ 103560 w 127096"/>
                <a:gd name="connsiteY9" fmla="*/ 103560 h 127096"/>
                <a:gd name="connsiteX10" fmla="*/ 23536 w 127096"/>
                <a:gd name="connsiteY10" fmla="*/ 103560 h 127096"/>
                <a:gd name="connsiteX11" fmla="*/ 23536 w 127096"/>
                <a:gd name="connsiteY11" fmla="*/ 23536 h 127096"/>
                <a:gd name="connsiteX12" fmla="*/ 103560 w 127096"/>
                <a:gd name="connsiteY12" fmla="*/ 23536 h 12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096" h="127096" extrusionOk="0">
                  <a:moveTo>
                    <a:pt x="117682" y="0"/>
                  </a:moveTo>
                  <a:lnTo>
                    <a:pt x="9415" y="0"/>
                  </a:lnTo>
                  <a:cubicBezTo>
                    <a:pt x="4215" y="0"/>
                    <a:pt x="0" y="4215"/>
                    <a:pt x="0" y="9415"/>
                  </a:cubicBezTo>
                  <a:lnTo>
                    <a:pt x="0" y="117682"/>
                  </a:lnTo>
                  <a:cubicBezTo>
                    <a:pt x="0" y="122882"/>
                    <a:pt x="4215" y="127097"/>
                    <a:pt x="9415" y="127097"/>
                  </a:cubicBezTo>
                  <a:lnTo>
                    <a:pt x="117682" y="127097"/>
                  </a:lnTo>
                  <a:cubicBezTo>
                    <a:pt x="122882" y="127097"/>
                    <a:pt x="127097" y="122882"/>
                    <a:pt x="127097" y="117682"/>
                  </a:cubicBezTo>
                  <a:lnTo>
                    <a:pt x="127097" y="9415"/>
                  </a:lnTo>
                  <a:cubicBezTo>
                    <a:pt x="127097" y="4215"/>
                    <a:pt x="122882" y="0"/>
                    <a:pt x="117682" y="0"/>
                  </a:cubicBezTo>
                  <a:close/>
                  <a:moveTo>
                    <a:pt x="103560" y="103560"/>
                  </a:moveTo>
                  <a:lnTo>
                    <a:pt x="23536" y="103560"/>
                  </a:lnTo>
                  <a:lnTo>
                    <a:pt x="23536" y="23536"/>
                  </a:lnTo>
                  <a:lnTo>
                    <a:pt x="103560" y="23536"/>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76" name="Freeform: Shape 75"/>
            <p:cNvSpPr/>
            <p:nvPr/>
          </p:nvSpPr>
          <p:spPr bwMode="auto">
            <a:xfrm flipH="1">
              <a:off x="520003" y="2685647"/>
              <a:ext cx="120245" cy="81342"/>
            </a:xfrm>
            <a:custGeom>
              <a:avLst/>
              <a:gdLst>
                <a:gd name="connsiteX0" fmla="*/ 109636 w 120245"/>
                <a:gd name="connsiteY0" fmla="*/ 70733 h 81342"/>
                <a:gd name="connsiteX1" fmla="*/ 10610 w 120245"/>
                <a:gd name="connsiteY1" fmla="*/ 70733 h 81342"/>
                <a:gd name="connsiteX2" fmla="*/ 10610 w 120245"/>
                <a:gd name="connsiteY2" fmla="*/ 10610 h 81342"/>
                <a:gd name="connsiteX3" fmla="*/ 109636 w 120245"/>
                <a:gd name="connsiteY3" fmla="*/ 10610 h 81342"/>
                <a:gd name="connsiteX4" fmla="*/ 120246 w 120245"/>
                <a:gd name="connsiteY4" fmla="*/ 7073 h 81342"/>
                <a:gd name="connsiteX5" fmla="*/ 113173 w 120245"/>
                <a:gd name="connsiteY5" fmla="*/ 0 h 81342"/>
                <a:gd name="connsiteX6" fmla="*/ 7073 w 120245"/>
                <a:gd name="connsiteY6" fmla="*/ 0 h 81342"/>
                <a:gd name="connsiteX7" fmla="*/ 0 w 120245"/>
                <a:gd name="connsiteY7" fmla="*/ 7073 h 81342"/>
                <a:gd name="connsiteX8" fmla="*/ 0 w 120245"/>
                <a:gd name="connsiteY8" fmla="*/ 81343 h 81342"/>
                <a:gd name="connsiteX9" fmla="*/ 120246 w 120245"/>
                <a:gd name="connsiteY9" fmla="*/ 81343 h 8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45" h="81342" extrusionOk="0">
                  <a:moveTo>
                    <a:pt x="109636" y="70733"/>
                  </a:moveTo>
                  <a:lnTo>
                    <a:pt x="10610" y="70733"/>
                  </a:lnTo>
                  <a:lnTo>
                    <a:pt x="10610" y="10610"/>
                  </a:lnTo>
                  <a:lnTo>
                    <a:pt x="109636" y="10610"/>
                  </a:lnTo>
                  <a:close/>
                  <a:moveTo>
                    <a:pt x="120246" y="7073"/>
                  </a:moveTo>
                  <a:cubicBezTo>
                    <a:pt x="120246" y="3167"/>
                    <a:pt x="117079" y="0"/>
                    <a:pt x="113173" y="0"/>
                  </a:cubicBezTo>
                  <a:lnTo>
                    <a:pt x="7073" y="0"/>
                  </a:lnTo>
                  <a:cubicBezTo>
                    <a:pt x="3167" y="0"/>
                    <a:pt x="0" y="3167"/>
                    <a:pt x="0" y="7073"/>
                  </a:cubicBezTo>
                  <a:lnTo>
                    <a:pt x="0" y="81343"/>
                  </a:lnTo>
                  <a:lnTo>
                    <a:pt x="120246" y="81343"/>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77" name="Freeform: Shape 76"/>
            <p:cNvSpPr/>
            <p:nvPr/>
          </p:nvSpPr>
          <p:spPr bwMode="auto">
            <a:xfrm flipH="1">
              <a:off x="498784" y="2774063"/>
              <a:ext cx="162685" cy="10609"/>
            </a:xfrm>
            <a:custGeom>
              <a:avLst/>
              <a:gdLst>
                <a:gd name="connsiteX0" fmla="*/ 91953 w 162685"/>
                <a:gd name="connsiteY0" fmla="*/ 0 h 10609"/>
                <a:gd name="connsiteX1" fmla="*/ 91953 w 162685"/>
                <a:gd name="connsiteY1" fmla="*/ 1768 h 10609"/>
                <a:gd name="connsiteX2" fmla="*/ 90404 w 162685"/>
                <a:gd name="connsiteY2" fmla="*/ 3537 h 10609"/>
                <a:gd name="connsiteX3" fmla="*/ 90184 w 162685"/>
                <a:gd name="connsiteY3" fmla="*/ 3537 h 10609"/>
                <a:gd name="connsiteX4" fmla="*/ 72501 w 162685"/>
                <a:gd name="connsiteY4" fmla="*/ 3537 h 10609"/>
                <a:gd name="connsiteX5" fmla="*/ 70733 w 162685"/>
                <a:gd name="connsiteY5" fmla="*/ 1988 h 10609"/>
                <a:gd name="connsiteX6" fmla="*/ 70733 w 162685"/>
                <a:gd name="connsiteY6" fmla="*/ 1768 h 10609"/>
                <a:gd name="connsiteX7" fmla="*/ 70733 w 162685"/>
                <a:gd name="connsiteY7" fmla="*/ 0 h 10609"/>
                <a:gd name="connsiteX8" fmla="*/ 0 w 162685"/>
                <a:gd name="connsiteY8" fmla="*/ 0 h 10609"/>
                <a:gd name="connsiteX9" fmla="*/ 0 w 162685"/>
                <a:gd name="connsiteY9" fmla="*/ 3537 h 10609"/>
                <a:gd name="connsiteX10" fmla="*/ 7073 w 162685"/>
                <a:gd name="connsiteY10" fmla="*/ 10610 h 10609"/>
                <a:gd name="connsiteX11" fmla="*/ 155612 w 162685"/>
                <a:gd name="connsiteY11" fmla="*/ 10610 h 10609"/>
                <a:gd name="connsiteX12" fmla="*/ 162686 w 162685"/>
                <a:gd name="connsiteY12" fmla="*/ 3537 h 10609"/>
                <a:gd name="connsiteX13" fmla="*/ 162686 w 162685"/>
                <a:gd name="connsiteY13" fmla="*/ 0 h 1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685" h="10609" extrusionOk="0">
                  <a:moveTo>
                    <a:pt x="91953" y="0"/>
                  </a:moveTo>
                  <a:lnTo>
                    <a:pt x="91953" y="1768"/>
                  </a:lnTo>
                  <a:cubicBezTo>
                    <a:pt x="92013" y="2684"/>
                    <a:pt x="91320" y="3476"/>
                    <a:pt x="90404" y="3537"/>
                  </a:cubicBezTo>
                  <a:cubicBezTo>
                    <a:pt x="90331" y="3541"/>
                    <a:pt x="90258" y="3541"/>
                    <a:pt x="90184" y="3537"/>
                  </a:cubicBezTo>
                  <a:lnTo>
                    <a:pt x="72501" y="3537"/>
                  </a:lnTo>
                  <a:cubicBezTo>
                    <a:pt x="71585" y="3597"/>
                    <a:pt x="70794" y="2904"/>
                    <a:pt x="70733" y="1988"/>
                  </a:cubicBezTo>
                  <a:cubicBezTo>
                    <a:pt x="70728" y="1915"/>
                    <a:pt x="70728" y="1841"/>
                    <a:pt x="70733" y="1768"/>
                  </a:cubicBezTo>
                  <a:lnTo>
                    <a:pt x="70733" y="0"/>
                  </a:lnTo>
                  <a:lnTo>
                    <a:pt x="0" y="0"/>
                  </a:lnTo>
                  <a:lnTo>
                    <a:pt x="0" y="3537"/>
                  </a:lnTo>
                  <a:cubicBezTo>
                    <a:pt x="0" y="7443"/>
                    <a:pt x="3167" y="10610"/>
                    <a:pt x="7073" y="10610"/>
                  </a:cubicBezTo>
                  <a:lnTo>
                    <a:pt x="155612" y="10610"/>
                  </a:lnTo>
                  <a:cubicBezTo>
                    <a:pt x="159519" y="10610"/>
                    <a:pt x="162686" y="7443"/>
                    <a:pt x="162686" y="3537"/>
                  </a:cubicBezTo>
                  <a:lnTo>
                    <a:pt x="162686" y="0"/>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78" name="Freeform: Shape 77"/>
            <p:cNvSpPr/>
            <p:nvPr/>
          </p:nvSpPr>
          <p:spPr bwMode="auto">
            <a:xfrm flipH="1">
              <a:off x="555370" y="2701562"/>
              <a:ext cx="49513" cy="49513"/>
            </a:xfrm>
            <a:custGeom>
              <a:avLst/>
              <a:gdLst>
                <a:gd name="connsiteX0" fmla="*/ 24757 w 49513"/>
                <a:gd name="connsiteY0" fmla="*/ 0 h 49513"/>
                <a:gd name="connsiteX1" fmla="*/ 0 w 49513"/>
                <a:gd name="connsiteY1" fmla="*/ 24757 h 49513"/>
                <a:gd name="connsiteX2" fmla="*/ 24757 w 49513"/>
                <a:gd name="connsiteY2" fmla="*/ 49513 h 49513"/>
                <a:gd name="connsiteX3" fmla="*/ 49513 w 49513"/>
                <a:gd name="connsiteY3" fmla="*/ 24757 h 49513"/>
                <a:gd name="connsiteX4" fmla="*/ 24757 w 49513"/>
                <a:gd name="connsiteY4" fmla="*/ 0 h 49513"/>
                <a:gd name="connsiteX5" fmla="*/ 26525 w 49513"/>
                <a:gd name="connsiteY5" fmla="*/ 26525 h 49513"/>
                <a:gd name="connsiteX6" fmla="*/ 34641 w 49513"/>
                <a:gd name="connsiteY6" fmla="*/ 26525 h 49513"/>
                <a:gd name="connsiteX7" fmla="*/ 26525 w 49513"/>
                <a:gd name="connsiteY7" fmla="*/ 42634 h 49513"/>
                <a:gd name="connsiteX8" fmla="*/ 26525 w 49513"/>
                <a:gd name="connsiteY8" fmla="*/ 22988 h 49513"/>
                <a:gd name="connsiteX9" fmla="*/ 26525 w 49513"/>
                <a:gd name="connsiteY9" fmla="*/ 6861 h 49513"/>
                <a:gd name="connsiteX10" fmla="*/ 34641 w 49513"/>
                <a:gd name="connsiteY10" fmla="*/ 22988 h 49513"/>
                <a:gd name="connsiteX11" fmla="*/ 22988 w 49513"/>
                <a:gd name="connsiteY11" fmla="*/ 22988 h 49513"/>
                <a:gd name="connsiteX12" fmla="*/ 15137 w 49513"/>
                <a:gd name="connsiteY12" fmla="*/ 22988 h 49513"/>
                <a:gd name="connsiteX13" fmla="*/ 22988 w 49513"/>
                <a:gd name="connsiteY13" fmla="*/ 7073 h 49513"/>
                <a:gd name="connsiteX14" fmla="*/ 22988 w 49513"/>
                <a:gd name="connsiteY14" fmla="*/ 26525 h 49513"/>
                <a:gd name="connsiteX15" fmla="*/ 22988 w 49513"/>
                <a:gd name="connsiteY15" fmla="*/ 42440 h 49513"/>
                <a:gd name="connsiteX16" fmla="*/ 15137 w 49513"/>
                <a:gd name="connsiteY16" fmla="*/ 26525 h 49513"/>
                <a:gd name="connsiteX17" fmla="*/ 11583 w 49513"/>
                <a:gd name="connsiteY17" fmla="*/ 22988 h 49513"/>
                <a:gd name="connsiteX18" fmla="*/ 4014 w 49513"/>
                <a:gd name="connsiteY18" fmla="*/ 22988 h 49513"/>
                <a:gd name="connsiteX19" fmla="*/ 20760 w 49513"/>
                <a:gd name="connsiteY19" fmla="*/ 4332 h 49513"/>
                <a:gd name="connsiteX20" fmla="*/ 11583 w 49513"/>
                <a:gd name="connsiteY20" fmla="*/ 22988 h 49513"/>
                <a:gd name="connsiteX21" fmla="*/ 11583 w 49513"/>
                <a:gd name="connsiteY21" fmla="*/ 26525 h 49513"/>
                <a:gd name="connsiteX22" fmla="*/ 20795 w 49513"/>
                <a:gd name="connsiteY22" fmla="*/ 45198 h 49513"/>
                <a:gd name="connsiteX23" fmla="*/ 4014 w 49513"/>
                <a:gd name="connsiteY23" fmla="*/ 26525 h 49513"/>
                <a:gd name="connsiteX24" fmla="*/ 38196 w 49513"/>
                <a:gd name="connsiteY24" fmla="*/ 26525 h 49513"/>
                <a:gd name="connsiteX25" fmla="*/ 45499 w 49513"/>
                <a:gd name="connsiteY25" fmla="*/ 26525 h 49513"/>
                <a:gd name="connsiteX26" fmla="*/ 29036 w 49513"/>
                <a:gd name="connsiteY26" fmla="*/ 45128 h 49513"/>
                <a:gd name="connsiteX27" fmla="*/ 38196 w 49513"/>
                <a:gd name="connsiteY27" fmla="*/ 26525 h 49513"/>
                <a:gd name="connsiteX28" fmla="*/ 38196 w 49513"/>
                <a:gd name="connsiteY28" fmla="*/ 22988 h 49513"/>
                <a:gd name="connsiteX29" fmla="*/ 29089 w 49513"/>
                <a:gd name="connsiteY29" fmla="*/ 4403 h 49513"/>
                <a:gd name="connsiteX30" fmla="*/ 45499 w 49513"/>
                <a:gd name="connsiteY30" fmla="*/ 22988 h 4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513" h="49513" extrusionOk="0">
                  <a:moveTo>
                    <a:pt x="24757" y="0"/>
                  </a:moveTo>
                  <a:cubicBezTo>
                    <a:pt x="11084" y="0"/>
                    <a:pt x="0" y="11084"/>
                    <a:pt x="0" y="24757"/>
                  </a:cubicBezTo>
                  <a:cubicBezTo>
                    <a:pt x="0" y="38429"/>
                    <a:pt x="11084" y="49513"/>
                    <a:pt x="24757" y="49513"/>
                  </a:cubicBezTo>
                  <a:cubicBezTo>
                    <a:pt x="38429" y="49513"/>
                    <a:pt x="49513" y="38429"/>
                    <a:pt x="49513" y="24757"/>
                  </a:cubicBezTo>
                  <a:cubicBezTo>
                    <a:pt x="49513" y="11084"/>
                    <a:pt x="38429" y="0"/>
                    <a:pt x="24757" y="0"/>
                  </a:cubicBezTo>
                  <a:close/>
                  <a:moveTo>
                    <a:pt x="26525" y="26525"/>
                  </a:moveTo>
                  <a:lnTo>
                    <a:pt x="34641" y="26525"/>
                  </a:lnTo>
                  <a:cubicBezTo>
                    <a:pt x="33717" y="32621"/>
                    <a:pt x="30874" y="38264"/>
                    <a:pt x="26525" y="42634"/>
                  </a:cubicBezTo>
                  <a:close/>
                  <a:moveTo>
                    <a:pt x="26525" y="22988"/>
                  </a:moveTo>
                  <a:lnTo>
                    <a:pt x="26525" y="6861"/>
                  </a:lnTo>
                  <a:cubicBezTo>
                    <a:pt x="30878" y="11236"/>
                    <a:pt x="33722" y="16885"/>
                    <a:pt x="34641" y="22988"/>
                  </a:cubicBezTo>
                  <a:close/>
                  <a:moveTo>
                    <a:pt x="22988" y="22988"/>
                  </a:moveTo>
                  <a:lnTo>
                    <a:pt x="15137" y="22988"/>
                  </a:lnTo>
                  <a:cubicBezTo>
                    <a:pt x="16016" y="16990"/>
                    <a:pt x="18764" y="11421"/>
                    <a:pt x="22988" y="7073"/>
                  </a:cubicBezTo>
                  <a:close/>
                  <a:moveTo>
                    <a:pt x="22988" y="26525"/>
                  </a:moveTo>
                  <a:lnTo>
                    <a:pt x="22988" y="42440"/>
                  </a:lnTo>
                  <a:cubicBezTo>
                    <a:pt x="18771" y="38086"/>
                    <a:pt x="16025" y="32520"/>
                    <a:pt x="15137" y="26525"/>
                  </a:cubicBezTo>
                  <a:close/>
                  <a:moveTo>
                    <a:pt x="11583" y="22988"/>
                  </a:moveTo>
                  <a:lnTo>
                    <a:pt x="4014" y="22988"/>
                  </a:lnTo>
                  <a:cubicBezTo>
                    <a:pt x="4799" y="13726"/>
                    <a:pt x="11636" y="6109"/>
                    <a:pt x="20760" y="4332"/>
                  </a:cubicBezTo>
                  <a:cubicBezTo>
                    <a:pt x="15719" y="9363"/>
                    <a:pt x="12491" y="15925"/>
                    <a:pt x="11583" y="22988"/>
                  </a:cubicBezTo>
                  <a:close/>
                  <a:moveTo>
                    <a:pt x="11583" y="26525"/>
                  </a:moveTo>
                  <a:cubicBezTo>
                    <a:pt x="12492" y="33601"/>
                    <a:pt x="15733" y="40172"/>
                    <a:pt x="20795" y="45198"/>
                  </a:cubicBezTo>
                  <a:cubicBezTo>
                    <a:pt x="11658" y="43423"/>
                    <a:pt x="4807" y="35800"/>
                    <a:pt x="4014" y="26525"/>
                  </a:cubicBezTo>
                  <a:close/>
                  <a:moveTo>
                    <a:pt x="38196" y="26525"/>
                  </a:moveTo>
                  <a:lnTo>
                    <a:pt x="45499" y="26525"/>
                  </a:lnTo>
                  <a:cubicBezTo>
                    <a:pt x="44725" y="35682"/>
                    <a:pt x="38031" y="43246"/>
                    <a:pt x="29036" y="45128"/>
                  </a:cubicBezTo>
                  <a:cubicBezTo>
                    <a:pt x="34074" y="40119"/>
                    <a:pt x="37298" y="33572"/>
                    <a:pt x="38196" y="26525"/>
                  </a:cubicBezTo>
                  <a:close/>
                  <a:moveTo>
                    <a:pt x="38196" y="22988"/>
                  </a:moveTo>
                  <a:cubicBezTo>
                    <a:pt x="37291" y="15959"/>
                    <a:pt x="34089" y="9426"/>
                    <a:pt x="29089" y="4403"/>
                  </a:cubicBezTo>
                  <a:cubicBezTo>
                    <a:pt x="38058" y="6304"/>
                    <a:pt x="44724" y="13853"/>
                    <a:pt x="45499" y="22988"/>
                  </a:cubicBez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79" name="Graphic 40" descr="Plug"/>
            <p:cNvSpPr/>
            <p:nvPr/>
          </p:nvSpPr>
          <p:spPr bwMode="auto">
            <a:xfrm>
              <a:off x="8236032" y="2096545"/>
              <a:ext cx="83595" cy="136382"/>
            </a:xfrm>
            <a:custGeom>
              <a:avLst/>
              <a:gdLst>
                <a:gd name="connsiteX0" fmla="*/ 83596 w 83595"/>
                <a:gd name="connsiteY0" fmla="*/ 23840 h 136382"/>
                <a:gd name="connsiteX1" fmla="*/ 64305 w 83595"/>
                <a:gd name="connsiteY1" fmla="*/ 23840 h 136382"/>
                <a:gd name="connsiteX2" fmla="*/ 64305 w 83595"/>
                <a:gd name="connsiteY2" fmla="*/ 43131 h 136382"/>
                <a:gd name="connsiteX3" fmla="*/ 70735 w 83595"/>
                <a:gd name="connsiteY3" fmla="*/ 43131 h 136382"/>
                <a:gd name="connsiteX4" fmla="*/ 70735 w 83595"/>
                <a:gd name="connsiteY4" fmla="*/ 54657 h 136382"/>
                <a:gd name="connsiteX5" fmla="*/ 45014 w 83595"/>
                <a:gd name="connsiteY5" fmla="*/ 80378 h 136382"/>
                <a:gd name="connsiteX6" fmla="*/ 45014 w 83595"/>
                <a:gd name="connsiteY6" fmla="*/ 12314 h 136382"/>
                <a:gd name="connsiteX7" fmla="*/ 50786 w 83595"/>
                <a:gd name="connsiteY7" fmla="*/ 18069 h 136382"/>
                <a:gd name="connsiteX8" fmla="*/ 55319 w 83595"/>
                <a:gd name="connsiteY8" fmla="*/ 17718 h 136382"/>
                <a:gd name="connsiteX9" fmla="*/ 55319 w 83595"/>
                <a:gd name="connsiteY9" fmla="*/ 13536 h 136382"/>
                <a:gd name="connsiteX10" fmla="*/ 41799 w 83595"/>
                <a:gd name="connsiteY10" fmla="*/ 0 h 136382"/>
                <a:gd name="connsiteX11" fmla="*/ 28280 w 83595"/>
                <a:gd name="connsiteY11" fmla="*/ 13536 h 136382"/>
                <a:gd name="connsiteX12" fmla="*/ 28630 w 83595"/>
                <a:gd name="connsiteY12" fmla="*/ 18069 h 136382"/>
                <a:gd name="connsiteX13" fmla="*/ 32813 w 83595"/>
                <a:gd name="connsiteY13" fmla="*/ 18069 h 136382"/>
                <a:gd name="connsiteX14" fmla="*/ 38584 w 83595"/>
                <a:gd name="connsiteY14" fmla="*/ 12314 h 136382"/>
                <a:gd name="connsiteX15" fmla="*/ 38584 w 83595"/>
                <a:gd name="connsiteY15" fmla="*/ 93239 h 136382"/>
                <a:gd name="connsiteX16" fmla="*/ 12863 w 83595"/>
                <a:gd name="connsiteY16" fmla="*/ 67518 h 136382"/>
                <a:gd name="connsiteX17" fmla="*/ 12863 w 83595"/>
                <a:gd name="connsiteY17" fmla="*/ 53821 h 136382"/>
                <a:gd name="connsiteX18" fmla="*/ 18742 w 83595"/>
                <a:gd name="connsiteY18" fmla="*/ 41512 h 136382"/>
                <a:gd name="connsiteX19" fmla="*/ 6433 w 83595"/>
                <a:gd name="connsiteY19" fmla="*/ 35634 h 136382"/>
                <a:gd name="connsiteX20" fmla="*/ 554 w 83595"/>
                <a:gd name="connsiteY20" fmla="*/ 47942 h 136382"/>
                <a:gd name="connsiteX21" fmla="*/ 6433 w 83595"/>
                <a:gd name="connsiteY21" fmla="*/ 53821 h 136382"/>
                <a:gd name="connsiteX22" fmla="*/ 6433 w 83595"/>
                <a:gd name="connsiteY22" fmla="*/ 70186 h 136382"/>
                <a:gd name="connsiteX23" fmla="*/ 38584 w 83595"/>
                <a:gd name="connsiteY23" fmla="*/ 102337 h 136382"/>
                <a:gd name="connsiteX24" fmla="*/ 38584 w 83595"/>
                <a:gd name="connsiteY24" fmla="*/ 111067 h 136382"/>
                <a:gd name="connsiteX25" fmla="*/ 29347 w 83595"/>
                <a:gd name="connsiteY25" fmla="*/ 126734 h 136382"/>
                <a:gd name="connsiteX26" fmla="*/ 45014 w 83595"/>
                <a:gd name="connsiteY26" fmla="*/ 135971 h 136382"/>
                <a:gd name="connsiteX27" fmla="*/ 54251 w 83595"/>
                <a:gd name="connsiteY27" fmla="*/ 120304 h 136382"/>
                <a:gd name="connsiteX28" fmla="*/ 45014 w 83595"/>
                <a:gd name="connsiteY28" fmla="*/ 111067 h 136382"/>
                <a:gd name="connsiteX29" fmla="*/ 45014 w 83595"/>
                <a:gd name="connsiteY29" fmla="*/ 89477 h 136382"/>
                <a:gd name="connsiteX30" fmla="*/ 77166 w 83595"/>
                <a:gd name="connsiteY30" fmla="*/ 57326 h 136382"/>
                <a:gd name="connsiteX31" fmla="*/ 77166 w 83595"/>
                <a:gd name="connsiteY31" fmla="*/ 43131 h 136382"/>
                <a:gd name="connsiteX32" fmla="*/ 83596 w 83595"/>
                <a:gd name="connsiteY32" fmla="*/ 43131 h 13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3595" h="136382" extrusionOk="0">
                  <a:moveTo>
                    <a:pt x="83596" y="23840"/>
                  </a:moveTo>
                  <a:lnTo>
                    <a:pt x="64305" y="23840"/>
                  </a:lnTo>
                  <a:lnTo>
                    <a:pt x="64305" y="43131"/>
                  </a:lnTo>
                  <a:lnTo>
                    <a:pt x="70735" y="43131"/>
                  </a:lnTo>
                  <a:lnTo>
                    <a:pt x="70735" y="54657"/>
                  </a:lnTo>
                  <a:lnTo>
                    <a:pt x="45014" y="80378"/>
                  </a:lnTo>
                  <a:lnTo>
                    <a:pt x="45014" y="12314"/>
                  </a:lnTo>
                  <a:lnTo>
                    <a:pt x="50786" y="18069"/>
                  </a:lnTo>
                  <a:cubicBezTo>
                    <a:pt x="52134" y="19224"/>
                    <a:pt x="54164" y="19067"/>
                    <a:pt x="55319" y="17718"/>
                  </a:cubicBezTo>
                  <a:cubicBezTo>
                    <a:pt x="56350" y="16515"/>
                    <a:pt x="56350" y="14739"/>
                    <a:pt x="55319" y="13536"/>
                  </a:cubicBezTo>
                  <a:lnTo>
                    <a:pt x="41799" y="0"/>
                  </a:lnTo>
                  <a:lnTo>
                    <a:pt x="28280" y="13536"/>
                  </a:lnTo>
                  <a:cubicBezTo>
                    <a:pt x="27125" y="14884"/>
                    <a:pt x="27282" y="16914"/>
                    <a:pt x="28630" y="18069"/>
                  </a:cubicBezTo>
                  <a:cubicBezTo>
                    <a:pt x="29834" y="19100"/>
                    <a:pt x="31609" y="19100"/>
                    <a:pt x="32813" y="18069"/>
                  </a:cubicBezTo>
                  <a:lnTo>
                    <a:pt x="38584" y="12314"/>
                  </a:lnTo>
                  <a:lnTo>
                    <a:pt x="38584" y="93239"/>
                  </a:lnTo>
                  <a:lnTo>
                    <a:pt x="12863" y="67518"/>
                  </a:lnTo>
                  <a:lnTo>
                    <a:pt x="12863" y="53821"/>
                  </a:lnTo>
                  <a:cubicBezTo>
                    <a:pt x="17885" y="52045"/>
                    <a:pt x="20517" y="46535"/>
                    <a:pt x="18742" y="41512"/>
                  </a:cubicBezTo>
                  <a:cubicBezTo>
                    <a:pt x="16966" y="36490"/>
                    <a:pt x="11455" y="33858"/>
                    <a:pt x="6433" y="35634"/>
                  </a:cubicBezTo>
                  <a:cubicBezTo>
                    <a:pt x="1411" y="37409"/>
                    <a:pt x="-1221" y="42920"/>
                    <a:pt x="554" y="47942"/>
                  </a:cubicBezTo>
                  <a:cubicBezTo>
                    <a:pt x="1525" y="50689"/>
                    <a:pt x="3686" y="52850"/>
                    <a:pt x="6433" y="53821"/>
                  </a:cubicBezTo>
                  <a:lnTo>
                    <a:pt x="6433" y="70186"/>
                  </a:lnTo>
                  <a:lnTo>
                    <a:pt x="38584" y="102337"/>
                  </a:lnTo>
                  <a:lnTo>
                    <a:pt x="38584" y="111067"/>
                  </a:lnTo>
                  <a:cubicBezTo>
                    <a:pt x="31707" y="112842"/>
                    <a:pt x="27572" y="119857"/>
                    <a:pt x="29347" y="126734"/>
                  </a:cubicBezTo>
                  <a:cubicBezTo>
                    <a:pt x="31123" y="133611"/>
                    <a:pt x="38137" y="137746"/>
                    <a:pt x="45014" y="135971"/>
                  </a:cubicBezTo>
                  <a:cubicBezTo>
                    <a:pt x="51892" y="134195"/>
                    <a:pt x="56027" y="127181"/>
                    <a:pt x="54251" y="120304"/>
                  </a:cubicBezTo>
                  <a:cubicBezTo>
                    <a:pt x="53082" y="115774"/>
                    <a:pt x="49544" y="112236"/>
                    <a:pt x="45014" y="111067"/>
                  </a:cubicBezTo>
                  <a:lnTo>
                    <a:pt x="45014" y="89477"/>
                  </a:lnTo>
                  <a:lnTo>
                    <a:pt x="77166" y="57326"/>
                  </a:lnTo>
                  <a:lnTo>
                    <a:pt x="77166" y="43131"/>
                  </a:lnTo>
                  <a:lnTo>
                    <a:pt x="83596" y="43131"/>
                  </a:lnTo>
                  <a:close/>
                </a:path>
              </a:pathLst>
            </a:custGeom>
            <a:solidFill>
              <a:srgbClr val="282829">
                <a:alpha val="50000"/>
              </a:srgbClr>
            </a:solidFill>
            <a:ln w="1588" cap="flat">
              <a:noFill/>
              <a:prstDash val="solid"/>
              <a:miter/>
            </a:ln>
          </p:spPr>
          <p:txBody>
            <a:bodyPr rtlCol="0" anchor="ctr"/>
            <a:lstStyle/>
            <a:p>
              <a:pPr>
                <a:defRPr/>
              </a:pPr>
              <a:endParaRPr lang="en-IN"/>
            </a:p>
          </p:txBody>
        </p:sp>
        <p:sp>
          <p:nvSpPr>
            <p:cNvPr id="80" name="Freeform: Shape 79"/>
            <p:cNvSpPr/>
            <p:nvPr/>
          </p:nvSpPr>
          <p:spPr bwMode="auto">
            <a:xfrm flipH="1">
              <a:off x="6950406" y="3134413"/>
              <a:ext cx="112974" cy="35304"/>
            </a:xfrm>
            <a:custGeom>
              <a:avLst/>
              <a:gdLst>
                <a:gd name="connsiteX0" fmla="*/ 95323 w 112974"/>
                <a:gd name="connsiteY0" fmla="*/ 0 h 35304"/>
                <a:gd name="connsiteX1" fmla="*/ 17652 w 112974"/>
                <a:gd name="connsiteY1" fmla="*/ 0 h 35304"/>
                <a:gd name="connsiteX2" fmla="*/ 0 w 112974"/>
                <a:gd name="connsiteY2" fmla="*/ 17652 h 35304"/>
                <a:gd name="connsiteX3" fmla="*/ 17652 w 112974"/>
                <a:gd name="connsiteY3" fmla="*/ 35305 h 35304"/>
                <a:gd name="connsiteX4" fmla="*/ 95323 w 112974"/>
                <a:gd name="connsiteY4" fmla="*/ 35305 h 35304"/>
                <a:gd name="connsiteX5" fmla="*/ 112975 w 112974"/>
                <a:gd name="connsiteY5" fmla="*/ 17652 h 35304"/>
                <a:gd name="connsiteX6" fmla="*/ 95323 w 112974"/>
                <a:gd name="connsiteY6" fmla="*/ 0 h 35304"/>
                <a:gd name="connsiteX7" fmla="*/ 22360 w 112974"/>
                <a:gd name="connsiteY7" fmla="*/ 24713 h 35304"/>
                <a:gd name="connsiteX8" fmla="*/ 15299 w 112974"/>
                <a:gd name="connsiteY8" fmla="*/ 17652 h 35304"/>
                <a:gd name="connsiteX9" fmla="*/ 22360 w 112974"/>
                <a:gd name="connsiteY9" fmla="*/ 10591 h 35304"/>
                <a:gd name="connsiteX10" fmla="*/ 29421 w 112974"/>
                <a:gd name="connsiteY10" fmla="*/ 17652 h 35304"/>
                <a:gd name="connsiteX11" fmla="*/ 22360 w 112974"/>
                <a:gd name="connsiteY11" fmla="*/ 24713 h 35304"/>
                <a:gd name="connsiteX12" fmla="*/ 56487 w 112974"/>
                <a:gd name="connsiteY12" fmla="*/ 24713 h 35304"/>
                <a:gd name="connsiteX13" fmla="*/ 49427 w 112974"/>
                <a:gd name="connsiteY13" fmla="*/ 17652 h 35304"/>
                <a:gd name="connsiteX14" fmla="*/ 56487 w 112974"/>
                <a:gd name="connsiteY14" fmla="*/ 10591 h 35304"/>
                <a:gd name="connsiteX15" fmla="*/ 63548 w 112974"/>
                <a:gd name="connsiteY15" fmla="*/ 17652 h 35304"/>
                <a:gd name="connsiteX16" fmla="*/ 56487 w 112974"/>
                <a:gd name="connsiteY16" fmla="*/ 24713 h 35304"/>
                <a:gd name="connsiteX17" fmla="*/ 90615 w 112974"/>
                <a:gd name="connsiteY17" fmla="*/ 24713 h 35304"/>
                <a:gd name="connsiteX18" fmla="*/ 83554 w 112974"/>
                <a:gd name="connsiteY18" fmla="*/ 17652 h 35304"/>
                <a:gd name="connsiteX19" fmla="*/ 90615 w 112974"/>
                <a:gd name="connsiteY19" fmla="*/ 10591 h 35304"/>
                <a:gd name="connsiteX20" fmla="*/ 97676 w 112974"/>
                <a:gd name="connsiteY20" fmla="*/ 17652 h 35304"/>
                <a:gd name="connsiteX21" fmla="*/ 90615 w 112974"/>
                <a:gd name="connsiteY21" fmla="*/ 24713 h 3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974" h="35304" extrusionOk="0">
                  <a:moveTo>
                    <a:pt x="95323" y="0"/>
                  </a:moveTo>
                  <a:lnTo>
                    <a:pt x="17652" y="0"/>
                  </a:lnTo>
                  <a:cubicBezTo>
                    <a:pt x="7903" y="0"/>
                    <a:pt x="0" y="7903"/>
                    <a:pt x="0" y="17652"/>
                  </a:cubicBezTo>
                  <a:cubicBezTo>
                    <a:pt x="0" y="27401"/>
                    <a:pt x="7903" y="35305"/>
                    <a:pt x="17652" y="35305"/>
                  </a:cubicBezTo>
                  <a:lnTo>
                    <a:pt x="95323" y="35305"/>
                  </a:lnTo>
                  <a:cubicBezTo>
                    <a:pt x="105072" y="35305"/>
                    <a:pt x="112975" y="27401"/>
                    <a:pt x="112975" y="17652"/>
                  </a:cubicBezTo>
                  <a:cubicBezTo>
                    <a:pt x="112975" y="7903"/>
                    <a:pt x="105072" y="0"/>
                    <a:pt x="95323" y="0"/>
                  </a:cubicBezTo>
                  <a:close/>
                  <a:moveTo>
                    <a:pt x="22360" y="24713"/>
                  </a:moveTo>
                  <a:cubicBezTo>
                    <a:pt x="18460" y="24713"/>
                    <a:pt x="15299" y="21552"/>
                    <a:pt x="15299" y="17652"/>
                  </a:cubicBezTo>
                  <a:cubicBezTo>
                    <a:pt x="15299" y="13753"/>
                    <a:pt x="18460" y="10591"/>
                    <a:pt x="22360" y="10591"/>
                  </a:cubicBezTo>
                  <a:cubicBezTo>
                    <a:pt x="26259" y="10591"/>
                    <a:pt x="29421" y="13753"/>
                    <a:pt x="29421" y="17652"/>
                  </a:cubicBezTo>
                  <a:cubicBezTo>
                    <a:pt x="29421" y="21552"/>
                    <a:pt x="26259" y="24713"/>
                    <a:pt x="22360" y="24713"/>
                  </a:cubicBezTo>
                  <a:close/>
                  <a:moveTo>
                    <a:pt x="56487" y="24713"/>
                  </a:moveTo>
                  <a:cubicBezTo>
                    <a:pt x="52588" y="24713"/>
                    <a:pt x="49427" y="21552"/>
                    <a:pt x="49427" y="17652"/>
                  </a:cubicBezTo>
                  <a:cubicBezTo>
                    <a:pt x="49427" y="13753"/>
                    <a:pt x="52588" y="10591"/>
                    <a:pt x="56487" y="10591"/>
                  </a:cubicBezTo>
                  <a:cubicBezTo>
                    <a:pt x="60387" y="10591"/>
                    <a:pt x="63548" y="13753"/>
                    <a:pt x="63548" y="17652"/>
                  </a:cubicBezTo>
                  <a:cubicBezTo>
                    <a:pt x="63548" y="21552"/>
                    <a:pt x="60387" y="24713"/>
                    <a:pt x="56487" y="24713"/>
                  </a:cubicBezTo>
                  <a:close/>
                  <a:moveTo>
                    <a:pt x="90615" y="24713"/>
                  </a:moveTo>
                  <a:cubicBezTo>
                    <a:pt x="86716" y="24713"/>
                    <a:pt x="83554" y="21552"/>
                    <a:pt x="83554" y="17652"/>
                  </a:cubicBezTo>
                  <a:cubicBezTo>
                    <a:pt x="83554" y="13753"/>
                    <a:pt x="86716" y="10591"/>
                    <a:pt x="90615" y="10591"/>
                  </a:cubicBezTo>
                  <a:cubicBezTo>
                    <a:pt x="94515" y="10591"/>
                    <a:pt x="97676" y="13753"/>
                    <a:pt x="97676" y="17652"/>
                  </a:cubicBezTo>
                  <a:cubicBezTo>
                    <a:pt x="97676" y="21552"/>
                    <a:pt x="94515" y="24713"/>
                    <a:pt x="90615" y="24713"/>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81" name="Freeform: Shape 80"/>
            <p:cNvSpPr/>
            <p:nvPr/>
          </p:nvSpPr>
          <p:spPr bwMode="auto">
            <a:xfrm flipH="1">
              <a:off x="6990630"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extrusionOk="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82" name="Freeform: Shape 81"/>
            <p:cNvSpPr/>
            <p:nvPr/>
          </p:nvSpPr>
          <p:spPr bwMode="auto">
            <a:xfrm flipH="1">
              <a:off x="6976108" y="2979038"/>
              <a:ext cx="61194" cy="75351"/>
            </a:xfrm>
            <a:custGeom>
              <a:avLst/>
              <a:gdLst>
                <a:gd name="connsiteX0" fmla="*/ 50862 w 61194"/>
                <a:gd name="connsiteY0" fmla="*/ 28279 h 75351"/>
                <a:gd name="connsiteX1" fmla="*/ 35305 w 61194"/>
                <a:gd name="connsiteY1" fmla="*/ 28279 h 75351"/>
                <a:gd name="connsiteX2" fmla="*/ 35305 w 61194"/>
                <a:gd name="connsiteY2" fmla="*/ 17569 h 75351"/>
                <a:gd name="connsiteX3" fmla="*/ 38751 w 61194"/>
                <a:gd name="connsiteY3" fmla="*/ 4709 h 75351"/>
                <a:gd name="connsiteX4" fmla="*/ 25890 w 61194"/>
                <a:gd name="connsiteY4" fmla="*/ 1263 h 75351"/>
                <a:gd name="connsiteX5" fmla="*/ 22444 w 61194"/>
                <a:gd name="connsiteY5" fmla="*/ 14123 h 75351"/>
                <a:gd name="connsiteX6" fmla="*/ 25890 w 61194"/>
                <a:gd name="connsiteY6" fmla="*/ 17569 h 75351"/>
                <a:gd name="connsiteX7" fmla="*/ 25890 w 61194"/>
                <a:gd name="connsiteY7" fmla="*/ 28279 h 75351"/>
                <a:gd name="connsiteX8" fmla="*/ 10333 w 61194"/>
                <a:gd name="connsiteY8" fmla="*/ 28279 h 75351"/>
                <a:gd name="connsiteX9" fmla="*/ 0 w 61194"/>
                <a:gd name="connsiteY9" fmla="*/ 38611 h 75351"/>
                <a:gd name="connsiteX10" fmla="*/ 0 w 61194"/>
                <a:gd name="connsiteY10" fmla="*/ 65019 h 75351"/>
                <a:gd name="connsiteX11" fmla="*/ 10333 w 61194"/>
                <a:gd name="connsiteY11" fmla="*/ 75351 h 75351"/>
                <a:gd name="connsiteX12" fmla="*/ 50862 w 61194"/>
                <a:gd name="connsiteY12" fmla="*/ 75351 h 75351"/>
                <a:gd name="connsiteX13" fmla="*/ 61195 w 61194"/>
                <a:gd name="connsiteY13" fmla="*/ 65019 h 75351"/>
                <a:gd name="connsiteX14" fmla="*/ 61195 w 61194"/>
                <a:gd name="connsiteY14" fmla="*/ 38611 h 75351"/>
                <a:gd name="connsiteX15" fmla="*/ 50862 w 61194"/>
                <a:gd name="connsiteY15" fmla="*/ 28279 h 75351"/>
                <a:gd name="connsiteX16" fmla="*/ 18829 w 61194"/>
                <a:gd name="connsiteY16" fmla="*/ 58876 h 75351"/>
                <a:gd name="connsiteX17" fmla="*/ 11768 w 61194"/>
                <a:gd name="connsiteY17" fmla="*/ 51815 h 75351"/>
                <a:gd name="connsiteX18" fmla="*/ 18829 w 61194"/>
                <a:gd name="connsiteY18" fmla="*/ 44754 h 75351"/>
                <a:gd name="connsiteX19" fmla="*/ 25890 w 61194"/>
                <a:gd name="connsiteY19" fmla="*/ 51815 h 75351"/>
                <a:gd name="connsiteX20" fmla="*/ 18829 w 61194"/>
                <a:gd name="connsiteY20" fmla="*/ 58876 h 75351"/>
                <a:gd name="connsiteX21" fmla="*/ 42366 w 61194"/>
                <a:gd name="connsiteY21" fmla="*/ 58876 h 75351"/>
                <a:gd name="connsiteX22" fmla="*/ 35305 w 61194"/>
                <a:gd name="connsiteY22" fmla="*/ 51815 h 75351"/>
                <a:gd name="connsiteX23" fmla="*/ 42366 w 61194"/>
                <a:gd name="connsiteY23" fmla="*/ 44754 h 75351"/>
                <a:gd name="connsiteX24" fmla="*/ 49427 w 61194"/>
                <a:gd name="connsiteY24" fmla="*/ 51815 h 75351"/>
                <a:gd name="connsiteX25" fmla="*/ 42366 w 61194"/>
                <a:gd name="connsiteY25" fmla="*/ 58876 h 7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194" h="75351" extrusionOk="0">
                  <a:moveTo>
                    <a:pt x="50862" y="28279"/>
                  </a:moveTo>
                  <a:lnTo>
                    <a:pt x="35305" y="28279"/>
                  </a:lnTo>
                  <a:lnTo>
                    <a:pt x="35305" y="17569"/>
                  </a:lnTo>
                  <a:cubicBezTo>
                    <a:pt x="39808" y="14970"/>
                    <a:pt x="41350" y="9212"/>
                    <a:pt x="38751" y="4709"/>
                  </a:cubicBezTo>
                  <a:cubicBezTo>
                    <a:pt x="36151" y="206"/>
                    <a:pt x="30393" y="-1337"/>
                    <a:pt x="25890" y="1263"/>
                  </a:cubicBezTo>
                  <a:cubicBezTo>
                    <a:pt x="21387" y="3863"/>
                    <a:pt x="19844" y="9620"/>
                    <a:pt x="22444" y="14123"/>
                  </a:cubicBezTo>
                  <a:cubicBezTo>
                    <a:pt x="23270" y="15555"/>
                    <a:pt x="24459" y="16743"/>
                    <a:pt x="25890" y="17569"/>
                  </a:cubicBezTo>
                  <a:lnTo>
                    <a:pt x="25890" y="28279"/>
                  </a:lnTo>
                  <a:lnTo>
                    <a:pt x="10333" y="28279"/>
                  </a:lnTo>
                  <a:cubicBezTo>
                    <a:pt x="4632" y="28291"/>
                    <a:pt x="13" y="32910"/>
                    <a:pt x="0" y="38611"/>
                  </a:cubicBezTo>
                  <a:lnTo>
                    <a:pt x="0" y="65019"/>
                  </a:lnTo>
                  <a:cubicBezTo>
                    <a:pt x="13" y="70720"/>
                    <a:pt x="4632" y="75338"/>
                    <a:pt x="10333" y="75351"/>
                  </a:cubicBezTo>
                  <a:lnTo>
                    <a:pt x="50862" y="75351"/>
                  </a:lnTo>
                  <a:cubicBezTo>
                    <a:pt x="56563" y="75338"/>
                    <a:pt x="61182" y="70720"/>
                    <a:pt x="61195" y="65019"/>
                  </a:cubicBezTo>
                  <a:lnTo>
                    <a:pt x="61195" y="38611"/>
                  </a:lnTo>
                  <a:cubicBezTo>
                    <a:pt x="61182" y="32910"/>
                    <a:pt x="56563" y="28291"/>
                    <a:pt x="50862" y="28279"/>
                  </a:cubicBezTo>
                  <a:close/>
                  <a:moveTo>
                    <a:pt x="18829" y="58876"/>
                  </a:moveTo>
                  <a:cubicBezTo>
                    <a:pt x="14929" y="58876"/>
                    <a:pt x="11768" y="55715"/>
                    <a:pt x="11768" y="51815"/>
                  </a:cubicBezTo>
                  <a:cubicBezTo>
                    <a:pt x="11768" y="47915"/>
                    <a:pt x="14929" y="44754"/>
                    <a:pt x="18829" y="44754"/>
                  </a:cubicBezTo>
                  <a:cubicBezTo>
                    <a:pt x="22729" y="44754"/>
                    <a:pt x="25890" y="47915"/>
                    <a:pt x="25890" y="51815"/>
                  </a:cubicBezTo>
                  <a:cubicBezTo>
                    <a:pt x="25890" y="55715"/>
                    <a:pt x="22729" y="58876"/>
                    <a:pt x="18829" y="58876"/>
                  </a:cubicBezTo>
                  <a:close/>
                  <a:moveTo>
                    <a:pt x="42366" y="58876"/>
                  </a:moveTo>
                  <a:cubicBezTo>
                    <a:pt x="38466" y="58876"/>
                    <a:pt x="35305" y="55715"/>
                    <a:pt x="35305" y="51815"/>
                  </a:cubicBezTo>
                  <a:cubicBezTo>
                    <a:pt x="35305" y="47915"/>
                    <a:pt x="38466" y="44754"/>
                    <a:pt x="42366" y="44754"/>
                  </a:cubicBezTo>
                  <a:cubicBezTo>
                    <a:pt x="46265" y="44754"/>
                    <a:pt x="49427" y="47915"/>
                    <a:pt x="49427" y="51815"/>
                  </a:cubicBezTo>
                  <a:cubicBezTo>
                    <a:pt x="49427" y="55715"/>
                    <a:pt x="46265" y="58876"/>
                    <a:pt x="42366" y="58876"/>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83" name="Freeform: Shape 82"/>
            <p:cNvSpPr/>
            <p:nvPr/>
          </p:nvSpPr>
          <p:spPr bwMode="auto">
            <a:xfrm flipH="1">
              <a:off x="7014166" y="2928262"/>
              <a:ext cx="7060" cy="7060"/>
            </a:xfrm>
            <a:custGeom>
              <a:avLst/>
              <a:gdLst>
                <a:gd name="connsiteX0" fmla="*/ 7061 w 7060"/>
                <a:gd name="connsiteY0" fmla="*/ 3530 h 7060"/>
                <a:gd name="connsiteX1" fmla="*/ 3530 w 7060"/>
                <a:gd name="connsiteY1" fmla="*/ 7061 h 7060"/>
                <a:gd name="connsiteX2" fmla="*/ 0 w 7060"/>
                <a:gd name="connsiteY2" fmla="*/ 3530 h 7060"/>
                <a:gd name="connsiteX3" fmla="*/ 3530 w 7060"/>
                <a:gd name="connsiteY3" fmla="*/ 0 h 7060"/>
                <a:gd name="connsiteX4" fmla="*/ 7061 w 7060"/>
                <a:gd name="connsiteY4" fmla="*/ 3530 h 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0" h="7060" extrusionOk="0">
                  <a:moveTo>
                    <a:pt x="7061" y="3530"/>
                  </a:moveTo>
                  <a:cubicBezTo>
                    <a:pt x="7061" y="5480"/>
                    <a:pt x="5480" y="7061"/>
                    <a:pt x="3530" y="7061"/>
                  </a:cubicBezTo>
                  <a:cubicBezTo>
                    <a:pt x="1581" y="7061"/>
                    <a:pt x="0" y="5480"/>
                    <a:pt x="0" y="3530"/>
                  </a:cubicBezTo>
                  <a:cubicBezTo>
                    <a:pt x="0" y="1581"/>
                    <a:pt x="1581" y="0"/>
                    <a:pt x="3530" y="0"/>
                  </a:cubicBezTo>
                  <a:cubicBezTo>
                    <a:pt x="5480" y="0"/>
                    <a:pt x="7061" y="1581"/>
                    <a:pt x="7061" y="3530"/>
                  </a:cubicBez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84" name="Freeform: Shape 83"/>
            <p:cNvSpPr/>
            <p:nvPr/>
          </p:nvSpPr>
          <p:spPr bwMode="auto">
            <a:xfrm flipH="1">
              <a:off x="6934931" y="3030076"/>
              <a:ext cx="147837" cy="98029"/>
            </a:xfrm>
            <a:custGeom>
              <a:avLst/>
              <a:gdLst>
                <a:gd name="connsiteX0" fmla="*/ 137258 w 147837"/>
                <a:gd name="connsiteY0" fmla="*/ 73316 h 98029"/>
                <a:gd name="connsiteX1" fmla="*/ 137258 w 147837"/>
                <a:gd name="connsiteY1" fmla="*/ 53710 h 98029"/>
                <a:gd name="connsiteX2" fmla="*/ 126690 w 147837"/>
                <a:gd name="connsiteY2" fmla="*/ 43142 h 98029"/>
                <a:gd name="connsiteX3" fmla="*/ 113722 w 147837"/>
                <a:gd name="connsiteY3" fmla="*/ 43142 h 98029"/>
                <a:gd name="connsiteX4" fmla="*/ 113722 w 147837"/>
                <a:gd name="connsiteY4" fmla="*/ 31374 h 98029"/>
                <a:gd name="connsiteX5" fmla="*/ 38405 w 147837"/>
                <a:gd name="connsiteY5" fmla="*/ 31374 h 98029"/>
                <a:gd name="connsiteX6" fmla="*/ 38405 w 147837"/>
                <a:gd name="connsiteY6" fmla="*/ 45496 h 98029"/>
                <a:gd name="connsiteX7" fmla="*/ 20729 w 147837"/>
                <a:gd name="connsiteY7" fmla="*/ 45496 h 98029"/>
                <a:gd name="connsiteX8" fmla="*/ 19576 w 147837"/>
                <a:gd name="connsiteY8" fmla="*/ 44343 h 98029"/>
                <a:gd name="connsiteX9" fmla="*/ 19576 w 147837"/>
                <a:gd name="connsiteY9" fmla="*/ 24831 h 98029"/>
                <a:gd name="connsiteX10" fmla="*/ 29899 w 147837"/>
                <a:gd name="connsiteY10" fmla="*/ 5855 h 98029"/>
                <a:gd name="connsiteX11" fmla="*/ 26637 w 147837"/>
                <a:gd name="connsiteY11" fmla="*/ 0 h 98029"/>
                <a:gd name="connsiteX12" fmla="*/ 19576 w 147837"/>
                <a:gd name="connsiteY12" fmla="*/ 6261 h 98029"/>
                <a:gd name="connsiteX13" fmla="*/ 21153 w 147837"/>
                <a:gd name="connsiteY13" fmla="*/ 10191 h 98029"/>
                <a:gd name="connsiteX14" fmla="*/ 15237 w 147837"/>
                <a:gd name="connsiteY14" fmla="*/ 16043 h 98029"/>
                <a:gd name="connsiteX15" fmla="*/ 9385 w 147837"/>
                <a:gd name="connsiteY15" fmla="*/ 10127 h 98029"/>
                <a:gd name="connsiteX16" fmla="*/ 10820 w 147837"/>
                <a:gd name="connsiteY16" fmla="*/ 6308 h 98029"/>
                <a:gd name="connsiteX17" fmla="*/ 3759 w 147837"/>
                <a:gd name="connsiteY17" fmla="*/ 118 h 98029"/>
                <a:gd name="connsiteX18" fmla="*/ 5255 w 147837"/>
                <a:gd name="connsiteY18" fmla="*/ 21702 h 98029"/>
                <a:gd name="connsiteX19" fmla="*/ 10161 w 147837"/>
                <a:gd name="connsiteY19" fmla="*/ 24572 h 98029"/>
                <a:gd name="connsiteX20" fmla="*/ 10161 w 147837"/>
                <a:gd name="connsiteY20" fmla="*/ 44343 h 98029"/>
                <a:gd name="connsiteX21" fmla="*/ 20729 w 147837"/>
                <a:gd name="connsiteY21" fmla="*/ 54911 h 98029"/>
                <a:gd name="connsiteX22" fmla="*/ 38405 w 147837"/>
                <a:gd name="connsiteY22" fmla="*/ 54911 h 98029"/>
                <a:gd name="connsiteX23" fmla="*/ 38405 w 147837"/>
                <a:gd name="connsiteY23" fmla="*/ 97276 h 98029"/>
                <a:gd name="connsiteX24" fmla="*/ 113722 w 147837"/>
                <a:gd name="connsiteY24" fmla="*/ 97276 h 98029"/>
                <a:gd name="connsiteX25" fmla="*/ 113722 w 147837"/>
                <a:gd name="connsiteY25" fmla="*/ 52557 h 98029"/>
                <a:gd name="connsiteX26" fmla="*/ 126690 w 147837"/>
                <a:gd name="connsiteY26" fmla="*/ 52557 h 98029"/>
                <a:gd name="connsiteX27" fmla="*/ 127843 w 147837"/>
                <a:gd name="connsiteY27" fmla="*/ 53710 h 98029"/>
                <a:gd name="connsiteX28" fmla="*/ 127843 w 147837"/>
                <a:gd name="connsiteY28" fmla="*/ 73316 h 98029"/>
                <a:gd name="connsiteX29" fmla="*/ 117996 w 147837"/>
                <a:gd name="connsiteY29" fmla="*/ 92581 h 98029"/>
                <a:gd name="connsiteX30" fmla="*/ 121112 w 147837"/>
                <a:gd name="connsiteY30" fmla="*/ 98029 h 98029"/>
                <a:gd name="connsiteX31" fmla="*/ 128173 w 147837"/>
                <a:gd name="connsiteY31" fmla="*/ 91769 h 98029"/>
                <a:gd name="connsiteX32" fmla="*/ 126667 w 147837"/>
                <a:gd name="connsiteY32" fmla="*/ 87862 h 98029"/>
                <a:gd name="connsiteX33" fmla="*/ 132556 w 147837"/>
                <a:gd name="connsiteY33" fmla="*/ 81982 h 98029"/>
                <a:gd name="connsiteX34" fmla="*/ 138435 w 147837"/>
                <a:gd name="connsiteY34" fmla="*/ 87871 h 98029"/>
                <a:gd name="connsiteX35" fmla="*/ 136976 w 147837"/>
                <a:gd name="connsiteY35" fmla="*/ 91745 h 98029"/>
                <a:gd name="connsiteX36" fmla="*/ 144037 w 147837"/>
                <a:gd name="connsiteY36" fmla="*/ 97935 h 98029"/>
                <a:gd name="connsiteX37" fmla="*/ 142646 w 147837"/>
                <a:gd name="connsiteY37" fmla="*/ 76378 h 98029"/>
                <a:gd name="connsiteX38" fmla="*/ 137258 w 147837"/>
                <a:gd name="connsiteY38" fmla="*/ 73316 h 98029"/>
                <a:gd name="connsiteX39" fmla="*/ 104307 w 147837"/>
                <a:gd name="connsiteY39" fmla="*/ 64325 h 98029"/>
                <a:gd name="connsiteX40" fmla="*/ 97764 w 147837"/>
                <a:gd name="connsiteY40" fmla="*/ 64325 h 98029"/>
                <a:gd name="connsiteX41" fmla="*/ 97128 w 147837"/>
                <a:gd name="connsiteY41" fmla="*/ 64584 h 98029"/>
                <a:gd name="connsiteX42" fmla="*/ 89926 w 147837"/>
                <a:gd name="connsiteY42" fmla="*/ 71951 h 98029"/>
                <a:gd name="connsiteX43" fmla="*/ 84442 w 147837"/>
                <a:gd name="connsiteY43" fmla="*/ 58959 h 98029"/>
                <a:gd name="connsiteX44" fmla="*/ 74204 w 147837"/>
                <a:gd name="connsiteY44" fmla="*/ 80142 h 98029"/>
                <a:gd name="connsiteX45" fmla="*/ 67025 w 147837"/>
                <a:gd name="connsiteY45" fmla="*/ 52557 h 98029"/>
                <a:gd name="connsiteX46" fmla="*/ 61494 w 147837"/>
                <a:gd name="connsiteY46" fmla="*/ 64325 h 98029"/>
                <a:gd name="connsiteX47" fmla="*/ 50173 w 147837"/>
                <a:gd name="connsiteY47" fmla="*/ 64325 h 98029"/>
                <a:gd name="connsiteX48" fmla="*/ 50173 w 147837"/>
                <a:gd name="connsiteY48" fmla="*/ 59618 h 98029"/>
                <a:gd name="connsiteX49" fmla="*/ 58505 w 147837"/>
                <a:gd name="connsiteY49" fmla="*/ 59618 h 98029"/>
                <a:gd name="connsiteX50" fmla="*/ 68296 w 147837"/>
                <a:gd name="connsiteY50" fmla="*/ 38788 h 98029"/>
                <a:gd name="connsiteX51" fmla="*/ 75545 w 147837"/>
                <a:gd name="connsiteY51" fmla="*/ 66514 h 98029"/>
                <a:gd name="connsiteX52" fmla="*/ 84748 w 147837"/>
                <a:gd name="connsiteY52" fmla="*/ 47685 h 98029"/>
                <a:gd name="connsiteX53" fmla="*/ 91527 w 147837"/>
                <a:gd name="connsiteY53" fmla="*/ 63737 h 98029"/>
                <a:gd name="connsiteX54" fmla="*/ 93880 w 147837"/>
                <a:gd name="connsiteY54" fmla="*/ 61383 h 98029"/>
                <a:gd name="connsiteX55" fmla="*/ 97764 w 147837"/>
                <a:gd name="connsiteY55" fmla="*/ 59618 h 98029"/>
                <a:gd name="connsiteX56" fmla="*/ 104307 w 147837"/>
                <a:gd name="connsiteY56" fmla="*/ 59618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7837" h="98029" extrusionOk="0">
                  <a:moveTo>
                    <a:pt x="137258" y="73316"/>
                  </a:moveTo>
                  <a:lnTo>
                    <a:pt x="137258" y="53710"/>
                  </a:lnTo>
                  <a:cubicBezTo>
                    <a:pt x="137258" y="47874"/>
                    <a:pt x="132527" y="43142"/>
                    <a:pt x="126690" y="43142"/>
                  </a:cubicBezTo>
                  <a:lnTo>
                    <a:pt x="113722" y="43142"/>
                  </a:lnTo>
                  <a:lnTo>
                    <a:pt x="113722" y="31374"/>
                  </a:lnTo>
                  <a:lnTo>
                    <a:pt x="38405" y="31374"/>
                  </a:lnTo>
                  <a:lnTo>
                    <a:pt x="38405" y="45496"/>
                  </a:lnTo>
                  <a:lnTo>
                    <a:pt x="20729" y="45496"/>
                  </a:lnTo>
                  <a:cubicBezTo>
                    <a:pt x="20092" y="45496"/>
                    <a:pt x="19576" y="44980"/>
                    <a:pt x="19576" y="44343"/>
                  </a:cubicBezTo>
                  <a:lnTo>
                    <a:pt x="19576" y="24831"/>
                  </a:lnTo>
                  <a:cubicBezTo>
                    <a:pt x="27667" y="22442"/>
                    <a:pt x="32289" y="13946"/>
                    <a:pt x="29899" y="5855"/>
                  </a:cubicBezTo>
                  <a:cubicBezTo>
                    <a:pt x="29258" y="3686"/>
                    <a:pt x="28144" y="1686"/>
                    <a:pt x="26637" y="0"/>
                  </a:cubicBezTo>
                  <a:lnTo>
                    <a:pt x="19576" y="6261"/>
                  </a:lnTo>
                  <a:cubicBezTo>
                    <a:pt x="20563" y="7335"/>
                    <a:pt x="21124" y="8732"/>
                    <a:pt x="21153" y="10191"/>
                  </a:cubicBezTo>
                  <a:cubicBezTo>
                    <a:pt x="21135" y="13441"/>
                    <a:pt x="18486" y="16061"/>
                    <a:pt x="15237" y="16043"/>
                  </a:cubicBezTo>
                  <a:cubicBezTo>
                    <a:pt x="11987" y="16026"/>
                    <a:pt x="9367" y="13377"/>
                    <a:pt x="9385" y="10127"/>
                  </a:cubicBezTo>
                  <a:cubicBezTo>
                    <a:pt x="9392" y="8724"/>
                    <a:pt x="9901" y="7369"/>
                    <a:pt x="10820" y="6308"/>
                  </a:cubicBezTo>
                  <a:lnTo>
                    <a:pt x="3759" y="118"/>
                  </a:lnTo>
                  <a:cubicBezTo>
                    <a:pt x="-1788" y="6491"/>
                    <a:pt x="-1118" y="16154"/>
                    <a:pt x="5255" y="21702"/>
                  </a:cubicBezTo>
                  <a:cubicBezTo>
                    <a:pt x="6697" y="22957"/>
                    <a:pt x="8361" y="23930"/>
                    <a:pt x="10161" y="24572"/>
                  </a:cubicBezTo>
                  <a:lnTo>
                    <a:pt x="10161" y="44343"/>
                  </a:lnTo>
                  <a:cubicBezTo>
                    <a:pt x="10161" y="50179"/>
                    <a:pt x="14892" y="54911"/>
                    <a:pt x="20729" y="54911"/>
                  </a:cubicBezTo>
                  <a:lnTo>
                    <a:pt x="38405" y="54911"/>
                  </a:lnTo>
                  <a:lnTo>
                    <a:pt x="38405" y="97276"/>
                  </a:lnTo>
                  <a:lnTo>
                    <a:pt x="113722" y="97276"/>
                  </a:lnTo>
                  <a:lnTo>
                    <a:pt x="113722" y="52557"/>
                  </a:lnTo>
                  <a:lnTo>
                    <a:pt x="126690" y="52557"/>
                  </a:lnTo>
                  <a:cubicBezTo>
                    <a:pt x="127327" y="52557"/>
                    <a:pt x="127843" y="53073"/>
                    <a:pt x="127843" y="53710"/>
                  </a:cubicBezTo>
                  <a:lnTo>
                    <a:pt x="127843" y="73316"/>
                  </a:lnTo>
                  <a:cubicBezTo>
                    <a:pt x="119804" y="75917"/>
                    <a:pt x="115396" y="84542"/>
                    <a:pt x="117996" y="92581"/>
                  </a:cubicBezTo>
                  <a:cubicBezTo>
                    <a:pt x="118647" y="94593"/>
                    <a:pt x="119708" y="96448"/>
                    <a:pt x="121112" y="98029"/>
                  </a:cubicBezTo>
                  <a:lnTo>
                    <a:pt x="128173" y="91769"/>
                  </a:lnTo>
                  <a:cubicBezTo>
                    <a:pt x="127199" y="90701"/>
                    <a:pt x="126661" y="89307"/>
                    <a:pt x="126667" y="87862"/>
                  </a:cubicBezTo>
                  <a:cubicBezTo>
                    <a:pt x="126669" y="84612"/>
                    <a:pt x="129306" y="81980"/>
                    <a:pt x="132556" y="81982"/>
                  </a:cubicBezTo>
                  <a:cubicBezTo>
                    <a:pt x="135805" y="81985"/>
                    <a:pt x="138438" y="84622"/>
                    <a:pt x="138435" y="87871"/>
                  </a:cubicBezTo>
                  <a:cubicBezTo>
                    <a:pt x="138434" y="89297"/>
                    <a:pt x="137915" y="90673"/>
                    <a:pt x="136976" y="91745"/>
                  </a:cubicBezTo>
                  <a:lnTo>
                    <a:pt x="144037" y="97935"/>
                  </a:lnTo>
                  <a:cubicBezTo>
                    <a:pt x="149606" y="91598"/>
                    <a:pt x="148983" y="81947"/>
                    <a:pt x="142646" y="76378"/>
                  </a:cubicBezTo>
                  <a:cubicBezTo>
                    <a:pt x="141078" y="75000"/>
                    <a:pt x="139244" y="73958"/>
                    <a:pt x="137258" y="73316"/>
                  </a:cubicBezTo>
                  <a:close/>
                  <a:moveTo>
                    <a:pt x="104307" y="64325"/>
                  </a:moveTo>
                  <a:lnTo>
                    <a:pt x="97764" y="64325"/>
                  </a:lnTo>
                  <a:cubicBezTo>
                    <a:pt x="97536" y="64366"/>
                    <a:pt x="97320" y="64454"/>
                    <a:pt x="97128" y="64584"/>
                  </a:cubicBezTo>
                  <a:lnTo>
                    <a:pt x="89926" y="71951"/>
                  </a:lnTo>
                  <a:lnTo>
                    <a:pt x="84442" y="58959"/>
                  </a:lnTo>
                  <a:lnTo>
                    <a:pt x="74204" y="80142"/>
                  </a:lnTo>
                  <a:lnTo>
                    <a:pt x="67025" y="52557"/>
                  </a:lnTo>
                  <a:lnTo>
                    <a:pt x="61494" y="64325"/>
                  </a:lnTo>
                  <a:lnTo>
                    <a:pt x="50173" y="64325"/>
                  </a:lnTo>
                  <a:lnTo>
                    <a:pt x="50173" y="59618"/>
                  </a:lnTo>
                  <a:lnTo>
                    <a:pt x="58505" y="59618"/>
                  </a:lnTo>
                  <a:lnTo>
                    <a:pt x="68296" y="38788"/>
                  </a:lnTo>
                  <a:lnTo>
                    <a:pt x="75545" y="66514"/>
                  </a:lnTo>
                  <a:lnTo>
                    <a:pt x="84748" y="47685"/>
                  </a:lnTo>
                  <a:lnTo>
                    <a:pt x="91527" y="63737"/>
                  </a:lnTo>
                  <a:lnTo>
                    <a:pt x="93880" y="61383"/>
                  </a:lnTo>
                  <a:cubicBezTo>
                    <a:pt x="94914" y="60337"/>
                    <a:pt x="96296" y="59709"/>
                    <a:pt x="97764" y="59618"/>
                  </a:cubicBezTo>
                  <a:lnTo>
                    <a:pt x="104307" y="59618"/>
                  </a:lnTo>
                  <a:close/>
                </a:path>
              </a:pathLst>
            </a:custGeom>
            <a:solidFill>
              <a:srgbClr val="282829">
                <a:alpha val="50000"/>
              </a:srgbClr>
            </a:solidFill>
            <a:ln w="2282" cap="flat">
              <a:noFill/>
              <a:prstDash val="solid"/>
              <a:miter/>
            </a:ln>
          </p:spPr>
          <p:txBody>
            <a:bodyPr rtlCol="0" anchor="ctr"/>
            <a:lstStyle/>
            <a:p>
              <a:pPr>
                <a:defRPr/>
              </a:pPr>
              <a:endParaRPr lang="en-IN"/>
            </a:p>
          </p:txBody>
        </p:sp>
        <p:sp>
          <p:nvSpPr>
            <p:cNvPr id="85" name="Freeform: Shape 84"/>
            <p:cNvSpPr/>
            <p:nvPr/>
          </p:nvSpPr>
          <p:spPr bwMode="auto">
            <a:xfrm flipH="1">
              <a:off x="3840352" y="2520148"/>
              <a:ext cx="92129" cy="59592"/>
            </a:xfrm>
            <a:custGeom>
              <a:avLst/>
              <a:gdLst>
                <a:gd name="connsiteX0" fmla="*/ 78514 w 92129"/>
                <a:gd name="connsiteY0" fmla="*/ 23165 h 59592"/>
                <a:gd name="connsiteX1" fmla="*/ 61007 w 92129"/>
                <a:gd name="connsiteY1" fmla="*/ 8488 h 59592"/>
                <a:gd name="connsiteX2" fmla="*/ 58178 w 92129"/>
                <a:gd name="connsiteY2" fmla="*/ 8665 h 59592"/>
                <a:gd name="connsiteX3" fmla="*/ 39964 w 92129"/>
                <a:gd name="connsiteY3" fmla="*/ 0 h 59592"/>
                <a:gd name="connsiteX4" fmla="*/ 17330 w 92129"/>
                <a:gd name="connsiteY4" fmla="*/ 17153 h 59592"/>
                <a:gd name="connsiteX5" fmla="*/ 0 w 92129"/>
                <a:gd name="connsiteY5" fmla="*/ 38196 h 59592"/>
                <a:gd name="connsiteX6" fmla="*/ 21220 w 92129"/>
                <a:gd name="connsiteY6" fmla="*/ 59592 h 59592"/>
                <a:gd name="connsiteX7" fmla="*/ 21220 w 92129"/>
                <a:gd name="connsiteY7" fmla="*/ 59592 h 59592"/>
                <a:gd name="connsiteX8" fmla="*/ 74270 w 92129"/>
                <a:gd name="connsiteY8" fmla="*/ 59592 h 59592"/>
                <a:gd name="connsiteX9" fmla="*/ 92130 w 92129"/>
                <a:gd name="connsiteY9" fmla="*/ 41025 h 59592"/>
                <a:gd name="connsiteX10" fmla="*/ 78514 w 92129"/>
                <a:gd name="connsiteY10" fmla="*/ 23165 h 59592"/>
                <a:gd name="connsiteX11" fmla="*/ 73209 w 92129"/>
                <a:gd name="connsiteY11" fmla="*/ 48983 h 59592"/>
                <a:gd name="connsiteX12" fmla="*/ 20866 w 92129"/>
                <a:gd name="connsiteY12" fmla="*/ 48983 h 59592"/>
                <a:gd name="connsiteX13" fmla="*/ 11494 w 92129"/>
                <a:gd name="connsiteY13" fmla="*/ 42793 h 59592"/>
                <a:gd name="connsiteX14" fmla="*/ 12732 w 92129"/>
                <a:gd name="connsiteY14" fmla="*/ 31476 h 59592"/>
                <a:gd name="connsiteX15" fmla="*/ 21397 w 92129"/>
                <a:gd name="connsiteY15" fmla="*/ 27055 h 59592"/>
                <a:gd name="connsiteX16" fmla="*/ 23165 w 92129"/>
                <a:gd name="connsiteY16" fmla="*/ 27232 h 59592"/>
                <a:gd name="connsiteX17" fmla="*/ 26348 w 92129"/>
                <a:gd name="connsiteY17" fmla="*/ 27763 h 59592"/>
                <a:gd name="connsiteX18" fmla="*/ 26348 w 92129"/>
                <a:gd name="connsiteY18" fmla="*/ 24226 h 59592"/>
                <a:gd name="connsiteX19" fmla="*/ 36781 w 92129"/>
                <a:gd name="connsiteY19" fmla="*/ 10964 h 59592"/>
                <a:gd name="connsiteX20" fmla="*/ 39964 w 92129"/>
                <a:gd name="connsiteY20" fmla="*/ 10610 h 59592"/>
                <a:gd name="connsiteX21" fmla="*/ 39964 w 92129"/>
                <a:gd name="connsiteY21" fmla="*/ 10610 h 59592"/>
                <a:gd name="connsiteX22" fmla="*/ 39964 w 92129"/>
                <a:gd name="connsiteY22" fmla="*/ 10610 h 59592"/>
                <a:gd name="connsiteX23" fmla="*/ 39964 w 92129"/>
                <a:gd name="connsiteY23" fmla="*/ 10610 h 59592"/>
                <a:gd name="connsiteX24" fmla="*/ 51989 w 92129"/>
                <a:gd name="connsiteY24" fmla="*/ 18037 h 59592"/>
                <a:gd name="connsiteX25" fmla="*/ 53050 w 92129"/>
                <a:gd name="connsiteY25" fmla="*/ 20159 h 59592"/>
                <a:gd name="connsiteX26" fmla="*/ 55349 w 92129"/>
                <a:gd name="connsiteY26" fmla="*/ 19275 h 59592"/>
                <a:gd name="connsiteX27" fmla="*/ 58885 w 92129"/>
                <a:gd name="connsiteY27" fmla="*/ 18744 h 59592"/>
                <a:gd name="connsiteX28" fmla="*/ 65251 w 92129"/>
                <a:gd name="connsiteY28" fmla="*/ 20689 h 59592"/>
                <a:gd name="connsiteX29" fmla="*/ 69849 w 92129"/>
                <a:gd name="connsiteY29" fmla="*/ 29708 h 59592"/>
                <a:gd name="connsiteX30" fmla="*/ 69849 w 92129"/>
                <a:gd name="connsiteY30" fmla="*/ 32537 h 59592"/>
                <a:gd name="connsiteX31" fmla="*/ 73385 w 92129"/>
                <a:gd name="connsiteY31" fmla="*/ 32537 h 59592"/>
                <a:gd name="connsiteX32" fmla="*/ 81697 w 92129"/>
                <a:gd name="connsiteY32" fmla="*/ 40848 h 59592"/>
                <a:gd name="connsiteX33" fmla="*/ 73209 w 92129"/>
                <a:gd name="connsiteY33" fmla="*/ 48983 h 5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2129" h="59592" extrusionOk="0">
                  <a:moveTo>
                    <a:pt x="78514" y="23165"/>
                  </a:moveTo>
                  <a:cubicBezTo>
                    <a:pt x="77099" y="14854"/>
                    <a:pt x="69672" y="8488"/>
                    <a:pt x="61007" y="8488"/>
                  </a:cubicBezTo>
                  <a:cubicBezTo>
                    <a:pt x="60123" y="8488"/>
                    <a:pt x="59062" y="8665"/>
                    <a:pt x="58178" y="8665"/>
                  </a:cubicBezTo>
                  <a:cubicBezTo>
                    <a:pt x="53934" y="3360"/>
                    <a:pt x="47391" y="0"/>
                    <a:pt x="39964" y="0"/>
                  </a:cubicBezTo>
                  <a:cubicBezTo>
                    <a:pt x="29177" y="0"/>
                    <a:pt x="20159" y="7250"/>
                    <a:pt x="17330" y="17153"/>
                  </a:cubicBezTo>
                  <a:cubicBezTo>
                    <a:pt x="7427" y="19098"/>
                    <a:pt x="0" y="27763"/>
                    <a:pt x="0" y="38196"/>
                  </a:cubicBezTo>
                  <a:cubicBezTo>
                    <a:pt x="0" y="50044"/>
                    <a:pt x="9549" y="59592"/>
                    <a:pt x="21220" y="59592"/>
                  </a:cubicBezTo>
                  <a:lnTo>
                    <a:pt x="21220" y="59592"/>
                  </a:lnTo>
                  <a:cubicBezTo>
                    <a:pt x="21220" y="59592"/>
                    <a:pt x="73562" y="59592"/>
                    <a:pt x="74270" y="59592"/>
                  </a:cubicBezTo>
                  <a:cubicBezTo>
                    <a:pt x="84526" y="59592"/>
                    <a:pt x="92130" y="51281"/>
                    <a:pt x="92130" y="41025"/>
                  </a:cubicBezTo>
                  <a:cubicBezTo>
                    <a:pt x="92130" y="32537"/>
                    <a:pt x="86294" y="25464"/>
                    <a:pt x="78514" y="23165"/>
                  </a:cubicBezTo>
                  <a:close/>
                  <a:moveTo>
                    <a:pt x="73209" y="48983"/>
                  </a:moveTo>
                  <a:lnTo>
                    <a:pt x="20866" y="48983"/>
                  </a:lnTo>
                  <a:cubicBezTo>
                    <a:pt x="16799" y="48629"/>
                    <a:pt x="13262" y="46330"/>
                    <a:pt x="11494" y="42793"/>
                  </a:cubicBezTo>
                  <a:cubicBezTo>
                    <a:pt x="9903" y="39080"/>
                    <a:pt x="10256" y="34836"/>
                    <a:pt x="12732" y="31476"/>
                  </a:cubicBezTo>
                  <a:cubicBezTo>
                    <a:pt x="14854" y="28647"/>
                    <a:pt x="18037" y="27055"/>
                    <a:pt x="21397" y="27055"/>
                  </a:cubicBezTo>
                  <a:cubicBezTo>
                    <a:pt x="21927" y="27055"/>
                    <a:pt x="22635" y="27055"/>
                    <a:pt x="23165" y="27232"/>
                  </a:cubicBezTo>
                  <a:lnTo>
                    <a:pt x="26348" y="27763"/>
                  </a:lnTo>
                  <a:lnTo>
                    <a:pt x="26348" y="24226"/>
                  </a:lnTo>
                  <a:cubicBezTo>
                    <a:pt x="26348" y="17860"/>
                    <a:pt x="30592" y="12378"/>
                    <a:pt x="36781" y="10964"/>
                  </a:cubicBezTo>
                  <a:cubicBezTo>
                    <a:pt x="37842" y="10787"/>
                    <a:pt x="38903" y="10610"/>
                    <a:pt x="39964" y="10610"/>
                  </a:cubicBezTo>
                  <a:cubicBezTo>
                    <a:pt x="39964" y="10610"/>
                    <a:pt x="39964" y="10610"/>
                    <a:pt x="39964" y="10610"/>
                  </a:cubicBezTo>
                  <a:lnTo>
                    <a:pt x="39964" y="10610"/>
                  </a:lnTo>
                  <a:cubicBezTo>
                    <a:pt x="39964" y="10610"/>
                    <a:pt x="39964" y="10610"/>
                    <a:pt x="39964" y="10610"/>
                  </a:cubicBezTo>
                  <a:cubicBezTo>
                    <a:pt x="45092" y="10610"/>
                    <a:pt x="49690" y="13439"/>
                    <a:pt x="51989" y="18037"/>
                  </a:cubicBezTo>
                  <a:lnTo>
                    <a:pt x="53050" y="20159"/>
                  </a:lnTo>
                  <a:lnTo>
                    <a:pt x="55349" y="19275"/>
                  </a:lnTo>
                  <a:cubicBezTo>
                    <a:pt x="56410" y="18921"/>
                    <a:pt x="57647" y="18744"/>
                    <a:pt x="58885" y="18744"/>
                  </a:cubicBezTo>
                  <a:cubicBezTo>
                    <a:pt x="61184" y="18744"/>
                    <a:pt x="63306" y="19452"/>
                    <a:pt x="65251" y="20689"/>
                  </a:cubicBezTo>
                  <a:cubicBezTo>
                    <a:pt x="68080" y="22811"/>
                    <a:pt x="69849" y="26171"/>
                    <a:pt x="69849" y="29708"/>
                  </a:cubicBezTo>
                  <a:lnTo>
                    <a:pt x="69849" y="32537"/>
                  </a:lnTo>
                  <a:lnTo>
                    <a:pt x="73385" y="32537"/>
                  </a:lnTo>
                  <a:cubicBezTo>
                    <a:pt x="77983" y="32537"/>
                    <a:pt x="81697" y="36251"/>
                    <a:pt x="81697" y="40848"/>
                  </a:cubicBezTo>
                  <a:cubicBezTo>
                    <a:pt x="81520" y="45269"/>
                    <a:pt x="77806" y="48983"/>
                    <a:pt x="73209" y="48983"/>
                  </a:cubicBez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86" name="Freeform: Shape 85"/>
            <p:cNvSpPr/>
            <p:nvPr/>
          </p:nvSpPr>
          <p:spPr bwMode="auto">
            <a:xfrm flipH="1">
              <a:off x="3900651" y="2586814"/>
              <a:ext cx="84878" cy="79574"/>
            </a:xfrm>
            <a:custGeom>
              <a:avLst/>
              <a:gdLst>
                <a:gd name="connsiteX0" fmla="*/ 79221 w 84879"/>
                <a:gd name="connsiteY0" fmla="*/ 0 h 79574"/>
                <a:gd name="connsiteX1" fmla="*/ 5659 w 84879"/>
                <a:gd name="connsiteY1" fmla="*/ 0 h 79574"/>
                <a:gd name="connsiteX2" fmla="*/ 0 w 84879"/>
                <a:gd name="connsiteY2" fmla="*/ 5659 h 79574"/>
                <a:gd name="connsiteX3" fmla="*/ 0 w 84879"/>
                <a:gd name="connsiteY3" fmla="*/ 56233 h 79574"/>
                <a:gd name="connsiteX4" fmla="*/ 5659 w 84879"/>
                <a:gd name="connsiteY4" fmla="*/ 61891 h 79574"/>
                <a:gd name="connsiteX5" fmla="*/ 5659 w 84879"/>
                <a:gd name="connsiteY5" fmla="*/ 61891 h 79574"/>
                <a:gd name="connsiteX6" fmla="*/ 33598 w 84879"/>
                <a:gd name="connsiteY6" fmla="*/ 61891 h 79574"/>
                <a:gd name="connsiteX7" fmla="*/ 33598 w 84879"/>
                <a:gd name="connsiteY7" fmla="*/ 68965 h 79574"/>
                <a:gd name="connsiteX8" fmla="*/ 21220 w 84879"/>
                <a:gd name="connsiteY8" fmla="*/ 68965 h 79574"/>
                <a:gd name="connsiteX9" fmla="*/ 21220 w 84879"/>
                <a:gd name="connsiteY9" fmla="*/ 79575 h 79574"/>
                <a:gd name="connsiteX10" fmla="*/ 63660 w 84879"/>
                <a:gd name="connsiteY10" fmla="*/ 79575 h 79574"/>
                <a:gd name="connsiteX11" fmla="*/ 63660 w 84879"/>
                <a:gd name="connsiteY11" fmla="*/ 68965 h 79574"/>
                <a:gd name="connsiteX12" fmla="*/ 51281 w 84879"/>
                <a:gd name="connsiteY12" fmla="*/ 68965 h 79574"/>
                <a:gd name="connsiteX13" fmla="*/ 51281 w 84879"/>
                <a:gd name="connsiteY13" fmla="*/ 61891 h 79574"/>
                <a:gd name="connsiteX14" fmla="*/ 79221 w 84879"/>
                <a:gd name="connsiteY14" fmla="*/ 61891 h 79574"/>
                <a:gd name="connsiteX15" fmla="*/ 84880 w 84879"/>
                <a:gd name="connsiteY15" fmla="*/ 56233 h 79574"/>
                <a:gd name="connsiteX16" fmla="*/ 84880 w 84879"/>
                <a:gd name="connsiteY16" fmla="*/ 56233 h 79574"/>
                <a:gd name="connsiteX17" fmla="*/ 84880 w 84879"/>
                <a:gd name="connsiteY17" fmla="*/ 5659 h 79574"/>
                <a:gd name="connsiteX18" fmla="*/ 79221 w 84879"/>
                <a:gd name="connsiteY18" fmla="*/ 0 h 79574"/>
                <a:gd name="connsiteX19" fmla="*/ 74270 w 84879"/>
                <a:gd name="connsiteY19" fmla="*/ 51281 h 79574"/>
                <a:gd name="connsiteX20" fmla="*/ 10610 w 84879"/>
                <a:gd name="connsiteY20" fmla="*/ 51281 h 79574"/>
                <a:gd name="connsiteX21" fmla="*/ 10610 w 84879"/>
                <a:gd name="connsiteY21" fmla="*/ 10610 h 79574"/>
                <a:gd name="connsiteX22" fmla="*/ 74270 w 84879"/>
                <a:gd name="connsiteY22" fmla="*/ 10610 h 79574"/>
                <a:gd name="connsiteX23" fmla="*/ 74270 w 84879"/>
                <a:gd name="connsiteY23" fmla="*/ 51281 h 7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879" h="79574" extrusionOk="0">
                  <a:moveTo>
                    <a:pt x="79221" y="0"/>
                  </a:moveTo>
                  <a:lnTo>
                    <a:pt x="5659" y="0"/>
                  </a:lnTo>
                  <a:cubicBezTo>
                    <a:pt x="2476" y="0"/>
                    <a:pt x="0" y="2476"/>
                    <a:pt x="0" y="5659"/>
                  </a:cubicBezTo>
                  <a:lnTo>
                    <a:pt x="0" y="56233"/>
                  </a:lnTo>
                  <a:cubicBezTo>
                    <a:pt x="0" y="59416"/>
                    <a:pt x="2476" y="61891"/>
                    <a:pt x="5659" y="61891"/>
                  </a:cubicBezTo>
                  <a:cubicBezTo>
                    <a:pt x="5659" y="61891"/>
                    <a:pt x="5659" y="61891"/>
                    <a:pt x="5659" y="61891"/>
                  </a:cubicBezTo>
                  <a:lnTo>
                    <a:pt x="33598" y="61891"/>
                  </a:lnTo>
                  <a:lnTo>
                    <a:pt x="33598" y="68965"/>
                  </a:lnTo>
                  <a:lnTo>
                    <a:pt x="21220" y="68965"/>
                  </a:lnTo>
                  <a:lnTo>
                    <a:pt x="21220" y="79575"/>
                  </a:lnTo>
                  <a:lnTo>
                    <a:pt x="63660" y="79575"/>
                  </a:lnTo>
                  <a:lnTo>
                    <a:pt x="63660" y="68965"/>
                  </a:lnTo>
                  <a:lnTo>
                    <a:pt x="51281" y="68965"/>
                  </a:lnTo>
                  <a:lnTo>
                    <a:pt x="51281" y="61891"/>
                  </a:lnTo>
                  <a:lnTo>
                    <a:pt x="79221" y="61891"/>
                  </a:lnTo>
                  <a:cubicBezTo>
                    <a:pt x="82404" y="61891"/>
                    <a:pt x="84880" y="59416"/>
                    <a:pt x="84880" y="56233"/>
                  </a:cubicBezTo>
                  <a:lnTo>
                    <a:pt x="84880" y="56233"/>
                  </a:lnTo>
                  <a:lnTo>
                    <a:pt x="84880" y="5659"/>
                  </a:lnTo>
                  <a:cubicBezTo>
                    <a:pt x="84880" y="2476"/>
                    <a:pt x="82404" y="0"/>
                    <a:pt x="79221" y="0"/>
                  </a:cubicBezTo>
                  <a:close/>
                  <a:moveTo>
                    <a:pt x="74270" y="51281"/>
                  </a:moveTo>
                  <a:lnTo>
                    <a:pt x="10610" y="51281"/>
                  </a:lnTo>
                  <a:lnTo>
                    <a:pt x="10610" y="10610"/>
                  </a:lnTo>
                  <a:lnTo>
                    <a:pt x="74270" y="10610"/>
                  </a:lnTo>
                  <a:lnTo>
                    <a:pt x="74270" y="51281"/>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87" name="Freeform: Shape 86"/>
            <p:cNvSpPr/>
            <p:nvPr/>
          </p:nvSpPr>
          <p:spPr bwMode="auto">
            <a:xfrm flipH="1">
              <a:off x="3861175" y="2586814"/>
              <a:ext cx="31165" cy="39256"/>
            </a:xfrm>
            <a:custGeom>
              <a:avLst/>
              <a:gdLst>
                <a:gd name="connsiteX0" fmla="*/ 17860 w 31165"/>
                <a:gd name="connsiteY0" fmla="*/ 0 h 39256"/>
                <a:gd name="connsiteX1" fmla="*/ 20513 w 31165"/>
                <a:gd name="connsiteY1" fmla="*/ 8134 h 39256"/>
                <a:gd name="connsiteX2" fmla="*/ 12909 w 31165"/>
                <a:gd name="connsiteY2" fmla="*/ 20689 h 39256"/>
                <a:gd name="connsiteX3" fmla="*/ 12909 w 31165"/>
                <a:gd name="connsiteY3" fmla="*/ 13439 h 39256"/>
                <a:gd name="connsiteX4" fmla="*/ 0 w 31165"/>
                <a:gd name="connsiteY4" fmla="*/ 26525 h 39256"/>
                <a:gd name="connsiteX5" fmla="*/ 12909 w 31165"/>
                <a:gd name="connsiteY5" fmla="*/ 39257 h 39256"/>
                <a:gd name="connsiteX6" fmla="*/ 12909 w 31165"/>
                <a:gd name="connsiteY6" fmla="*/ 32007 h 39256"/>
                <a:gd name="connsiteX7" fmla="*/ 30238 w 31165"/>
                <a:gd name="connsiteY7" fmla="*/ 1591 h 39256"/>
                <a:gd name="connsiteX8" fmla="*/ 29708 w 31165"/>
                <a:gd name="connsiteY8" fmla="*/ 0 h 39256"/>
                <a:gd name="connsiteX9" fmla="*/ 17860 w 31165"/>
                <a:gd name="connsiteY9" fmla="*/ 0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extrusionOk="0">
                  <a:moveTo>
                    <a:pt x="17860" y="0"/>
                  </a:moveTo>
                  <a:cubicBezTo>
                    <a:pt x="19628" y="2299"/>
                    <a:pt x="20513" y="5305"/>
                    <a:pt x="20513" y="8134"/>
                  </a:cubicBezTo>
                  <a:cubicBezTo>
                    <a:pt x="20513" y="13439"/>
                    <a:pt x="17506" y="18214"/>
                    <a:pt x="12909" y="20689"/>
                  </a:cubicBezTo>
                  <a:lnTo>
                    <a:pt x="12909" y="13439"/>
                  </a:lnTo>
                  <a:lnTo>
                    <a:pt x="0" y="26525"/>
                  </a:lnTo>
                  <a:lnTo>
                    <a:pt x="12909" y="39257"/>
                  </a:lnTo>
                  <a:lnTo>
                    <a:pt x="12909" y="32007"/>
                  </a:lnTo>
                  <a:cubicBezTo>
                    <a:pt x="26171" y="28470"/>
                    <a:pt x="33952" y="14854"/>
                    <a:pt x="30238" y="1591"/>
                  </a:cubicBezTo>
                  <a:cubicBezTo>
                    <a:pt x="30061" y="1061"/>
                    <a:pt x="29885" y="530"/>
                    <a:pt x="29708" y="0"/>
                  </a:cubicBezTo>
                  <a:lnTo>
                    <a:pt x="17860" y="0"/>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88" name="Freeform: Shape 87"/>
            <p:cNvSpPr/>
            <p:nvPr/>
          </p:nvSpPr>
          <p:spPr bwMode="auto">
            <a:xfrm flipH="1">
              <a:off x="3939554" y="2540484"/>
              <a:ext cx="31165" cy="39256"/>
            </a:xfrm>
            <a:custGeom>
              <a:avLst/>
              <a:gdLst>
                <a:gd name="connsiteX0" fmla="*/ 13305 w 31165"/>
                <a:gd name="connsiteY0" fmla="*/ 39257 h 39256"/>
                <a:gd name="connsiteX1" fmla="*/ 10653 w 31165"/>
                <a:gd name="connsiteY1" fmla="*/ 31122 h 39256"/>
                <a:gd name="connsiteX2" fmla="*/ 18256 w 31165"/>
                <a:gd name="connsiteY2" fmla="*/ 18567 h 39256"/>
                <a:gd name="connsiteX3" fmla="*/ 18256 w 31165"/>
                <a:gd name="connsiteY3" fmla="*/ 25818 h 39256"/>
                <a:gd name="connsiteX4" fmla="*/ 31165 w 31165"/>
                <a:gd name="connsiteY4" fmla="*/ 12732 h 39256"/>
                <a:gd name="connsiteX5" fmla="*/ 18256 w 31165"/>
                <a:gd name="connsiteY5" fmla="*/ 0 h 39256"/>
                <a:gd name="connsiteX6" fmla="*/ 18256 w 31165"/>
                <a:gd name="connsiteY6" fmla="*/ 7250 h 39256"/>
                <a:gd name="connsiteX7" fmla="*/ 927 w 31165"/>
                <a:gd name="connsiteY7" fmla="*/ 37665 h 39256"/>
                <a:gd name="connsiteX8" fmla="*/ 1457 w 31165"/>
                <a:gd name="connsiteY8" fmla="*/ 39257 h 39256"/>
                <a:gd name="connsiteX9" fmla="*/ 13305 w 31165"/>
                <a:gd name="connsiteY9" fmla="*/ 39257 h 39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65" h="39256" extrusionOk="0">
                  <a:moveTo>
                    <a:pt x="13305" y="39257"/>
                  </a:moveTo>
                  <a:cubicBezTo>
                    <a:pt x="11891" y="37488"/>
                    <a:pt x="10653" y="33952"/>
                    <a:pt x="10653" y="31122"/>
                  </a:cubicBezTo>
                  <a:cubicBezTo>
                    <a:pt x="10653" y="25818"/>
                    <a:pt x="13659" y="21043"/>
                    <a:pt x="18256" y="18567"/>
                  </a:cubicBezTo>
                  <a:lnTo>
                    <a:pt x="18256" y="25818"/>
                  </a:lnTo>
                  <a:lnTo>
                    <a:pt x="31165" y="12732"/>
                  </a:lnTo>
                  <a:lnTo>
                    <a:pt x="18256" y="0"/>
                  </a:lnTo>
                  <a:lnTo>
                    <a:pt x="18256" y="7250"/>
                  </a:lnTo>
                  <a:cubicBezTo>
                    <a:pt x="4994" y="10787"/>
                    <a:pt x="-2787" y="24403"/>
                    <a:pt x="927" y="37665"/>
                  </a:cubicBezTo>
                  <a:cubicBezTo>
                    <a:pt x="1104" y="38196"/>
                    <a:pt x="1281" y="38726"/>
                    <a:pt x="1457" y="39257"/>
                  </a:cubicBezTo>
                  <a:lnTo>
                    <a:pt x="13305" y="39257"/>
                  </a:lnTo>
                  <a:close/>
                </a:path>
              </a:pathLst>
            </a:custGeom>
            <a:solidFill>
              <a:srgbClr val="282829">
                <a:alpha val="50000"/>
              </a:srgbClr>
            </a:solidFill>
            <a:ln w="1687" cap="flat">
              <a:noFill/>
              <a:prstDash val="solid"/>
              <a:miter/>
            </a:ln>
          </p:spPr>
          <p:txBody>
            <a:bodyPr rtlCol="0" anchor="ctr"/>
            <a:lstStyle/>
            <a:p>
              <a:pPr>
                <a:defRPr/>
              </a:pPr>
              <a:endParaRPr lang="en-IN"/>
            </a:p>
          </p:txBody>
        </p:sp>
        <p:sp>
          <p:nvSpPr>
            <p:cNvPr id="89" name="Freeform: Shape 88"/>
            <p:cNvSpPr/>
            <p:nvPr/>
          </p:nvSpPr>
          <p:spPr bwMode="auto">
            <a:xfrm>
              <a:off x="4330105" y="1734044"/>
              <a:ext cx="6299" cy="6299"/>
            </a:xfrm>
            <a:custGeom>
              <a:avLst/>
              <a:gdLst>
                <a:gd name="connsiteX0" fmla="*/ 3150 w 6299"/>
                <a:gd name="connsiteY0" fmla="*/ 0 h 6299"/>
                <a:gd name="connsiteX1" fmla="*/ 0 w 6299"/>
                <a:gd name="connsiteY1" fmla="*/ 3150 h 6299"/>
                <a:gd name="connsiteX2" fmla="*/ 3150 w 6299"/>
                <a:gd name="connsiteY2" fmla="*/ 6300 h 6299"/>
                <a:gd name="connsiteX3" fmla="*/ 6300 w 6299"/>
                <a:gd name="connsiteY3" fmla="*/ 3150 h 6299"/>
                <a:gd name="connsiteX4" fmla="*/ 3150 w 6299"/>
                <a:gd name="connsiteY4" fmla="*/ 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extrusionOk="0">
                  <a:moveTo>
                    <a:pt x="3150" y="0"/>
                  </a:moveTo>
                  <a:cubicBezTo>
                    <a:pt x="1425" y="0"/>
                    <a:pt x="0" y="1425"/>
                    <a:pt x="0" y="3150"/>
                  </a:cubicBezTo>
                  <a:cubicBezTo>
                    <a:pt x="0" y="4875"/>
                    <a:pt x="1425" y="6300"/>
                    <a:pt x="3150" y="6300"/>
                  </a:cubicBezTo>
                  <a:cubicBezTo>
                    <a:pt x="4875" y="6300"/>
                    <a:pt x="6300" y="4875"/>
                    <a:pt x="6300" y="3150"/>
                  </a:cubicBezTo>
                  <a:cubicBezTo>
                    <a:pt x="6300" y="1425"/>
                    <a:pt x="4875" y="0"/>
                    <a:pt x="3150" y="0"/>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90" name="Freeform: Shape 89"/>
            <p:cNvSpPr/>
            <p:nvPr/>
          </p:nvSpPr>
          <p:spPr bwMode="auto">
            <a:xfrm>
              <a:off x="4320656" y="1749268"/>
              <a:ext cx="6299" cy="6299"/>
            </a:xfrm>
            <a:custGeom>
              <a:avLst/>
              <a:gdLst>
                <a:gd name="connsiteX0" fmla="*/ 6300 w 6299"/>
                <a:gd name="connsiteY0" fmla="*/ 3150 h 6299"/>
                <a:gd name="connsiteX1" fmla="*/ 3150 w 6299"/>
                <a:gd name="connsiteY1" fmla="*/ 6300 h 6299"/>
                <a:gd name="connsiteX2" fmla="*/ 0 w 6299"/>
                <a:gd name="connsiteY2" fmla="*/ 3150 h 6299"/>
                <a:gd name="connsiteX3" fmla="*/ 3150 w 6299"/>
                <a:gd name="connsiteY3" fmla="*/ 0 h 6299"/>
                <a:gd name="connsiteX4" fmla="*/ 6300 w 6299"/>
                <a:gd name="connsiteY4" fmla="*/ 3150 h 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9" h="6299" extrusionOk="0">
                  <a:moveTo>
                    <a:pt x="6300" y="3150"/>
                  </a:moveTo>
                  <a:cubicBezTo>
                    <a:pt x="6300" y="4889"/>
                    <a:pt x="4889" y="6300"/>
                    <a:pt x="3150" y="6300"/>
                  </a:cubicBezTo>
                  <a:cubicBezTo>
                    <a:pt x="1410" y="6300"/>
                    <a:pt x="0" y="4889"/>
                    <a:pt x="0" y="3150"/>
                  </a:cubicBezTo>
                  <a:cubicBezTo>
                    <a:pt x="0" y="1410"/>
                    <a:pt x="1410" y="0"/>
                    <a:pt x="3150" y="0"/>
                  </a:cubicBezTo>
                  <a:cubicBezTo>
                    <a:pt x="4889" y="0"/>
                    <a:pt x="6300" y="1410"/>
                    <a:pt x="6300" y="3150"/>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91" name="Freeform: Shape 90"/>
            <p:cNvSpPr/>
            <p:nvPr/>
          </p:nvSpPr>
          <p:spPr bwMode="auto">
            <a:xfrm>
              <a:off x="4308417" y="1723470"/>
              <a:ext cx="51018" cy="60519"/>
            </a:xfrm>
            <a:custGeom>
              <a:avLst/>
              <a:gdLst>
                <a:gd name="connsiteX0" fmla="*/ 33763 w 51018"/>
                <a:gd name="connsiteY0" fmla="*/ 14774 h 60520"/>
                <a:gd name="connsiteX1" fmla="*/ 31888 w 51018"/>
                <a:gd name="connsiteY1" fmla="*/ 15674 h 60520"/>
                <a:gd name="connsiteX2" fmla="*/ 31138 w 51018"/>
                <a:gd name="connsiteY2" fmla="*/ 17324 h 60520"/>
                <a:gd name="connsiteX3" fmla="*/ 31813 w 51018"/>
                <a:gd name="connsiteY3" fmla="*/ 19274 h 60520"/>
                <a:gd name="connsiteX4" fmla="*/ 30313 w 51018"/>
                <a:gd name="connsiteY4" fmla="*/ 20774 h 60520"/>
                <a:gd name="connsiteX5" fmla="*/ 28363 w 51018"/>
                <a:gd name="connsiteY5" fmla="*/ 20099 h 60520"/>
                <a:gd name="connsiteX6" fmla="*/ 26713 w 51018"/>
                <a:gd name="connsiteY6" fmla="*/ 20774 h 60520"/>
                <a:gd name="connsiteX7" fmla="*/ 25813 w 51018"/>
                <a:gd name="connsiteY7" fmla="*/ 22573 h 60520"/>
                <a:gd name="connsiteX8" fmla="*/ 23713 w 51018"/>
                <a:gd name="connsiteY8" fmla="*/ 22573 h 60520"/>
                <a:gd name="connsiteX9" fmla="*/ 22813 w 51018"/>
                <a:gd name="connsiteY9" fmla="*/ 20699 h 60520"/>
                <a:gd name="connsiteX10" fmla="*/ 21164 w 51018"/>
                <a:gd name="connsiteY10" fmla="*/ 20024 h 60520"/>
                <a:gd name="connsiteX11" fmla="*/ 19214 w 51018"/>
                <a:gd name="connsiteY11" fmla="*/ 20699 h 60520"/>
                <a:gd name="connsiteX12" fmla="*/ 17714 w 51018"/>
                <a:gd name="connsiteY12" fmla="*/ 19199 h 60520"/>
                <a:gd name="connsiteX13" fmla="*/ 18389 w 51018"/>
                <a:gd name="connsiteY13" fmla="*/ 17249 h 60520"/>
                <a:gd name="connsiteX14" fmla="*/ 17714 w 51018"/>
                <a:gd name="connsiteY14" fmla="*/ 15599 h 60520"/>
                <a:gd name="connsiteX15" fmla="*/ 15839 w 51018"/>
                <a:gd name="connsiteY15" fmla="*/ 14699 h 60520"/>
                <a:gd name="connsiteX16" fmla="*/ 15839 w 51018"/>
                <a:gd name="connsiteY16" fmla="*/ 12599 h 60520"/>
                <a:gd name="connsiteX17" fmla="*/ 17714 w 51018"/>
                <a:gd name="connsiteY17" fmla="*/ 11699 h 60520"/>
                <a:gd name="connsiteX18" fmla="*/ 18389 w 51018"/>
                <a:gd name="connsiteY18" fmla="*/ 10049 h 60520"/>
                <a:gd name="connsiteX19" fmla="*/ 17789 w 51018"/>
                <a:gd name="connsiteY19" fmla="*/ 8099 h 60520"/>
                <a:gd name="connsiteX20" fmla="*/ 19289 w 51018"/>
                <a:gd name="connsiteY20" fmla="*/ 6600 h 60520"/>
                <a:gd name="connsiteX21" fmla="*/ 21239 w 51018"/>
                <a:gd name="connsiteY21" fmla="*/ 7274 h 60520"/>
                <a:gd name="connsiteX22" fmla="*/ 22888 w 51018"/>
                <a:gd name="connsiteY22" fmla="*/ 6600 h 60520"/>
                <a:gd name="connsiteX23" fmla="*/ 23788 w 51018"/>
                <a:gd name="connsiteY23" fmla="*/ 4725 h 60520"/>
                <a:gd name="connsiteX24" fmla="*/ 25888 w 51018"/>
                <a:gd name="connsiteY24" fmla="*/ 4725 h 60520"/>
                <a:gd name="connsiteX25" fmla="*/ 26788 w 51018"/>
                <a:gd name="connsiteY25" fmla="*/ 6525 h 60520"/>
                <a:gd name="connsiteX26" fmla="*/ 28438 w 51018"/>
                <a:gd name="connsiteY26" fmla="*/ 7200 h 60520"/>
                <a:gd name="connsiteX27" fmla="*/ 30388 w 51018"/>
                <a:gd name="connsiteY27" fmla="*/ 6525 h 60520"/>
                <a:gd name="connsiteX28" fmla="*/ 31888 w 51018"/>
                <a:gd name="connsiteY28" fmla="*/ 8024 h 60520"/>
                <a:gd name="connsiteX29" fmla="*/ 31213 w 51018"/>
                <a:gd name="connsiteY29" fmla="*/ 9974 h 60520"/>
                <a:gd name="connsiteX30" fmla="*/ 31888 w 51018"/>
                <a:gd name="connsiteY30" fmla="*/ 11624 h 60520"/>
                <a:gd name="connsiteX31" fmla="*/ 33763 w 51018"/>
                <a:gd name="connsiteY31" fmla="*/ 12524 h 60520"/>
                <a:gd name="connsiteX32" fmla="*/ 33763 w 51018"/>
                <a:gd name="connsiteY32" fmla="*/ 14774 h 60520"/>
                <a:gd name="connsiteX33" fmla="*/ 24313 w 51018"/>
                <a:gd name="connsiteY33" fmla="*/ 29998 h 60520"/>
                <a:gd name="connsiteX34" fmla="*/ 22439 w 51018"/>
                <a:gd name="connsiteY34" fmla="*/ 30898 h 60520"/>
                <a:gd name="connsiteX35" fmla="*/ 21764 w 51018"/>
                <a:gd name="connsiteY35" fmla="*/ 32548 h 60520"/>
                <a:gd name="connsiteX36" fmla="*/ 22364 w 51018"/>
                <a:gd name="connsiteY36" fmla="*/ 34498 h 60520"/>
                <a:gd name="connsiteX37" fmla="*/ 20864 w 51018"/>
                <a:gd name="connsiteY37" fmla="*/ 35998 h 60520"/>
                <a:gd name="connsiteX38" fmla="*/ 18914 w 51018"/>
                <a:gd name="connsiteY38" fmla="*/ 35323 h 60520"/>
                <a:gd name="connsiteX39" fmla="*/ 17264 w 51018"/>
                <a:gd name="connsiteY39" fmla="*/ 35998 h 60520"/>
                <a:gd name="connsiteX40" fmla="*/ 16439 w 51018"/>
                <a:gd name="connsiteY40" fmla="*/ 37797 h 60520"/>
                <a:gd name="connsiteX41" fmla="*/ 14339 w 51018"/>
                <a:gd name="connsiteY41" fmla="*/ 37797 h 60520"/>
                <a:gd name="connsiteX42" fmla="*/ 13439 w 51018"/>
                <a:gd name="connsiteY42" fmla="*/ 35923 h 60520"/>
                <a:gd name="connsiteX43" fmla="*/ 11789 w 51018"/>
                <a:gd name="connsiteY43" fmla="*/ 35248 h 60520"/>
                <a:gd name="connsiteX44" fmla="*/ 9839 w 51018"/>
                <a:gd name="connsiteY44" fmla="*/ 35848 h 60520"/>
                <a:gd name="connsiteX45" fmla="*/ 8339 w 51018"/>
                <a:gd name="connsiteY45" fmla="*/ 34348 h 60520"/>
                <a:gd name="connsiteX46" fmla="*/ 9014 w 51018"/>
                <a:gd name="connsiteY46" fmla="*/ 32398 h 60520"/>
                <a:gd name="connsiteX47" fmla="*/ 8339 w 51018"/>
                <a:gd name="connsiteY47" fmla="*/ 30748 h 60520"/>
                <a:gd name="connsiteX48" fmla="*/ 6465 w 51018"/>
                <a:gd name="connsiteY48" fmla="*/ 29848 h 60520"/>
                <a:gd name="connsiteX49" fmla="*/ 6465 w 51018"/>
                <a:gd name="connsiteY49" fmla="*/ 27748 h 60520"/>
                <a:gd name="connsiteX50" fmla="*/ 8339 w 51018"/>
                <a:gd name="connsiteY50" fmla="*/ 26848 h 60520"/>
                <a:gd name="connsiteX51" fmla="*/ 9014 w 51018"/>
                <a:gd name="connsiteY51" fmla="*/ 25198 h 60520"/>
                <a:gd name="connsiteX52" fmla="*/ 8339 w 51018"/>
                <a:gd name="connsiteY52" fmla="*/ 23248 h 60520"/>
                <a:gd name="connsiteX53" fmla="*/ 9839 w 51018"/>
                <a:gd name="connsiteY53" fmla="*/ 21748 h 60520"/>
                <a:gd name="connsiteX54" fmla="*/ 11789 w 51018"/>
                <a:gd name="connsiteY54" fmla="*/ 22423 h 60520"/>
                <a:gd name="connsiteX55" fmla="*/ 13439 w 51018"/>
                <a:gd name="connsiteY55" fmla="*/ 21748 h 60520"/>
                <a:gd name="connsiteX56" fmla="*/ 14339 w 51018"/>
                <a:gd name="connsiteY56" fmla="*/ 19874 h 60520"/>
                <a:gd name="connsiteX57" fmla="*/ 16514 w 51018"/>
                <a:gd name="connsiteY57" fmla="*/ 19874 h 60520"/>
                <a:gd name="connsiteX58" fmla="*/ 17414 w 51018"/>
                <a:gd name="connsiteY58" fmla="*/ 21748 h 60520"/>
                <a:gd name="connsiteX59" fmla="*/ 19064 w 51018"/>
                <a:gd name="connsiteY59" fmla="*/ 22423 h 60520"/>
                <a:gd name="connsiteX60" fmla="*/ 21014 w 51018"/>
                <a:gd name="connsiteY60" fmla="*/ 21748 h 60520"/>
                <a:gd name="connsiteX61" fmla="*/ 22513 w 51018"/>
                <a:gd name="connsiteY61" fmla="*/ 23248 h 60520"/>
                <a:gd name="connsiteX62" fmla="*/ 21839 w 51018"/>
                <a:gd name="connsiteY62" fmla="*/ 25198 h 60520"/>
                <a:gd name="connsiteX63" fmla="*/ 22513 w 51018"/>
                <a:gd name="connsiteY63" fmla="*/ 26848 h 60520"/>
                <a:gd name="connsiteX64" fmla="*/ 24388 w 51018"/>
                <a:gd name="connsiteY64" fmla="*/ 27748 h 60520"/>
                <a:gd name="connsiteX65" fmla="*/ 24313 w 51018"/>
                <a:gd name="connsiteY65" fmla="*/ 29998 h 60520"/>
                <a:gd name="connsiteX66" fmla="*/ 24313 w 51018"/>
                <a:gd name="connsiteY66" fmla="*/ 29998 h 60520"/>
                <a:gd name="connsiteX67" fmla="*/ 50262 w 51018"/>
                <a:gd name="connsiteY67" fmla="*/ 32773 h 60520"/>
                <a:gd name="connsiteX68" fmla="*/ 45087 w 51018"/>
                <a:gd name="connsiteY68" fmla="*/ 23773 h 60520"/>
                <a:gd name="connsiteX69" fmla="*/ 45087 w 51018"/>
                <a:gd name="connsiteY69" fmla="*/ 23398 h 60520"/>
                <a:gd name="connsiteX70" fmla="*/ 34063 w 51018"/>
                <a:gd name="connsiteY70" fmla="*/ 3150 h 60520"/>
                <a:gd name="connsiteX71" fmla="*/ 11039 w 51018"/>
                <a:gd name="connsiteY71" fmla="*/ 3150 h 60520"/>
                <a:gd name="connsiteX72" fmla="*/ 15 w 51018"/>
                <a:gd name="connsiteY72" fmla="*/ 23398 h 60520"/>
                <a:gd name="connsiteX73" fmla="*/ 8864 w 51018"/>
                <a:gd name="connsiteY73" fmla="*/ 41547 h 60520"/>
                <a:gd name="connsiteX74" fmla="*/ 8864 w 51018"/>
                <a:gd name="connsiteY74" fmla="*/ 60521 h 60520"/>
                <a:gd name="connsiteX75" fmla="*/ 32563 w 51018"/>
                <a:gd name="connsiteY75" fmla="*/ 60521 h 60520"/>
                <a:gd name="connsiteX76" fmla="*/ 32563 w 51018"/>
                <a:gd name="connsiteY76" fmla="*/ 51521 h 60520"/>
                <a:gd name="connsiteX77" fmla="*/ 36238 w 51018"/>
                <a:gd name="connsiteY77" fmla="*/ 51521 h 60520"/>
                <a:gd name="connsiteX78" fmla="*/ 42537 w 51018"/>
                <a:gd name="connsiteY78" fmla="*/ 48897 h 60520"/>
                <a:gd name="connsiteX79" fmla="*/ 45087 w 51018"/>
                <a:gd name="connsiteY79" fmla="*/ 42522 h 60520"/>
                <a:gd name="connsiteX80" fmla="*/ 45087 w 51018"/>
                <a:gd name="connsiteY80" fmla="*/ 38022 h 60520"/>
                <a:gd name="connsiteX81" fmla="*/ 48387 w 51018"/>
                <a:gd name="connsiteY81" fmla="*/ 38022 h 60520"/>
                <a:gd name="connsiteX82" fmla="*/ 50262 w 51018"/>
                <a:gd name="connsiteY82" fmla="*/ 32773 h 6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018" h="60520" extrusionOk="0">
                  <a:moveTo>
                    <a:pt x="33763" y="14774"/>
                  </a:moveTo>
                  <a:lnTo>
                    <a:pt x="31888" y="15674"/>
                  </a:lnTo>
                  <a:cubicBezTo>
                    <a:pt x="31738" y="16274"/>
                    <a:pt x="31438" y="16799"/>
                    <a:pt x="31138" y="17324"/>
                  </a:cubicBezTo>
                  <a:lnTo>
                    <a:pt x="31813" y="19274"/>
                  </a:lnTo>
                  <a:lnTo>
                    <a:pt x="30313" y="20774"/>
                  </a:lnTo>
                  <a:lnTo>
                    <a:pt x="28363" y="20099"/>
                  </a:lnTo>
                  <a:cubicBezTo>
                    <a:pt x="27838" y="20399"/>
                    <a:pt x="27313" y="20624"/>
                    <a:pt x="26713" y="20774"/>
                  </a:cubicBezTo>
                  <a:lnTo>
                    <a:pt x="25813" y="22573"/>
                  </a:lnTo>
                  <a:lnTo>
                    <a:pt x="23713" y="22573"/>
                  </a:lnTo>
                  <a:lnTo>
                    <a:pt x="22813" y="20699"/>
                  </a:lnTo>
                  <a:cubicBezTo>
                    <a:pt x="22214" y="20549"/>
                    <a:pt x="21689" y="20324"/>
                    <a:pt x="21164" y="20024"/>
                  </a:cubicBezTo>
                  <a:lnTo>
                    <a:pt x="19214" y="20699"/>
                  </a:lnTo>
                  <a:lnTo>
                    <a:pt x="17714" y="19199"/>
                  </a:lnTo>
                  <a:lnTo>
                    <a:pt x="18389" y="17249"/>
                  </a:lnTo>
                  <a:cubicBezTo>
                    <a:pt x="18089" y="16724"/>
                    <a:pt x="17864" y="16199"/>
                    <a:pt x="17714" y="15599"/>
                  </a:cubicBezTo>
                  <a:lnTo>
                    <a:pt x="15839" y="14699"/>
                  </a:lnTo>
                  <a:lnTo>
                    <a:pt x="15839" y="12599"/>
                  </a:lnTo>
                  <a:lnTo>
                    <a:pt x="17714" y="11699"/>
                  </a:lnTo>
                  <a:cubicBezTo>
                    <a:pt x="17864" y="11099"/>
                    <a:pt x="18089" y="10574"/>
                    <a:pt x="18389" y="10049"/>
                  </a:cubicBezTo>
                  <a:lnTo>
                    <a:pt x="17789" y="8099"/>
                  </a:lnTo>
                  <a:lnTo>
                    <a:pt x="19289" y="6600"/>
                  </a:lnTo>
                  <a:lnTo>
                    <a:pt x="21239" y="7274"/>
                  </a:lnTo>
                  <a:cubicBezTo>
                    <a:pt x="21764" y="6975"/>
                    <a:pt x="22289" y="6750"/>
                    <a:pt x="22888" y="6600"/>
                  </a:cubicBezTo>
                  <a:lnTo>
                    <a:pt x="23788" y="4725"/>
                  </a:lnTo>
                  <a:lnTo>
                    <a:pt x="25888" y="4725"/>
                  </a:lnTo>
                  <a:lnTo>
                    <a:pt x="26788" y="6525"/>
                  </a:lnTo>
                  <a:cubicBezTo>
                    <a:pt x="27388" y="6675"/>
                    <a:pt x="27913" y="6900"/>
                    <a:pt x="28438" y="7200"/>
                  </a:cubicBezTo>
                  <a:lnTo>
                    <a:pt x="30388" y="6525"/>
                  </a:lnTo>
                  <a:lnTo>
                    <a:pt x="31888" y="8024"/>
                  </a:lnTo>
                  <a:lnTo>
                    <a:pt x="31213" y="9974"/>
                  </a:lnTo>
                  <a:cubicBezTo>
                    <a:pt x="31513" y="10499"/>
                    <a:pt x="31738" y="11024"/>
                    <a:pt x="31888" y="11624"/>
                  </a:cubicBezTo>
                  <a:lnTo>
                    <a:pt x="33763" y="12524"/>
                  </a:lnTo>
                  <a:lnTo>
                    <a:pt x="33763" y="14774"/>
                  </a:lnTo>
                  <a:close/>
                  <a:moveTo>
                    <a:pt x="24313" y="29998"/>
                  </a:moveTo>
                  <a:lnTo>
                    <a:pt x="22439" y="30898"/>
                  </a:lnTo>
                  <a:cubicBezTo>
                    <a:pt x="22289" y="31498"/>
                    <a:pt x="22064" y="32023"/>
                    <a:pt x="21764" y="32548"/>
                  </a:cubicBezTo>
                  <a:lnTo>
                    <a:pt x="22364" y="34498"/>
                  </a:lnTo>
                  <a:lnTo>
                    <a:pt x="20864" y="35998"/>
                  </a:lnTo>
                  <a:lnTo>
                    <a:pt x="18914" y="35323"/>
                  </a:lnTo>
                  <a:cubicBezTo>
                    <a:pt x="18389" y="35623"/>
                    <a:pt x="17864" y="35848"/>
                    <a:pt x="17264" y="35998"/>
                  </a:cubicBezTo>
                  <a:lnTo>
                    <a:pt x="16439" y="37797"/>
                  </a:lnTo>
                  <a:lnTo>
                    <a:pt x="14339" y="37797"/>
                  </a:lnTo>
                  <a:lnTo>
                    <a:pt x="13439" y="35923"/>
                  </a:lnTo>
                  <a:cubicBezTo>
                    <a:pt x="12839" y="35773"/>
                    <a:pt x="12314" y="35548"/>
                    <a:pt x="11789" y="35248"/>
                  </a:cubicBezTo>
                  <a:lnTo>
                    <a:pt x="9839" y="35848"/>
                  </a:lnTo>
                  <a:lnTo>
                    <a:pt x="8339" y="34348"/>
                  </a:lnTo>
                  <a:lnTo>
                    <a:pt x="9014" y="32398"/>
                  </a:lnTo>
                  <a:cubicBezTo>
                    <a:pt x="8714" y="31873"/>
                    <a:pt x="8489" y="31348"/>
                    <a:pt x="8339" y="30748"/>
                  </a:cubicBezTo>
                  <a:lnTo>
                    <a:pt x="6465" y="29848"/>
                  </a:lnTo>
                  <a:lnTo>
                    <a:pt x="6465" y="27748"/>
                  </a:lnTo>
                  <a:lnTo>
                    <a:pt x="8339" y="26848"/>
                  </a:lnTo>
                  <a:cubicBezTo>
                    <a:pt x="8489" y="26248"/>
                    <a:pt x="8714" y="25723"/>
                    <a:pt x="9014" y="25198"/>
                  </a:cubicBezTo>
                  <a:lnTo>
                    <a:pt x="8339" y="23248"/>
                  </a:lnTo>
                  <a:lnTo>
                    <a:pt x="9839" y="21748"/>
                  </a:lnTo>
                  <a:lnTo>
                    <a:pt x="11789" y="22423"/>
                  </a:lnTo>
                  <a:cubicBezTo>
                    <a:pt x="12314" y="22123"/>
                    <a:pt x="12839" y="21898"/>
                    <a:pt x="13439" y="21748"/>
                  </a:cubicBezTo>
                  <a:lnTo>
                    <a:pt x="14339" y="19874"/>
                  </a:lnTo>
                  <a:lnTo>
                    <a:pt x="16514" y="19874"/>
                  </a:lnTo>
                  <a:lnTo>
                    <a:pt x="17414" y="21748"/>
                  </a:lnTo>
                  <a:cubicBezTo>
                    <a:pt x="18014" y="21898"/>
                    <a:pt x="18539" y="22123"/>
                    <a:pt x="19064" y="22423"/>
                  </a:cubicBezTo>
                  <a:lnTo>
                    <a:pt x="21014" y="21748"/>
                  </a:lnTo>
                  <a:lnTo>
                    <a:pt x="22513" y="23248"/>
                  </a:lnTo>
                  <a:lnTo>
                    <a:pt x="21839" y="25198"/>
                  </a:lnTo>
                  <a:cubicBezTo>
                    <a:pt x="22139" y="25723"/>
                    <a:pt x="22364" y="26248"/>
                    <a:pt x="22513" y="26848"/>
                  </a:cubicBezTo>
                  <a:lnTo>
                    <a:pt x="24388" y="27748"/>
                  </a:lnTo>
                  <a:lnTo>
                    <a:pt x="24313" y="29998"/>
                  </a:lnTo>
                  <a:lnTo>
                    <a:pt x="24313" y="29998"/>
                  </a:lnTo>
                  <a:close/>
                  <a:moveTo>
                    <a:pt x="50262" y="32773"/>
                  </a:moveTo>
                  <a:lnTo>
                    <a:pt x="45087" y="23773"/>
                  </a:lnTo>
                  <a:lnTo>
                    <a:pt x="45087" y="23398"/>
                  </a:lnTo>
                  <a:cubicBezTo>
                    <a:pt x="45387" y="15149"/>
                    <a:pt x="41187" y="7424"/>
                    <a:pt x="34063" y="3150"/>
                  </a:cubicBezTo>
                  <a:cubicBezTo>
                    <a:pt x="26938" y="-1050"/>
                    <a:pt x="18164" y="-1050"/>
                    <a:pt x="11039" y="3150"/>
                  </a:cubicBezTo>
                  <a:cubicBezTo>
                    <a:pt x="3915" y="7349"/>
                    <a:pt x="-285" y="15149"/>
                    <a:pt x="15" y="23398"/>
                  </a:cubicBezTo>
                  <a:cubicBezTo>
                    <a:pt x="15" y="30523"/>
                    <a:pt x="3240" y="37197"/>
                    <a:pt x="8864" y="41547"/>
                  </a:cubicBezTo>
                  <a:lnTo>
                    <a:pt x="8864" y="60521"/>
                  </a:lnTo>
                  <a:lnTo>
                    <a:pt x="32563" y="60521"/>
                  </a:lnTo>
                  <a:lnTo>
                    <a:pt x="32563" y="51521"/>
                  </a:lnTo>
                  <a:lnTo>
                    <a:pt x="36238" y="51521"/>
                  </a:lnTo>
                  <a:cubicBezTo>
                    <a:pt x="38637" y="51521"/>
                    <a:pt x="40887" y="50546"/>
                    <a:pt x="42537" y="48897"/>
                  </a:cubicBezTo>
                  <a:cubicBezTo>
                    <a:pt x="44187" y="47172"/>
                    <a:pt x="45087" y="44922"/>
                    <a:pt x="45087" y="42522"/>
                  </a:cubicBezTo>
                  <a:lnTo>
                    <a:pt x="45087" y="38022"/>
                  </a:lnTo>
                  <a:lnTo>
                    <a:pt x="48387" y="38022"/>
                  </a:lnTo>
                  <a:cubicBezTo>
                    <a:pt x="50337" y="37797"/>
                    <a:pt x="52061" y="35548"/>
                    <a:pt x="50262" y="32773"/>
                  </a:cubicBez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92" name="Freeform: Shape 91"/>
            <p:cNvSpPr/>
            <p:nvPr/>
          </p:nvSpPr>
          <p:spPr bwMode="auto">
            <a:xfrm>
              <a:off x="6984224" y="2251414"/>
              <a:ext cx="26940" cy="15718"/>
            </a:xfrm>
            <a:custGeom>
              <a:avLst/>
              <a:gdLst>
                <a:gd name="connsiteX0" fmla="*/ 26941 w 26940"/>
                <a:gd name="connsiteY0" fmla="*/ 9250 h 15718"/>
                <a:gd name="connsiteX1" fmla="*/ 20472 w 26940"/>
                <a:gd name="connsiteY1" fmla="*/ 15719 h 15718"/>
                <a:gd name="connsiteX2" fmla="*/ 13994 w 26940"/>
                <a:gd name="connsiteY2" fmla="*/ 9250 h 15718"/>
                <a:gd name="connsiteX3" fmla="*/ 17608 w 26940"/>
                <a:gd name="connsiteY3" fmla="*/ 9250 h 15718"/>
                <a:gd name="connsiteX4" fmla="*/ 11259 w 26940"/>
                <a:gd name="connsiteY4" fmla="*/ 5368 h 15718"/>
                <a:gd name="connsiteX5" fmla="*/ 6578 w 26940"/>
                <a:gd name="connsiteY5" fmla="*/ 7154 h 15718"/>
                <a:gd name="connsiteX6" fmla="*/ 0 w 26940"/>
                <a:gd name="connsiteY6" fmla="*/ 7154 h 15718"/>
                <a:gd name="connsiteX7" fmla="*/ 16576 w 26940"/>
                <a:gd name="connsiteY7" fmla="*/ 1189 h 15718"/>
                <a:gd name="connsiteX8" fmla="*/ 23307 w 26940"/>
                <a:gd name="connsiteY8" fmla="*/ 9250 h 1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18" extrusionOk="0">
                  <a:moveTo>
                    <a:pt x="26941" y="9250"/>
                  </a:moveTo>
                  <a:lnTo>
                    <a:pt x="20472" y="15719"/>
                  </a:lnTo>
                  <a:lnTo>
                    <a:pt x="13994" y="9250"/>
                  </a:lnTo>
                  <a:lnTo>
                    <a:pt x="17608" y="9250"/>
                  </a:lnTo>
                  <a:cubicBezTo>
                    <a:pt x="16385" y="6870"/>
                    <a:pt x="13936" y="5371"/>
                    <a:pt x="11259" y="5368"/>
                  </a:cubicBezTo>
                  <a:cubicBezTo>
                    <a:pt x="9533" y="5369"/>
                    <a:pt x="7867" y="6005"/>
                    <a:pt x="6578" y="7154"/>
                  </a:cubicBezTo>
                  <a:lnTo>
                    <a:pt x="0" y="7154"/>
                  </a:lnTo>
                  <a:cubicBezTo>
                    <a:pt x="2930" y="930"/>
                    <a:pt x="10352" y="-1741"/>
                    <a:pt x="16576" y="1189"/>
                  </a:cubicBezTo>
                  <a:cubicBezTo>
                    <a:pt x="19898" y="2753"/>
                    <a:pt x="22361" y="5703"/>
                    <a:pt x="23307" y="9250"/>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93" name="Freeform: Shape 92"/>
            <p:cNvSpPr/>
            <p:nvPr/>
          </p:nvSpPr>
          <p:spPr bwMode="auto">
            <a:xfrm>
              <a:off x="6979842" y="2260664"/>
              <a:ext cx="26940" cy="15721"/>
            </a:xfrm>
            <a:custGeom>
              <a:avLst/>
              <a:gdLst>
                <a:gd name="connsiteX0" fmla="*/ 0 w 26940"/>
                <a:gd name="connsiteY0" fmla="*/ 6468 h 15721"/>
                <a:gd name="connsiteX1" fmla="*/ 6478 w 26940"/>
                <a:gd name="connsiteY1" fmla="*/ 0 h 15721"/>
                <a:gd name="connsiteX2" fmla="*/ 12946 w 26940"/>
                <a:gd name="connsiteY2" fmla="*/ 6468 h 15721"/>
                <a:gd name="connsiteX3" fmla="*/ 9303 w 26940"/>
                <a:gd name="connsiteY3" fmla="*/ 6468 h 15721"/>
                <a:gd name="connsiteX4" fmla="*/ 15641 w 26940"/>
                <a:gd name="connsiteY4" fmla="*/ 10351 h 15721"/>
                <a:gd name="connsiteX5" fmla="*/ 20333 w 26940"/>
                <a:gd name="connsiteY5" fmla="*/ 8564 h 15721"/>
                <a:gd name="connsiteX6" fmla="*/ 26941 w 26940"/>
                <a:gd name="connsiteY6" fmla="*/ 8564 h 15721"/>
                <a:gd name="connsiteX7" fmla="*/ 10333 w 26940"/>
                <a:gd name="connsiteY7" fmla="*/ 14526 h 15721"/>
                <a:gd name="connsiteX8" fmla="*/ 3603 w 26940"/>
                <a:gd name="connsiteY8" fmla="*/ 6468 h 15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0" h="15721" extrusionOk="0">
                  <a:moveTo>
                    <a:pt x="0" y="6468"/>
                  </a:moveTo>
                  <a:lnTo>
                    <a:pt x="6478" y="0"/>
                  </a:lnTo>
                  <a:lnTo>
                    <a:pt x="12946" y="6468"/>
                  </a:lnTo>
                  <a:lnTo>
                    <a:pt x="9303" y="6468"/>
                  </a:lnTo>
                  <a:cubicBezTo>
                    <a:pt x="10522" y="8847"/>
                    <a:pt x="12968" y="10346"/>
                    <a:pt x="15641" y="10351"/>
                  </a:cubicBezTo>
                  <a:cubicBezTo>
                    <a:pt x="17371" y="10351"/>
                    <a:pt x="19041" y="9715"/>
                    <a:pt x="20333" y="8564"/>
                  </a:cubicBezTo>
                  <a:lnTo>
                    <a:pt x="26941" y="8564"/>
                  </a:lnTo>
                  <a:cubicBezTo>
                    <a:pt x="24001" y="14797"/>
                    <a:pt x="16565" y="17466"/>
                    <a:pt x="10333" y="14526"/>
                  </a:cubicBezTo>
                  <a:cubicBezTo>
                    <a:pt x="7014" y="12960"/>
                    <a:pt x="4552" y="10013"/>
                    <a:pt x="3603" y="646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94" name="Freeform: Shape 93"/>
            <p:cNvSpPr/>
            <p:nvPr/>
          </p:nvSpPr>
          <p:spPr bwMode="auto">
            <a:xfrm>
              <a:off x="6949761" y="2231471"/>
              <a:ext cx="91816" cy="55883"/>
            </a:xfrm>
            <a:custGeom>
              <a:avLst/>
              <a:gdLst>
                <a:gd name="connsiteX0" fmla="*/ 76575 w 91816"/>
                <a:gd name="connsiteY0" fmla="*/ 55884 h 55883"/>
                <a:gd name="connsiteX1" fmla="*/ 91812 w 91816"/>
                <a:gd name="connsiteY1" fmla="*/ 39907 h 55883"/>
                <a:gd name="connsiteX2" fmla="*/ 78471 w 91816"/>
                <a:gd name="connsiteY2" fmla="*/ 24831 h 55883"/>
                <a:gd name="connsiteX3" fmla="*/ 71005 w 91816"/>
                <a:gd name="connsiteY3" fmla="*/ 12653 h 55883"/>
                <a:gd name="connsiteX4" fmla="*/ 56761 w 91816"/>
                <a:gd name="connsiteY4" fmla="*/ 9659 h 55883"/>
                <a:gd name="connsiteX5" fmla="*/ 34063 w 91816"/>
                <a:gd name="connsiteY5" fmla="*/ 585 h 55883"/>
                <a:gd name="connsiteX6" fmla="*/ 17952 w 91816"/>
                <a:gd name="connsiteY6" fmla="*/ 18552 h 55883"/>
                <a:gd name="connsiteX7" fmla="*/ 3619 w 91816"/>
                <a:gd name="connsiteY7" fmla="*/ 25989 h 55883"/>
                <a:gd name="connsiteX8" fmla="*/ 1702 w 91816"/>
                <a:gd name="connsiteY8" fmla="*/ 45114 h 55883"/>
                <a:gd name="connsiteX9" fmla="*/ 17413 w 91816"/>
                <a:gd name="connsiteY9" fmla="*/ 55774 h 55883"/>
                <a:gd name="connsiteX10" fmla="*/ 17683 w 91816"/>
                <a:gd name="connsiteY10" fmla="*/ 49575 h 55883"/>
                <a:gd name="connsiteX11" fmla="*/ 7232 w 91816"/>
                <a:gd name="connsiteY11" fmla="*/ 42478 h 55883"/>
                <a:gd name="connsiteX12" fmla="*/ 8500 w 91816"/>
                <a:gd name="connsiteY12" fmla="*/ 29732 h 55883"/>
                <a:gd name="connsiteX13" fmla="*/ 20238 w 91816"/>
                <a:gd name="connsiteY13" fmla="*/ 24941 h 55883"/>
                <a:gd name="connsiteX14" fmla="*/ 23782 w 91816"/>
                <a:gd name="connsiteY14" fmla="*/ 25530 h 55883"/>
                <a:gd name="connsiteX15" fmla="*/ 23782 w 91816"/>
                <a:gd name="connsiteY15" fmla="*/ 21617 h 55883"/>
                <a:gd name="connsiteX16" fmla="*/ 35470 w 91816"/>
                <a:gd name="connsiteY16" fmla="*/ 6644 h 55883"/>
                <a:gd name="connsiteX17" fmla="*/ 52599 w 91816"/>
                <a:gd name="connsiteY17" fmla="*/ 14630 h 55883"/>
                <a:gd name="connsiteX18" fmla="*/ 53807 w 91816"/>
                <a:gd name="connsiteY18" fmla="*/ 17035 h 55883"/>
                <a:gd name="connsiteX19" fmla="*/ 56312 w 91816"/>
                <a:gd name="connsiteY19" fmla="*/ 16147 h 55883"/>
                <a:gd name="connsiteX20" fmla="*/ 67461 w 91816"/>
                <a:gd name="connsiteY20" fmla="*/ 17704 h 55883"/>
                <a:gd name="connsiteX21" fmla="*/ 72602 w 91816"/>
                <a:gd name="connsiteY21" fmla="*/ 27815 h 55883"/>
                <a:gd name="connsiteX22" fmla="*/ 72602 w 91816"/>
                <a:gd name="connsiteY22" fmla="*/ 30930 h 55883"/>
                <a:gd name="connsiteX23" fmla="*/ 76675 w 91816"/>
                <a:gd name="connsiteY23" fmla="*/ 30930 h 55883"/>
                <a:gd name="connsiteX24" fmla="*/ 85689 w 91816"/>
                <a:gd name="connsiteY24" fmla="*/ 40647 h 55883"/>
                <a:gd name="connsiteX25" fmla="*/ 76575 w 91816"/>
                <a:gd name="connsiteY25" fmla="*/ 49665 h 5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816" h="55883" extrusionOk="0">
                  <a:moveTo>
                    <a:pt x="76575" y="55884"/>
                  </a:moveTo>
                  <a:cubicBezTo>
                    <a:pt x="85194" y="55680"/>
                    <a:pt x="92016" y="48527"/>
                    <a:pt x="91812" y="39907"/>
                  </a:cubicBezTo>
                  <a:cubicBezTo>
                    <a:pt x="91632" y="32303"/>
                    <a:pt x="85998" y="25935"/>
                    <a:pt x="78471" y="24831"/>
                  </a:cubicBezTo>
                  <a:cubicBezTo>
                    <a:pt x="77676" y="19949"/>
                    <a:pt x="74995" y="15576"/>
                    <a:pt x="71005" y="12653"/>
                  </a:cubicBezTo>
                  <a:cubicBezTo>
                    <a:pt x="66876" y="9727"/>
                    <a:pt x="61719" y="8643"/>
                    <a:pt x="56761" y="9659"/>
                  </a:cubicBezTo>
                  <a:cubicBezTo>
                    <a:pt x="51884" y="2128"/>
                    <a:pt x="42787" y="-1508"/>
                    <a:pt x="34063" y="585"/>
                  </a:cubicBezTo>
                  <a:cubicBezTo>
                    <a:pt x="25559" y="2775"/>
                    <a:pt x="19206" y="9861"/>
                    <a:pt x="17952" y="18552"/>
                  </a:cubicBezTo>
                  <a:cubicBezTo>
                    <a:pt x="12288" y="18704"/>
                    <a:pt x="7005" y="21445"/>
                    <a:pt x="3619" y="25989"/>
                  </a:cubicBezTo>
                  <a:cubicBezTo>
                    <a:pt x="-394" y="31562"/>
                    <a:pt x="-1124" y="38854"/>
                    <a:pt x="1702" y="45114"/>
                  </a:cubicBezTo>
                  <a:cubicBezTo>
                    <a:pt x="4584" y="51283"/>
                    <a:pt x="10616" y="55376"/>
                    <a:pt x="17413" y="55774"/>
                  </a:cubicBezTo>
                  <a:close/>
                  <a:moveTo>
                    <a:pt x="17683" y="49575"/>
                  </a:moveTo>
                  <a:cubicBezTo>
                    <a:pt x="13166" y="49291"/>
                    <a:pt x="9162" y="46572"/>
                    <a:pt x="7232" y="42478"/>
                  </a:cubicBezTo>
                  <a:cubicBezTo>
                    <a:pt x="5359" y="38306"/>
                    <a:pt x="5842" y="33453"/>
                    <a:pt x="8500" y="29732"/>
                  </a:cubicBezTo>
                  <a:cubicBezTo>
                    <a:pt x="11217" y="26076"/>
                    <a:pt x="15739" y="24231"/>
                    <a:pt x="20238" y="24941"/>
                  </a:cubicBezTo>
                  <a:lnTo>
                    <a:pt x="23782" y="25530"/>
                  </a:lnTo>
                  <a:lnTo>
                    <a:pt x="23782" y="21617"/>
                  </a:lnTo>
                  <a:cubicBezTo>
                    <a:pt x="23816" y="14547"/>
                    <a:pt x="28621" y="8393"/>
                    <a:pt x="35470" y="6644"/>
                  </a:cubicBezTo>
                  <a:cubicBezTo>
                    <a:pt x="42343" y="4987"/>
                    <a:pt x="49449" y="8300"/>
                    <a:pt x="52599" y="14630"/>
                  </a:cubicBezTo>
                  <a:lnTo>
                    <a:pt x="53807" y="17035"/>
                  </a:lnTo>
                  <a:lnTo>
                    <a:pt x="56312" y="16147"/>
                  </a:lnTo>
                  <a:cubicBezTo>
                    <a:pt x="60061" y="14822"/>
                    <a:pt x="64219" y="15403"/>
                    <a:pt x="67461" y="17704"/>
                  </a:cubicBezTo>
                  <a:cubicBezTo>
                    <a:pt x="70685" y="20065"/>
                    <a:pt x="72594" y="23819"/>
                    <a:pt x="72602" y="27815"/>
                  </a:cubicBezTo>
                  <a:lnTo>
                    <a:pt x="72602" y="30930"/>
                  </a:lnTo>
                  <a:lnTo>
                    <a:pt x="76675" y="30930"/>
                  </a:lnTo>
                  <a:cubicBezTo>
                    <a:pt x="81847" y="31124"/>
                    <a:pt x="85883" y="35475"/>
                    <a:pt x="85689" y="40647"/>
                  </a:cubicBezTo>
                  <a:cubicBezTo>
                    <a:pt x="85504" y="45586"/>
                    <a:pt x="81515" y="49532"/>
                    <a:pt x="76575" y="49665"/>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95" name="Freeform: Shape 94"/>
            <p:cNvSpPr/>
            <p:nvPr/>
          </p:nvSpPr>
          <p:spPr bwMode="auto">
            <a:xfrm>
              <a:off x="4979734" y="1775169"/>
              <a:ext cx="73864" cy="67875"/>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extrusionOk="0">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96" name="Freeform: Shape 95"/>
            <p:cNvSpPr/>
            <p:nvPr/>
          </p:nvSpPr>
          <p:spPr bwMode="auto">
            <a:xfrm>
              <a:off x="4991712"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extrusionOk="0">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97" name="Freeform: Shape 96"/>
            <p:cNvSpPr/>
            <p:nvPr/>
          </p:nvSpPr>
          <p:spPr bwMode="auto">
            <a:xfrm>
              <a:off x="5035631" y="1843044"/>
              <a:ext cx="11978" cy="11978"/>
            </a:xfrm>
            <a:custGeom>
              <a:avLst/>
              <a:gdLst>
                <a:gd name="connsiteX0" fmla="*/ 11978 w 11978"/>
                <a:gd name="connsiteY0" fmla="*/ 5989 h 11978"/>
                <a:gd name="connsiteX1" fmla="*/ 5989 w 11978"/>
                <a:gd name="connsiteY1" fmla="*/ 11978 h 11978"/>
                <a:gd name="connsiteX2" fmla="*/ 0 w 11978"/>
                <a:gd name="connsiteY2" fmla="*/ 5989 h 11978"/>
                <a:gd name="connsiteX3" fmla="*/ 5989 w 11978"/>
                <a:gd name="connsiteY3" fmla="*/ 0 h 11978"/>
                <a:gd name="connsiteX4" fmla="*/ 11978 w 11978"/>
                <a:gd name="connsiteY4" fmla="*/ 5989 h 11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8" h="11978" extrusionOk="0">
                  <a:moveTo>
                    <a:pt x="11978" y="5989"/>
                  </a:moveTo>
                  <a:cubicBezTo>
                    <a:pt x="11978" y="9297"/>
                    <a:pt x="9297" y="11978"/>
                    <a:pt x="5989" y="11978"/>
                  </a:cubicBezTo>
                  <a:cubicBezTo>
                    <a:pt x="2681" y="11978"/>
                    <a:pt x="0" y="9297"/>
                    <a:pt x="0" y="5989"/>
                  </a:cubicBezTo>
                  <a:cubicBezTo>
                    <a:pt x="0" y="2681"/>
                    <a:pt x="2681" y="0"/>
                    <a:pt x="5989" y="0"/>
                  </a:cubicBezTo>
                  <a:cubicBezTo>
                    <a:pt x="9297" y="0"/>
                    <a:pt x="11978" y="2681"/>
                    <a:pt x="11978" y="5989"/>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98" name="Freeform: Shape 97"/>
            <p:cNvSpPr/>
            <p:nvPr/>
          </p:nvSpPr>
          <p:spPr bwMode="auto">
            <a:xfrm>
              <a:off x="47719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99" name="Freeform: Shape 98"/>
            <p:cNvSpPr/>
            <p:nvPr/>
          </p:nvSpPr>
          <p:spPr bwMode="auto">
            <a:xfrm>
              <a:off x="479206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0" name="Freeform: Shape 99"/>
            <p:cNvSpPr/>
            <p:nvPr/>
          </p:nvSpPr>
          <p:spPr bwMode="auto">
            <a:xfrm>
              <a:off x="478058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1" name="Freeform: Shape 100"/>
            <p:cNvSpPr/>
            <p:nvPr/>
          </p:nvSpPr>
          <p:spPr bwMode="auto">
            <a:xfrm>
              <a:off x="4786321"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2" name="Freeform: Shape 101"/>
            <p:cNvSpPr/>
            <p:nvPr/>
          </p:nvSpPr>
          <p:spPr bwMode="auto">
            <a:xfrm>
              <a:off x="4800671"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3" name="Freeform: Shape 102"/>
            <p:cNvSpPr/>
            <p:nvPr/>
          </p:nvSpPr>
          <p:spPr bwMode="auto">
            <a:xfrm>
              <a:off x="4820762" y="2304946"/>
              <a:ext cx="5740" cy="34441"/>
            </a:xfrm>
            <a:custGeom>
              <a:avLst/>
              <a:gdLst>
                <a:gd name="connsiteX0" fmla="*/ 0 w 5740"/>
                <a:gd name="connsiteY0" fmla="*/ 0 h 34441"/>
                <a:gd name="connsiteX1" fmla="*/ 5740 w 5740"/>
                <a:gd name="connsiteY1" fmla="*/ 0 h 34441"/>
                <a:gd name="connsiteX2" fmla="*/ 5740 w 5740"/>
                <a:gd name="connsiteY2" fmla="*/ 34441 h 34441"/>
                <a:gd name="connsiteX3" fmla="*/ 0 w 574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5740" h="34441" extrusionOk="0">
                  <a:moveTo>
                    <a:pt x="0" y="0"/>
                  </a:moveTo>
                  <a:lnTo>
                    <a:pt x="5740" y="0"/>
                  </a:lnTo>
                  <a:lnTo>
                    <a:pt x="574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4" name="Freeform: Shape 103"/>
            <p:cNvSpPr/>
            <p:nvPr/>
          </p:nvSpPr>
          <p:spPr bwMode="auto">
            <a:xfrm>
              <a:off x="480928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5" name="Freeform: Shape 104"/>
            <p:cNvSpPr/>
            <p:nvPr/>
          </p:nvSpPr>
          <p:spPr bwMode="auto">
            <a:xfrm>
              <a:off x="481502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6" name="Freeform: Shape 105"/>
            <p:cNvSpPr/>
            <p:nvPr/>
          </p:nvSpPr>
          <p:spPr bwMode="auto">
            <a:xfrm>
              <a:off x="4829372" y="2304946"/>
              <a:ext cx="2870" cy="34441"/>
            </a:xfrm>
            <a:custGeom>
              <a:avLst/>
              <a:gdLst>
                <a:gd name="connsiteX0" fmla="*/ 0 w 2870"/>
                <a:gd name="connsiteY0" fmla="*/ 0 h 34441"/>
                <a:gd name="connsiteX1" fmla="*/ 2870 w 2870"/>
                <a:gd name="connsiteY1" fmla="*/ 0 h 34441"/>
                <a:gd name="connsiteX2" fmla="*/ 2870 w 2870"/>
                <a:gd name="connsiteY2" fmla="*/ 34441 h 34441"/>
                <a:gd name="connsiteX3" fmla="*/ 0 w 2870"/>
                <a:gd name="connsiteY3" fmla="*/ 34441 h 34441"/>
              </a:gdLst>
              <a:ahLst/>
              <a:cxnLst>
                <a:cxn ang="0">
                  <a:pos x="connsiteX0" y="connsiteY0"/>
                </a:cxn>
                <a:cxn ang="0">
                  <a:pos x="connsiteX1" y="connsiteY1"/>
                </a:cxn>
                <a:cxn ang="0">
                  <a:pos x="connsiteX2" y="connsiteY2"/>
                </a:cxn>
                <a:cxn ang="0">
                  <a:pos x="connsiteX3" y="connsiteY3"/>
                </a:cxn>
              </a:cxnLst>
              <a:rect l="l" t="t" r="r" b="b"/>
              <a:pathLst>
                <a:path w="2870" h="34441" extrusionOk="0">
                  <a:moveTo>
                    <a:pt x="0" y="0"/>
                  </a:moveTo>
                  <a:lnTo>
                    <a:pt x="2870" y="0"/>
                  </a:lnTo>
                  <a:lnTo>
                    <a:pt x="2870" y="34441"/>
                  </a:lnTo>
                  <a:lnTo>
                    <a:pt x="0" y="34441"/>
                  </a:lnTo>
                  <a:close/>
                </a:path>
              </a:pathLst>
            </a:custGeom>
            <a:solidFill>
              <a:srgbClr val="000000">
                <a:alpha val="50000"/>
              </a:srgbClr>
            </a:solidFill>
            <a:ln w="695" cap="flat">
              <a:noFill/>
              <a:prstDash val="solid"/>
              <a:miter/>
            </a:ln>
          </p:spPr>
          <p:txBody>
            <a:bodyPr rtlCol="0" anchor="ctr"/>
            <a:lstStyle/>
            <a:p>
              <a:pPr>
                <a:defRPr/>
              </a:pPr>
              <a:endParaRPr lang="en-IN"/>
            </a:p>
          </p:txBody>
        </p:sp>
        <p:sp>
          <p:nvSpPr>
            <p:cNvPr id="107" name="Freeform: Shape 106"/>
            <p:cNvSpPr/>
            <p:nvPr/>
          </p:nvSpPr>
          <p:spPr bwMode="auto">
            <a:xfrm>
              <a:off x="8995736" y="1737264"/>
              <a:ext cx="79853" cy="36297"/>
            </a:xfrm>
            <a:custGeom>
              <a:avLst/>
              <a:gdLst>
                <a:gd name="connsiteX0" fmla="*/ 74409 w 79853"/>
                <a:gd name="connsiteY0" fmla="*/ 28130 h 36297"/>
                <a:gd name="connsiteX1" fmla="*/ 71687 w 79853"/>
                <a:gd name="connsiteY1" fmla="*/ 30853 h 36297"/>
                <a:gd name="connsiteX2" fmla="*/ 9074 w 79853"/>
                <a:gd name="connsiteY2" fmla="*/ 30853 h 36297"/>
                <a:gd name="connsiteX3" fmla="*/ 5445 w 79853"/>
                <a:gd name="connsiteY3" fmla="*/ 27223 h 36297"/>
                <a:gd name="connsiteX4" fmla="*/ 5445 w 79853"/>
                <a:gd name="connsiteY4" fmla="*/ 9074 h 36297"/>
                <a:gd name="connsiteX5" fmla="*/ 9074 w 79853"/>
                <a:gd name="connsiteY5" fmla="*/ 5445 h 36297"/>
                <a:gd name="connsiteX6" fmla="*/ 71687 w 79853"/>
                <a:gd name="connsiteY6" fmla="*/ 5445 h 36297"/>
                <a:gd name="connsiteX7" fmla="*/ 74409 w 79853"/>
                <a:gd name="connsiteY7" fmla="*/ 8167 h 36297"/>
                <a:gd name="connsiteX8" fmla="*/ 74409 w 79853"/>
                <a:gd name="connsiteY8" fmla="*/ 28130 h 36297"/>
                <a:gd name="connsiteX9" fmla="*/ 0 w 79853"/>
                <a:gd name="connsiteY9" fmla="*/ 0 h 36297"/>
                <a:gd name="connsiteX10" fmla="*/ 0 w 79853"/>
                <a:gd name="connsiteY10" fmla="*/ 36297 h 36297"/>
                <a:gd name="connsiteX11" fmla="*/ 79854 w 79853"/>
                <a:gd name="connsiteY11" fmla="*/ 36297 h 36297"/>
                <a:gd name="connsiteX12" fmla="*/ 79854 w 79853"/>
                <a:gd name="connsiteY12" fmla="*/ 0 h 36297"/>
                <a:gd name="connsiteX13" fmla="*/ 0 w 79853"/>
                <a:gd name="connsiteY13" fmla="*/ 0 h 3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853" h="36297" extrusionOk="0">
                  <a:moveTo>
                    <a:pt x="74409" y="28130"/>
                  </a:moveTo>
                  <a:lnTo>
                    <a:pt x="71687" y="30853"/>
                  </a:lnTo>
                  <a:lnTo>
                    <a:pt x="9074" y="30853"/>
                  </a:lnTo>
                  <a:lnTo>
                    <a:pt x="5445" y="27223"/>
                  </a:lnTo>
                  <a:lnTo>
                    <a:pt x="5445" y="9074"/>
                  </a:lnTo>
                  <a:lnTo>
                    <a:pt x="9074" y="5445"/>
                  </a:lnTo>
                  <a:lnTo>
                    <a:pt x="71687" y="5445"/>
                  </a:lnTo>
                  <a:lnTo>
                    <a:pt x="74409" y="8167"/>
                  </a:lnTo>
                  <a:lnTo>
                    <a:pt x="74409" y="28130"/>
                  </a:lnTo>
                  <a:close/>
                  <a:moveTo>
                    <a:pt x="0" y="0"/>
                  </a:moveTo>
                  <a:lnTo>
                    <a:pt x="0" y="36297"/>
                  </a:lnTo>
                  <a:lnTo>
                    <a:pt x="79854" y="36297"/>
                  </a:lnTo>
                  <a:lnTo>
                    <a:pt x="79854" y="0"/>
                  </a:lnTo>
                  <a:lnTo>
                    <a:pt x="0" y="0"/>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08" name="Freeform: Shape 107"/>
            <p:cNvSpPr/>
            <p:nvPr/>
          </p:nvSpPr>
          <p:spPr bwMode="auto">
            <a:xfrm>
              <a:off x="9028404" y="1746337"/>
              <a:ext cx="14518" cy="18148"/>
            </a:xfrm>
            <a:custGeom>
              <a:avLst/>
              <a:gdLst>
                <a:gd name="connsiteX0" fmla="*/ 14519 w 14518"/>
                <a:gd name="connsiteY0" fmla="*/ 9074 h 18148"/>
                <a:gd name="connsiteX1" fmla="*/ 7259 w 14518"/>
                <a:gd name="connsiteY1" fmla="*/ 18149 h 18148"/>
                <a:gd name="connsiteX2" fmla="*/ 0 w 14518"/>
                <a:gd name="connsiteY2" fmla="*/ 9074 h 18148"/>
                <a:gd name="connsiteX3" fmla="*/ 7259 w 14518"/>
                <a:gd name="connsiteY3" fmla="*/ 0 h 18148"/>
                <a:gd name="connsiteX4" fmla="*/ 14519 w 14518"/>
                <a:gd name="connsiteY4" fmla="*/ 9074 h 18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8" h="18148" extrusionOk="0">
                  <a:moveTo>
                    <a:pt x="14519" y="9074"/>
                  </a:moveTo>
                  <a:cubicBezTo>
                    <a:pt x="14519" y="14086"/>
                    <a:pt x="11269" y="18149"/>
                    <a:pt x="7259" y="18149"/>
                  </a:cubicBezTo>
                  <a:cubicBezTo>
                    <a:pt x="3250" y="18149"/>
                    <a:pt x="0" y="14086"/>
                    <a:pt x="0" y="9074"/>
                  </a:cubicBezTo>
                  <a:cubicBezTo>
                    <a:pt x="0" y="4063"/>
                    <a:pt x="3250" y="0"/>
                    <a:pt x="7259" y="0"/>
                  </a:cubicBezTo>
                  <a:cubicBezTo>
                    <a:pt x="11269" y="0"/>
                    <a:pt x="14519" y="4063"/>
                    <a:pt x="14519" y="90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09" name="Freeform: Shape 108"/>
            <p:cNvSpPr/>
            <p:nvPr/>
          </p:nvSpPr>
          <p:spPr bwMode="auto">
            <a:xfrm>
              <a:off x="9010255"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extrusionOk="0">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10" name="Freeform: Shape 109"/>
            <p:cNvSpPr/>
            <p:nvPr/>
          </p:nvSpPr>
          <p:spPr bwMode="auto">
            <a:xfrm>
              <a:off x="9055626" y="1752690"/>
              <a:ext cx="5444" cy="5444"/>
            </a:xfrm>
            <a:custGeom>
              <a:avLst/>
              <a:gdLst>
                <a:gd name="connsiteX0" fmla="*/ 5445 w 5444"/>
                <a:gd name="connsiteY0" fmla="*/ 2722 h 5444"/>
                <a:gd name="connsiteX1" fmla="*/ 2722 w 5444"/>
                <a:gd name="connsiteY1" fmla="*/ 5445 h 5444"/>
                <a:gd name="connsiteX2" fmla="*/ 0 w 5444"/>
                <a:gd name="connsiteY2" fmla="*/ 2722 h 5444"/>
                <a:gd name="connsiteX3" fmla="*/ 2722 w 5444"/>
                <a:gd name="connsiteY3" fmla="*/ 0 h 5444"/>
                <a:gd name="connsiteX4" fmla="*/ 5445 w 5444"/>
                <a:gd name="connsiteY4" fmla="*/ 2722 h 5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4" h="5444" extrusionOk="0">
                  <a:moveTo>
                    <a:pt x="5445" y="2722"/>
                  </a:moveTo>
                  <a:cubicBezTo>
                    <a:pt x="5445" y="4226"/>
                    <a:pt x="4226" y="5445"/>
                    <a:pt x="2722" y="5445"/>
                  </a:cubicBezTo>
                  <a:cubicBezTo>
                    <a:pt x="1219" y="5445"/>
                    <a:pt x="0" y="4226"/>
                    <a:pt x="0" y="2722"/>
                  </a:cubicBezTo>
                  <a:cubicBezTo>
                    <a:pt x="0" y="1219"/>
                    <a:pt x="1219" y="0"/>
                    <a:pt x="2722" y="0"/>
                  </a:cubicBezTo>
                  <a:cubicBezTo>
                    <a:pt x="4226" y="0"/>
                    <a:pt x="5445" y="1219"/>
                    <a:pt x="5445" y="2722"/>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11" name="Freeform: Shape 110"/>
            <p:cNvSpPr/>
            <p:nvPr/>
          </p:nvSpPr>
          <p:spPr bwMode="auto">
            <a:xfrm>
              <a:off x="9006081" y="1712582"/>
              <a:ext cx="52630" cy="19963"/>
            </a:xfrm>
            <a:custGeom>
              <a:avLst/>
              <a:gdLst>
                <a:gd name="connsiteX0" fmla="*/ 45825 w 52630"/>
                <a:gd name="connsiteY0" fmla="*/ 7169 h 19963"/>
                <a:gd name="connsiteX1" fmla="*/ 47186 w 52630"/>
                <a:gd name="connsiteY1" fmla="*/ 10617 h 19963"/>
                <a:gd name="connsiteX2" fmla="*/ 52631 w 52630"/>
                <a:gd name="connsiteY2" fmla="*/ 9528 h 19963"/>
                <a:gd name="connsiteX3" fmla="*/ 48820 w 52630"/>
                <a:gd name="connsiteY3" fmla="*/ 0 h 19963"/>
                <a:gd name="connsiteX4" fmla="*/ 0 w 52630"/>
                <a:gd name="connsiteY4" fmla="*/ 19963 h 19963"/>
                <a:gd name="connsiteX5" fmla="*/ 27949 w 52630"/>
                <a:gd name="connsiteY5" fmla="*/ 14428 h 1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630" h="19963" extrusionOk="0">
                  <a:moveTo>
                    <a:pt x="45825" y="7169"/>
                  </a:moveTo>
                  <a:lnTo>
                    <a:pt x="47186" y="10617"/>
                  </a:lnTo>
                  <a:lnTo>
                    <a:pt x="52631" y="9528"/>
                  </a:lnTo>
                  <a:lnTo>
                    <a:pt x="48820" y="0"/>
                  </a:lnTo>
                  <a:lnTo>
                    <a:pt x="0" y="19963"/>
                  </a:lnTo>
                  <a:lnTo>
                    <a:pt x="27949" y="14428"/>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12" name="Freeform: Shape 111"/>
            <p:cNvSpPr/>
            <p:nvPr/>
          </p:nvSpPr>
          <p:spPr bwMode="auto">
            <a:xfrm>
              <a:off x="9019329" y="1724378"/>
              <a:ext cx="48365" cy="9255"/>
            </a:xfrm>
            <a:custGeom>
              <a:avLst/>
              <a:gdLst>
                <a:gd name="connsiteX0" fmla="*/ 27858 w 48365"/>
                <a:gd name="connsiteY0" fmla="*/ 9256 h 9255"/>
                <a:gd name="connsiteX1" fmla="*/ 42195 w 48365"/>
                <a:gd name="connsiteY1" fmla="*/ 6443 h 9255"/>
                <a:gd name="connsiteX2" fmla="*/ 42831 w 48365"/>
                <a:gd name="connsiteY2" fmla="*/ 9256 h 9255"/>
                <a:gd name="connsiteX3" fmla="*/ 48366 w 48365"/>
                <a:gd name="connsiteY3" fmla="*/ 9256 h 9255"/>
                <a:gd name="connsiteX4" fmla="*/ 46551 w 48365"/>
                <a:gd name="connsiteY4" fmla="*/ 0 h 9255"/>
                <a:gd name="connsiteX5" fmla="*/ 0 w 48365"/>
                <a:gd name="connsiteY5" fmla="*/ 9256 h 9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365" h="9255" extrusionOk="0">
                  <a:moveTo>
                    <a:pt x="27858" y="9256"/>
                  </a:moveTo>
                  <a:lnTo>
                    <a:pt x="42195" y="6443"/>
                  </a:lnTo>
                  <a:lnTo>
                    <a:pt x="42831" y="9256"/>
                  </a:lnTo>
                  <a:lnTo>
                    <a:pt x="48366" y="9256"/>
                  </a:lnTo>
                  <a:lnTo>
                    <a:pt x="46551" y="0"/>
                  </a:lnTo>
                  <a:lnTo>
                    <a:pt x="0" y="9256"/>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13" name="Graphic 57" descr="Heart with pulse"/>
            <p:cNvSpPr/>
            <p:nvPr/>
          </p:nvSpPr>
          <p:spPr bwMode="auto">
            <a:xfrm>
              <a:off x="4226266" y="2116662"/>
              <a:ext cx="82049" cy="77827"/>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extrusionOk="0">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pPr>
                <a:defRPr/>
              </a:pPr>
              <a:endParaRPr lang="en-IN"/>
            </a:p>
          </p:txBody>
        </p:sp>
        <p:sp>
          <p:nvSpPr>
            <p:cNvPr id="114" name="Freeform: Shape 113"/>
            <p:cNvSpPr/>
            <p:nvPr/>
          </p:nvSpPr>
          <p:spPr bwMode="auto">
            <a:xfrm>
              <a:off x="5226253" y="2246446"/>
              <a:ext cx="12395" cy="6197"/>
            </a:xfrm>
            <a:custGeom>
              <a:avLst/>
              <a:gdLst>
                <a:gd name="connsiteX0" fmla="*/ 12396 w 12395"/>
                <a:gd name="connsiteY0" fmla="*/ 3719 h 6197"/>
                <a:gd name="connsiteX1" fmla="*/ 12396 w 12395"/>
                <a:gd name="connsiteY1" fmla="*/ 2479 h 6197"/>
                <a:gd name="connsiteX2" fmla="*/ 9917 w 12395"/>
                <a:gd name="connsiteY2" fmla="*/ 0 h 6197"/>
                <a:gd name="connsiteX3" fmla="*/ 0 w 12395"/>
                <a:gd name="connsiteY3" fmla="*/ 0 h 6197"/>
                <a:gd name="connsiteX4" fmla="*/ 0 w 12395"/>
                <a:gd name="connsiteY4" fmla="*/ 3719 h 6197"/>
                <a:gd name="connsiteX5" fmla="*/ 2479 w 12395"/>
                <a:gd name="connsiteY5" fmla="*/ 6198 h 6197"/>
                <a:gd name="connsiteX6" fmla="*/ 9917 w 12395"/>
                <a:gd name="connsiteY6" fmla="*/ 6198 h 6197"/>
                <a:gd name="connsiteX7" fmla="*/ 12396 w 12395"/>
                <a:gd name="connsiteY7" fmla="*/ 3719 h 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95" h="6197" extrusionOk="0">
                  <a:moveTo>
                    <a:pt x="12396" y="3719"/>
                  </a:moveTo>
                  <a:lnTo>
                    <a:pt x="12396" y="2479"/>
                  </a:lnTo>
                  <a:cubicBezTo>
                    <a:pt x="12396" y="1116"/>
                    <a:pt x="11280" y="0"/>
                    <a:pt x="9917" y="0"/>
                  </a:cubicBezTo>
                  <a:lnTo>
                    <a:pt x="0" y="0"/>
                  </a:lnTo>
                  <a:lnTo>
                    <a:pt x="0" y="3719"/>
                  </a:lnTo>
                  <a:cubicBezTo>
                    <a:pt x="0" y="5082"/>
                    <a:pt x="1116" y="6198"/>
                    <a:pt x="2479" y="6198"/>
                  </a:cubicBezTo>
                  <a:lnTo>
                    <a:pt x="9917" y="6198"/>
                  </a:lnTo>
                  <a:cubicBezTo>
                    <a:pt x="11280" y="6198"/>
                    <a:pt x="12396" y="5082"/>
                    <a:pt x="12396" y="3719"/>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15" name="Freeform: Shape 114"/>
            <p:cNvSpPr/>
            <p:nvPr/>
          </p:nvSpPr>
          <p:spPr bwMode="auto">
            <a:xfrm>
              <a:off x="5231832" y="2254503"/>
              <a:ext cx="2479" cy="7437"/>
            </a:xfrm>
            <a:custGeom>
              <a:avLst/>
              <a:gdLst>
                <a:gd name="connsiteX0" fmla="*/ 1240 w 2479"/>
                <a:gd name="connsiteY0" fmla="*/ 0 h 7437"/>
                <a:gd name="connsiteX1" fmla="*/ 0 w 2479"/>
                <a:gd name="connsiteY1" fmla="*/ 1240 h 7437"/>
                <a:gd name="connsiteX2" fmla="*/ 0 w 2479"/>
                <a:gd name="connsiteY2" fmla="*/ 6198 h 7437"/>
                <a:gd name="connsiteX3" fmla="*/ 1240 w 2479"/>
                <a:gd name="connsiteY3" fmla="*/ 7438 h 7437"/>
                <a:gd name="connsiteX4" fmla="*/ 2479 w 2479"/>
                <a:gd name="connsiteY4" fmla="*/ 6198 h 7437"/>
                <a:gd name="connsiteX5" fmla="*/ 2479 w 2479"/>
                <a:gd name="connsiteY5" fmla="*/ 1240 h 7437"/>
                <a:gd name="connsiteX6" fmla="*/ 1240 w 2479"/>
                <a:gd name="connsiteY6" fmla="*/ 0 h 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 h="7437" extrusionOk="0">
                  <a:moveTo>
                    <a:pt x="1240" y="0"/>
                  </a:moveTo>
                  <a:cubicBezTo>
                    <a:pt x="558" y="0"/>
                    <a:pt x="0" y="558"/>
                    <a:pt x="0" y="1240"/>
                  </a:cubicBezTo>
                  <a:lnTo>
                    <a:pt x="0" y="6198"/>
                  </a:lnTo>
                  <a:cubicBezTo>
                    <a:pt x="0" y="6880"/>
                    <a:pt x="558" y="7438"/>
                    <a:pt x="1240" y="7438"/>
                  </a:cubicBezTo>
                  <a:cubicBezTo>
                    <a:pt x="1921" y="7438"/>
                    <a:pt x="2479" y="6880"/>
                    <a:pt x="2479" y="6198"/>
                  </a:cubicBezTo>
                  <a:lnTo>
                    <a:pt x="2479" y="1240"/>
                  </a:lnTo>
                  <a:cubicBezTo>
                    <a:pt x="2479" y="558"/>
                    <a:pt x="1921" y="0"/>
                    <a:pt x="1240" y="0"/>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16" name="Freeform: Shape 115"/>
            <p:cNvSpPr/>
            <p:nvPr/>
          </p:nvSpPr>
          <p:spPr bwMode="auto">
            <a:xfrm>
              <a:off x="5236356" y="2254441"/>
              <a:ext cx="6011" cy="6011"/>
            </a:xfrm>
            <a:custGeom>
              <a:avLst/>
              <a:gdLst>
                <a:gd name="connsiteX0" fmla="*/ 5640 w 6011"/>
                <a:gd name="connsiteY0" fmla="*/ 3905 h 6011"/>
                <a:gd name="connsiteX1" fmla="*/ 2107 w 6011"/>
                <a:gd name="connsiteY1" fmla="*/ 372 h 6011"/>
                <a:gd name="connsiteX2" fmla="*/ 372 w 6011"/>
                <a:gd name="connsiteY2" fmla="*/ 372 h 6011"/>
                <a:gd name="connsiteX3" fmla="*/ 372 w 6011"/>
                <a:gd name="connsiteY3" fmla="*/ 2107 h 6011"/>
                <a:gd name="connsiteX4" fmla="*/ 3905 w 6011"/>
                <a:gd name="connsiteY4" fmla="*/ 5640 h 6011"/>
                <a:gd name="connsiteX5" fmla="*/ 4772 w 6011"/>
                <a:gd name="connsiteY5" fmla="*/ 6012 h 6011"/>
                <a:gd name="connsiteX6" fmla="*/ 5640 w 6011"/>
                <a:gd name="connsiteY6" fmla="*/ 5640 h 6011"/>
                <a:gd name="connsiteX7" fmla="*/ 5640 w 6011"/>
                <a:gd name="connsiteY7" fmla="*/ 3905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extrusionOk="0">
                  <a:moveTo>
                    <a:pt x="5640" y="3905"/>
                  </a:moveTo>
                  <a:lnTo>
                    <a:pt x="2107" y="372"/>
                  </a:lnTo>
                  <a:cubicBezTo>
                    <a:pt x="1611" y="-124"/>
                    <a:pt x="868" y="-124"/>
                    <a:pt x="372" y="372"/>
                  </a:cubicBezTo>
                  <a:cubicBezTo>
                    <a:pt x="-124" y="868"/>
                    <a:pt x="-124" y="1611"/>
                    <a:pt x="372" y="2107"/>
                  </a:cubicBezTo>
                  <a:lnTo>
                    <a:pt x="3905" y="5640"/>
                  </a:lnTo>
                  <a:cubicBezTo>
                    <a:pt x="4153" y="5888"/>
                    <a:pt x="4463" y="6012"/>
                    <a:pt x="4772" y="6012"/>
                  </a:cubicBezTo>
                  <a:cubicBezTo>
                    <a:pt x="5082" y="6012"/>
                    <a:pt x="5392" y="5888"/>
                    <a:pt x="5640" y="5640"/>
                  </a:cubicBezTo>
                  <a:cubicBezTo>
                    <a:pt x="6136" y="5206"/>
                    <a:pt x="6136" y="4401"/>
                    <a:pt x="5640" y="3905"/>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17" name="Freeform: Shape 116"/>
            <p:cNvSpPr/>
            <p:nvPr/>
          </p:nvSpPr>
          <p:spPr bwMode="auto">
            <a:xfrm>
              <a:off x="5223960" y="2254503"/>
              <a:ext cx="6011" cy="6011"/>
            </a:xfrm>
            <a:custGeom>
              <a:avLst/>
              <a:gdLst>
                <a:gd name="connsiteX0" fmla="*/ 3905 w 6011"/>
                <a:gd name="connsiteY0" fmla="*/ 372 h 6011"/>
                <a:gd name="connsiteX1" fmla="*/ 372 w 6011"/>
                <a:gd name="connsiteY1" fmla="*/ 3905 h 6011"/>
                <a:gd name="connsiteX2" fmla="*/ 372 w 6011"/>
                <a:gd name="connsiteY2" fmla="*/ 5640 h 6011"/>
                <a:gd name="connsiteX3" fmla="*/ 1240 w 6011"/>
                <a:gd name="connsiteY3" fmla="*/ 6012 h 6011"/>
                <a:gd name="connsiteX4" fmla="*/ 2107 w 6011"/>
                <a:gd name="connsiteY4" fmla="*/ 5640 h 6011"/>
                <a:gd name="connsiteX5" fmla="*/ 5640 w 6011"/>
                <a:gd name="connsiteY5" fmla="*/ 2107 h 6011"/>
                <a:gd name="connsiteX6" fmla="*/ 5640 w 6011"/>
                <a:gd name="connsiteY6" fmla="*/ 372 h 6011"/>
                <a:gd name="connsiteX7" fmla="*/ 3905 w 6011"/>
                <a:gd name="connsiteY7" fmla="*/ 372 h 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1" h="6011" extrusionOk="0">
                  <a:moveTo>
                    <a:pt x="3905" y="372"/>
                  </a:moveTo>
                  <a:lnTo>
                    <a:pt x="372" y="3905"/>
                  </a:lnTo>
                  <a:cubicBezTo>
                    <a:pt x="-124" y="4401"/>
                    <a:pt x="-124" y="5144"/>
                    <a:pt x="372" y="5640"/>
                  </a:cubicBezTo>
                  <a:cubicBezTo>
                    <a:pt x="620" y="5888"/>
                    <a:pt x="930" y="6012"/>
                    <a:pt x="1240" y="6012"/>
                  </a:cubicBezTo>
                  <a:cubicBezTo>
                    <a:pt x="1549" y="6012"/>
                    <a:pt x="1859" y="5888"/>
                    <a:pt x="2107" y="5640"/>
                  </a:cubicBezTo>
                  <a:lnTo>
                    <a:pt x="5640" y="2107"/>
                  </a:lnTo>
                  <a:cubicBezTo>
                    <a:pt x="6136" y="1611"/>
                    <a:pt x="6136" y="868"/>
                    <a:pt x="5640" y="372"/>
                  </a:cubicBezTo>
                  <a:cubicBezTo>
                    <a:pt x="5144" y="-124"/>
                    <a:pt x="4401" y="-124"/>
                    <a:pt x="3905" y="372"/>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18" name="Freeform: Shape 117"/>
            <p:cNvSpPr/>
            <p:nvPr/>
          </p:nvSpPr>
          <p:spPr bwMode="auto">
            <a:xfrm>
              <a:off x="5203941" y="2246508"/>
              <a:ext cx="19833" cy="54479"/>
            </a:xfrm>
            <a:custGeom>
              <a:avLst/>
              <a:gdLst>
                <a:gd name="connsiteX0" fmla="*/ 2479 w 19833"/>
                <a:gd name="connsiteY0" fmla="*/ 18532 h 54479"/>
                <a:gd name="connsiteX1" fmla="*/ 2479 w 19833"/>
                <a:gd name="connsiteY1" fmla="*/ 43943 h 54479"/>
                <a:gd name="connsiteX2" fmla="*/ 620 w 19833"/>
                <a:gd name="connsiteY2" fmla="*/ 43943 h 54479"/>
                <a:gd name="connsiteX3" fmla="*/ 0 w 19833"/>
                <a:gd name="connsiteY3" fmla="*/ 54480 h 54479"/>
                <a:gd name="connsiteX4" fmla="*/ 8677 w 19833"/>
                <a:gd name="connsiteY4" fmla="*/ 54480 h 54479"/>
                <a:gd name="connsiteX5" fmla="*/ 8057 w 19833"/>
                <a:gd name="connsiteY5" fmla="*/ 43943 h 54479"/>
                <a:gd name="connsiteX6" fmla="*/ 6198 w 19833"/>
                <a:gd name="connsiteY6" fmla="*/ 43943 h 54479"/>
                <a:gd name="connsiteX7" fmla="*/ 6198 w 19833"/>
                <a:gd name="connsiteY7" fmla="*/ 18532 h 54479"/>
                <a:gd name="connsiteX8" fmla="*/ 19833 w 19833"/>
                <a:gd name="connsiteY8" fmla="*/ 3719 h 54479"/>
                <a:gd name="connsiteX9" fmla="*/ 19833 w 19833"/>
                <a:gd name="connsiteY9" fmla="*/ 0 h 54479"/>
                <a:gd name="connsiteX10" fmla="*/ 2479 w 19833"/>
                <a:gd name="connsiteY10" fmla="*/ 18532 h 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33" h="54479" extrusionOk="0">
                  <a:moveTo>
                    <a:pt x="2479" y="18532"/>
                  </a:moveTo>
                  <a:lnTo>
                    <a:pt x="2479" y="43943"/>
                  </a:lnTo>
                  <a:lnTo>
                    <a:pt x="620" y="43943"/>
                  </a:lnTo>
                  <a:lnTo>
                    <a:pt x="0" y="54480"/>
                  </a:lnTo>
                  <a:lnTo>
                    <a:pt x="8677" y="54480"/>
                  </a:lnTo>
                  <a:lnTo>
                    <a:pt x="8057" y="43943"/>
                  </a:lnTo>
                  <a:lnTo>
                    <a:pt x="6198" y="43943"/>
                  </a:lnTo>
                  <a:lnTo>
                    <a:pt x="6198" y="18532"/>
                  </a:lnTo>
                  <a:cubicBezTo>
                    <a:pt x="6198" y="10722"/>
                    <a:pt x="12210" y="4339"/>
                    <a:pt x="19833" y="3719"/>
                  </a:cubicBezTo>
                  <a:lnTo>
                    <a:pt x="19833" y="0"/>
                  </a:lnTo>
                  <a:cubicBezTo>
                    <a:pt x="10165" y="620"/>
                    <a:pt x="2479" y="8677"/>
                    <a:pt x="2479" y="18532"/>
                  </a:cubicBezTo>
                </a:path>
              </a:pathLst>
            </a:custGeom>
            <a:solidFill>
              <a:srgbClr val="000000">
                <a:alpha val="50000"/>
              </a:srgbClr>
            </a:solidFill>
            <a:ln w="595" cap="flat">
              <a:noFill/>
              <a:prstDash val="solid"/>
              <a:miter/>
            </a:ln>
          </p:spPr>
          <p:txBody>
            <a:bodyPr rtlCol="0" anchor="ctr"/>
            <a:lstStyle/>
            <a:p>
              <a:pPr>
                <a:defRPr/>
              </a:pPr>
              <a:endParaRPr lang="en-IN"/>
            </a:p>
          </p:txBody>
        </p:sp>
        <p:sp>
          <p:nvSpPr>
            <p:cNvPr id="119" name="Freeform: Shape 118"/>
            <p:cNvSpPr/>
            <p:nvPr/>
          </p:nvSpPr>
          <p:spPr bwMode="auto">
            <a:xfrm>
              <a:off x="4762220" y="2614832"/>
              <a:ext cx="97782" cy="90342"/>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extrusionOk="0">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pPr>
                <a:defRPr/>
              </a:pPr>
              <a:endParaRPr lang="en-IN"/>
            </a:p>
          </p:txBody>
        </p:sp>
        <p:sp>
          <p:nvSpPr>
            <p:cNvPr id="120" name="Freeform: Shape 119"/>
            <p:cNvSpPr/>
            <p:nvPr/>
          </p:nvSpPr>
          <p:spPr bwMode="auto">
            <a:xfrm>
              <a:off x="4845388" y="2660402"/>
              <a:ext cx="21522" cy="13285"/>
            </a:xfrm>
            <a:custGeom>
              <a:avLst/>
              <a:gdLst>
                <a:gd name="connsiteX0" fmla="*/ 11824 w 21522"/>
                <a:gd name="connsiteY0" fmla="*/ 0 h 13285"/>
                <a:gd name="connsiteX1" fmla="*/ 0 w 21522"/>
                <a:gd name="connsiteY1" fmla="*/ 9300 h 13285"/>
                <a:gd name="connsiteX2" fmla="*/ 9699 w 21522"/>
                <a:gd name="connsiteY2" fmla="*/ 13286 h 13285"/>
                <a:gd name="connsiteX3" fmla="*/ 21523 w 21522"/>
                <a:gd name="connsiteY3" fmla="*/ 3986 h 13285"/>
              </a:gdLst>
              <a:ahLst/>
              <a:cxnLst>
                <a:cxn ang="0">
                  <a:pos x="connsiteX0" y="connsiteY0"/>
                </a:cxn>
                <a:cxn ang="0">
                  <a:pos x="connsiteX1" y="connsiteY1"/>
                </a:cxn>
                <a:cxn ang="0">
                  <a:pos x="connsiteX2" y="connsiteY2"/>
                </a:cxn>
                <a:cxn ang="0">
                  <a:pos x="connsiteX3" y="connsiteY3"/>
                </a:cxn>
              </a:cxnLst>
              <a:rect l="l" t="t" r="r" b="b"/>
              <a:pathLst>
                <a:path w="21522" h="13285" extrusionOk="0">
                  <a:moveTo>
                    <a:pt x="11824" y="0"/>
                  </a:moveTo>
                  <a:lnTo>
                    <a:pt x="0" y="9300"/>
                  </a:lnTo>
                  <a:lnTo>
                    <a:pt x="9699" y="13286"/>
                  </a:lnTo>
                  <a:lnTo>
                    <a:pt x="21523" y="3986"/>
                  </a:lnTo>
                  <a:close/>
                </a:path>
              </a:pathLst>
            </a:custGeom>
            <a:solidFill>
              <a:srgbClr val="000000">
                <a:alpha val="50000"/>
              </a:srgbClr>
            </a:solidFill>
            <a:ln w="1290" cap="flat">
              <a:noFill/>
              <a:prstDash val="solid"/>
              <a:miter/>
            </a:ln>
          </p:spPr>
          <p:txBody>
            <a:bodyPr rtlCol="0" anchor="ctr"/>
            <a:lstStyle/>
            <a:p>
              <a:pPr>
                <a:defRPr/>
              </a:pPr>
              <a:endParaRPr lang="en-IN"/>
            </a:p>
          </p:txBody>
        </p:sp>
        <p:sp>
          <p:nvSpPr>
            <p:cNvPr id="121" name="Graphic 63" descr="Lock"/>
            <p:cNvSpPr/>
            <p:nvPr/>
          </p:nvSpPr>
          <p:spPr bwMode="auto">
            <a:xfrm>
              <a:off x="7176272" y="2133980"/>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22" name="Freeform: Shape 121"/>
            <p:cNvSpPr/>
            <p:nvPr/>
          </p:nvSpPr>
          <p:spPr bwMode="auto">
            <a:xfrm>
              <a:off x="10444724" y="1637410"/>
              <a:ext cx="47094" cy="31858"/>
            </a:xfrm>
            <a:custGeom>
              <a:avLst/>
              <a:gdLst>
                <a:gd name="connsiteX0" fmla="*/ 42940 w 47094"/>
                <a:gd name="connsiteY0" fmla="*/ 27703 h 31858"/>
                <a:gd name="connsiteX1" fmla="*/ 4155 w 47094"/>
                <a:gd name="connsiteY1" fmla="*/ 27703 h 31858"/>
                <a:gd name="connsiteX2" fmla="*/ 4155 w 47094"/>
                <a:gd name="connsiteY2" fmla="*/ 4155 h 31858"/>
                <a:gd name="connsiteX3" fmla="*/ 42940 w 47094"/>
                <a:gd name="connsiteY3" fmla="*/ 4155 h 31858"/>
                <a:gd name="connsiteX4" fmla="*/ 42940 w 47094"/>
                <a:gd name="connsiteY4" fmla="*/ 27703 h 31858"/>
                <a:gd name="connsiteX5" fmla="*/ 47095 w 47094"/>
                <a:gd name="connsiteY5" fmla="*/ 2770 h 31858"/>
                <a:gd name="connsiteX6" fmla="*/ 44325 w 47094"/>
                <a:gd name="connsiteY6" fmla="*/ 0 h 31858"/>
                <a:gd name="connsiteX7" fmla="*/ 2770 w 47094"/>
                <a:gd name="connsiteY7" fmla="*/ 0 h 31858"/>
                <a:gd name="connsiteX8" fmla="*/ 0 w 47094"/>
                <a:gd name="connsiteY8" fmla="*/ 2770 h 31858"/>
                <a:gd name="connsiteX9" fmla="*/ 0 w 47094"/>
                <a:gd name="connsiteY9" fmla="*/ 31858 h 31858"/>
                <a:gd name="connsiteX10" fmla="*/ 47095 w 47094"/>
                <a:gd name="connsiteY10" fmla="*/ 31858 h 31858"/>
                <a:gd name="connsiteX11" fmla="*/ 47095 w 47094"/>
                <a:gd name="connsiteY11" fmla="*/ 2770 h 3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94" h="31858" extrusionOk="0">
                  <a:moveTo>
                    <a:pt x="42940" y="27703"/>
                  </a:moveTo>
                  <a:lnTo>
                    <a:pt x="4155" y="27703"/>
                  </a:lnTo>
                  <a:lnTo>
                    <a:pt x="4155" y="4155"/>
                  </a:lnTo>
                  <a:lnTo>
                    <a:pt x="42940" y="4155"/>
                  </a:lnTo>
                  <a:lnTo>
                    <a:pt x="42940" y="27703"/>
                  </a:lnTo>
                  <a:close/>
                  <a:moveTo>
                    <a:pt x="47095" y="2770"/>
                  </a:moveTo>
                  <a:cubicBezTo>
                    <a:pt x="47095" y="1247"/>
                    <a:pt x="45848" y="0"/>
                    <a:pt x="44325" y="0"/>
                  </a:cubicBezTo>
                  <a:lnTo>
                    <a:pt x="2770" y="0"/>
                  </a:lnTo>
                  <a:cubicBezTo>
                    <a:pt x="1247" y="0"/>
                    <a:pt x="0" y="1247"/>
                    <a:pt x="0" y="2770"/>
                  </a:cubicBezTo>
                  <a:lnTo>
                    <a:pt x="0" y="31858"/>
                  </a:lnTo>
                  <a:lnTo>
                    <a:pt x="47095" y="31858"/>
                  </a:lnTo>
                  <a:lnTo>
                    <a:pt x="47095" y="2770"/>
                  </a:lnTo>
                  <a:close/>
                </a:path>
              </a:pathLst>
            </a:custGeom>
            <a:solidFill>
              <a:schemeClr val="tx1">
                <a:lumMod val="95000"/>
                <a:lumOff val="5000"/>
                <a:alpha val="50000"/>
              </a:schemeClr>
            </a:solidFill>
            <a:ln w="595" cap="flat">
              <a:noFill/>
              <a:prstDash val="solid"/>
              <a:miter/>
            </a:ln>
          </p:spPr>
          <p:txBody>
            <a:bodyPr rtlCol="0" anchor="ctr"/>
            <a:lstStyle/>
            <a:p>
              <a:pPr>
                <a:defRPr/>
              </a:pPr>
              <a:endParaRPr lang="en-IN"/>
            </a:p>
          </p:txBody>
        </p:sp>
        <p:sp>
          <p:nvSpPr>
            <p:cNvPr id="123" name="Freeform: Shape 122"/>
            <p:cNvSpPr/>
            <p:nvPr/>
          </p:nvSpPr>
          <p:spPr bwMode="auto">
            <a:xfrm>
              <a:off x="10436413" y="1672039"/>
              <a:ext cx="63716" cy="4155"/>
            </a:xfrm>
            <a:custGeom>
              <a:avLst/>
              <a:gdLst>
                <a:gd name="connsiteX0" fmla="*/ 36014 w 63716"/>
                <a:gd name="connsiteY0" fmla="*/ 0 h 4155"/>
                <a:gd name="connsiteX1" fmla="*/ 36014 w 63716"/>
                <a:gd name="connsiteY1" fmla="*/ 693 h 4155"/>
                <a:gd name="connsiteX2" fmla="*/ 35321 w 63716"/>
                <a:gd name="connsiteY2" fmla="*/ 1385 h 4155"/>
                <a:gd name="connsiteX3" fmla="*/ 28395 w 63716"/>
                <a:gd name="connsiteY3" fmla="*/ 1385 h 4155"/>
                <a:gd name="connsiteX4" fmla="*/ 27703 w 63716"/>
                <a:gd name="connsiteY4" fmla="*/ 693 h 4155"/>
                <a:gd name="connsiteX5" fmla="*/ 27703 w 63716"/>
                <a:gd name="connsiteY5" fmla="*/ 0 h 4155"/>
                <a:gd name="connsiteX6" fmla="*/ 0 w 63716"/>
                <a:gd name="connsiteY6" fmla="*/ 0 h 4155"/>
                <a:gd name="connsiteX7" fmla="*/ 0 w 63716"/>
                <a:gd name="connsiteY7" fmla="*/ 1385 h 4155"/>
                <a:gd name="connsiteX8" fmla="*/ 2770 w 63716"/>
                <a:gd name="connsiteY8" fmla="*/ 4155 h 4155"/>
                <a:gd name="connsiteX9" fmla="*/ 60946 w 63716"/>
                <a:gd name="connsiteY9" fmla="*/ 4155 h 4155"/>
                <a:gd name="connsiteX10" fmla="*/ 63717 w 63716"/>
                <a:gd name="connsiteY10" fmla="*/ 1385 h 4155"/>
                <a:gd name="connsiteX11" fmla="*/ 63717 w 63716"/>
                <a:gd name="connsiteY11" fmla="*/ 0 h 4155"/>
                <a:gd name="connsiteX12" fmla="*/ 36014 w 63716"/>
                <a:gd name="connsiteY12" fmla="*/ 0 h 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716" h="4155" extrusionOk="0">
                  <a:moveTo>
                    <a:pt x="36014" y="0"/>
                  </a:moveTo>
                  <a:lnTo>
                    <a:pt x="36014" y="693"/>
                  </a:lnTo>
                  <a:cubicBezTo>
                    <a:pt x="36014" y="1108"/>
                    <a:pt x="35737" y="1385"/>
                    <a:pt x="35321" y="1385"/>
                  </a:cubicBezTo>
                  <a:lnTo>
                    <a:pt x="28395" y="1385"/>
                  </a:lnTo>
                  <a:cubicBezTo>
                    <a:pt x="27980" y="1385"/>
                    <a:pt x="27703" y="1108"/>
                    <a:pt x="27703" y="693"/>
                  </a:cubicBezTo>
                  <a:lnTo>
                    <a:pt x="27703" y="0"/>
                  </a:lnTo>
                  <a:lnTo>
                    <a:pt x="0" y="0"/>
                  </a:lnTo>
                  <a:lnTo>
                    <a:pt x="0" y="1385"/>
                  </a:lnTo>
                  <a:cubicBezTo>
                    <a:pt x="0" y="2909"/>
                    <a:pt x="1247" y="4155"/>
                    <a:pt x="2770" y="4155"/>
                  </a:cubicBezTo>
                  <a:lnTo>
                    <a:pt x="60946" y="4155"/>
                  </a:lnTo>
                  <a:cubicBezTo>
                    <a:pt x="62470" y="4155"/>
                    <a:pt x="63717" y="2909"/>
                    <a:pt x="63717" y="1385"/>
                  </a:cubicBezTo>
                  <a:lnTo>
                    <a:pt x="63717" y="0"/>
                  </a:lnTo>
                  <a:lnTo>
                    <a:pt x="36014" y="0"/>
                  </a:lnTo>
                  <a:close/>
                </a:path>
              </a:pathLst>
            </a:custGeom>
            <a:solidFill>
              <a:schemeClr val="tx1">
                <a:lumMod val="95000"/>
                <a:lumOff val="5000"/>
                <a:alpha val="50000"/>
              </a:schemeClr>
            </a:solidFill>
            <a:ln w="595" cap="flat">
              <a:noFill/>
              <a:prstDash val="solid"/>
              <a:miter/>
            </a:ln>
          </p:spPr>
          <p:txBody>
            <a:bodyPr rtlCol="0" anchor="ctr"/>
            <a:lstStyle/>
            <a:p>
              <a:pPr>
                <a:defRPr/>
              </a:pPr>
              <a:endParaRPr lang="en-IN"/>
            </a:p>
          </p:txBody>
        </p:sp>
        <p:sp>
          <p:nvSpPr>
            <p:cNvPr id="124" name="Freeform: Shape 123"/>
            <p:cNvSpPr/>
            <p:nvPr/>
          </p:nvSpPr>
          <p:spPr bwMode="auto">
            <a:xfrm>
              <a:off x="5903897" y="1496289"/>
              <a:ext cx="56985" cy="38548"/>
            </a:xfrm>
            <a:custGeom>
              <a:avLst/>
              <a:gdLst>
                <a:gd name="connsiteX0" fmla="*/ 51957 w 56985"/>
                <a:gd name="connsiteY0" fmla="*/ 33521 h 38548"/>
                <a:gd name="connsiteX1" fmla="*/ 5028 w 56985"/>
                <a:gd name="connsiteY1" fmla="*/ 33521 h 38548"/>
                <a:gd name="connsiteX2" fmla="*/ 5028 w 56985"/>
                <a:gd name="connsiteY2" fmla="*/ 5028 h 38548"/>
                <a:gd name="connsiteX3" fmla="*/ 51957 w 56985"/>
                <a:gd name="connsiteY3" fmla="*/ 5028 h 38548"/>
                <a:gd name="connsiteX4" fmla="*/ 51957 w 56985"/>
                <a:gd name="connsiteY4" fmla="*/ 33521 h 38548"/>
                <a:gd name="connsiteX5" fmla="*/ 56985 w 56985"/>
                <a:gd name="connsiteY5" fmla="*/ 3352 h 38548"/>
                <a:gd name="connsiteX6" fmla="*/ 53633 w 56985"/>
                <a:gd name="connsiteY6" fmla="*/ 0 h 38548"/>
                <a:gd name="connsiteX7" fmla="*/ 3352 w 56985"/>
                <a:gd name="connsiteY7" fmla="*/ 0 h 38548"/>
                <a:gd name="connsiteX8" fmla="*/ 0 w 56985"/>
                <a:gd name="connsiteY8" fmla="*/ 3352 h 38548"/>
                <a:gd name="connsiteX9" fmla="*/ 0 w 56985"/>
                <a:gd name="connsiteY9" fmla="*/ 38549 h 38548"/>
                <a:gd name="connsiteX10" fmla="*/ 56985 w 56985"/>
                <a:gd name="connsiteY10" fmla="*/ 38549 h 38548"/>
                <a:gd name="connsiteX11" fmla="*/ 56985 w 56985"/>
                <a:gd name="connsiteY11" fmla="*/ 3352 h 3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85" h="38548" extrusionOk="0">
                  <a:moveTo>
                    <a:pt x="51957" y="33521"/>
                  </a:moveTo>
                  <a:lnTo>
                    <a:pt x="5028" y="33521"/>
                  </a:lnTo>
                  <a:lnTo>
                    <a:pt x="5028" y="5028"/>
                  </a:lnTo>
                  <a:lnTo>
                    <a:pt x="51957" y="5028"/>
                  </a:lnTo>
                  <a:lnTo>
                    <a:pt x="51957" y="33521"/>
                  </a:lnTo>
                  <a:close/>
                  <a:moveTo>
                    <a:pt x="56985" y="3352"/>
                  </a:moveTo>
                  <a:cubicBezTo>
                    <a:pt x="56985" y="1508"/>
                    <a:pt x="55477" y="0"/>
                    <a:pt x="53633" y="0"/>
                  </a:cubicBezTo>
                  <a:lnTo>
                    <a:pt x="3352" y="0"/>
                  </a:lnTo>
                  <a:cubicBezTo>
                    <a:pt x="1508" y="0"/>
                    <a:pt x="0" y="1508"/>
                    <a:pt x="0" y="3352"/>
                  </a:cubicBezTo>
                  <a:lnTo>
                    <a:pt x="0" y="38549"/>
                  </a:lnTo>
                  <a:lnTo>
                    <a:pt x="56985" y="38549"/>
                  </a:lnTo>
                  <a:lnTo>
                    <a:pt x="56985" y="3352"/>
                  </a:lnTo>
                  <a:close/>
                </a:path>
              </a:pathLst>
            </a:custGeom>
            <a:solidFill>
              <a:schemeClr val="tx1">
                <a:lumMod val="95000"/>
                <a:lumOff val="5000"/>
                <a:alpha val="50000"/>
              </a:schemeClr>
            </a:solidFill>
            <a:ln w="794" cap="flat">
              <a:noFill/>
              <a:prstDash val="solid"/>
              <a:miter/>
            </a:ln>
          </p:spPr>
          <p:txBody>
            <a:bodyPr rtlCol="0" anchor="ctr"/>
            <a:lstStyle/>
            <a:p>
              <a:pPr>
                <a:defRPr/>
              </a:pPr>
              <a:endParaRPr lang="en-IN"/>
            </a:p>
          </p:txBody>
        </p:sp>
        <p:sp>
          <p:nvSpPr>
            <p:cNvPr id="125" name="Freeform: Shape 124"/>
            <p:cNvSpPr/>
            <p:nvPr/>
          </p:nvSpPr>
          <p:spPr bwMode="auto">
            <a:xfrm>
              <a:off x="5893841" y="1538191"/>
              <a:ext cx="77097" cy="5028"/>
            </a:xfrm>
            <a:custGeom>
              <a:avLst/>
              <a:gdLst>
                <a:gd name="connsiteX0" fmla="*/ 43577 w 77097"/>
                <a:gd name="connsiteY0" fmla="*/ 0 h 5028"/>
                <a:gd name="connsiteX1" fmla="*/ 43577 w 77097"/>
                <a:gd name="connsiteY1" fmla="*/ 838 h 5028"/>
                <a:gd name="connsiteX2" fmla="*/ 42739 w 77097"/>
                <a:gd name="connsiteY2" fmla="*/ 1676 h 5028"/>
                <a:gd name="connsiteX3" fmla="*/ 34359 w 77097"/>
                <a:gd name="connsiteY3" fmla="*/ 1676 h 5028"/>
                <a:gd name="connsiteX4" fmla="*/ 33521 w 77097"/>
                <a:gd name="connsiteY4" fmla="*/ 838 h 5028"/>
                <a:gd name="connsiteX5" fmla="*/ 33521 w 77097"/>
                <a:gd name="connsiteY5" fmla="*/ 0 h 5028"/>
                <a:gd name="connsiteX6" fmla="*/ 0 w 77097"/>
                <a:gd name="connsiteY6" fmla="*/ 0 h 5028"/>
                <a:gd name="connsiteX7" fmla="*/ 0 w 77097"/>
                <a:gd name="connsiteY7" fmla="*/ 1676 h 5028"/>
                <a:gd name="connsiteX8" fmla="*/ 3352 w 77097"/>
                <a:gd name="connsiteY8" fmla="*/ 5028 h 5028"/>
                <a:gd name="connsiteX9" fmla="*/ 73746 w 77097"/>
                <a:gd name="connsiteY9" fmla="*/ 5028 h 5028"/>
                <a:gd name="connsiteX10" fmla="*/ 77098 w 77097"/>
                <a:gd name="connsiteY10" fmla="*/ 1676 h 5028"/>
                <a:gd name="connsiteX11" fmla="*/ 77098 w 77097"/>
                <a:gd name="connsiteY11" fmla="*/ 0 h 5028"/>
                <a:gd name="connsiteX12" fmla="*/ 43577 w 77097"/>
                <a:gd name="connsiteY12" fmla="*/ 0 h 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097" h="5028" extrusionOk="0">
                  <a:moveTo>
                    <a:pt x="43577" y="0"/>
                  </a:moveTo>
                  <a:lnTo>
                    <a:pt x="43577" y="838"/>
                  </a:lnTo>
                  <a:cubicBezTo>
                    <a:pt x="43577" y="1341"/>
                    <a:pt x="43242" y="1676"/>
                    <a:pt x="42739" y="1676"/>
                  </a:cubicBezTo>
                  <a:lnTo>
                    <a:pt x="34359" y="1676"/>
                  </a:lnTo>
                  <a:cubicBezTo>
                    <a:pt x="33856" y="1676"/>
                    <a:pt x="33521" y="1341"/>
                    <a:pt x="33521" y="838"/>
                  </a:cubicBezTo>
                  <a:lnTo>
                    <a:pt x="33521" y="0"/>
                  </a:lnTo>
                  <a:lnTo>
                    <a:pt x="0" y="0"/>
                  </a:lnTo>
                  <a:lnTo>
                    <a:pt x="0" y="1676"/>
                  </a:lnTo>
                  <a:cubicBezTo>
                    <a:pt x="0" y="3520"/>
                    <a:pt x="1508" y="5028"/>
                    <a:pt x="3352" y="5028"/>
                  </a:cubicBezTo>
                  <a:lnTo>
                    <a:pt x="73746" y="5028"/>
                  </a:lnTo>
                  <a:cubicBezTo>
                    <a:pt x="75589" y="5028"/>
                    <a:pt x="77098" y="3520"/>
                    <a:pt x="77098" y="1676"/>
                  </a:cubicBezTo>
                  <a:lnTo>
                    <a:pt x="77098" y="0"/>
                  </a:lnTo>
                  <a:lnTo>
                    <a:pt x="43577" y="0"/>
                  </a:lnTo>
                  <a:close/>
                </a:path>
              </a:pathLst>
            </a:custGeom>
            <a:solidFill>
              <a:schemeClr val="tx1">
                <a:lumMod val="95000"/>
                <a:lumOff val="5000"/>
                <a:alpha val="50000"/>
              </a:schemeClr>
            </a:solidFill>
            <a:ln w="794" cap="flat">
              <a:noFill/>
              <a:prstDash val="solid"/>
              <a:miter/>
            </a:ln>
          </p:spPr>
          <p:txBody>
            <a:bodyPr rtlCol="0" anchor="ctr"/>
            <a:lstStyle/>
            <a:p>
              <a:pPr>
                <a:defRPr/>
              </a:pPr>
              <a:endParaRPr lang="en-IN"/>
            </a:p>
          </p:txBody>
        </p:sp>
        <p:sp>
          <p:nvSpPr>
            <p:cNvPr id="126" name="Graphic 66" descr="Lock"/>
            <p:cNvSpPr/>
            <p:nvPr/>
          </p:nvSpPr>
          <p:spPr bwMode="auto">
            <a:xfrm>
              <a:off x="9843029" y="2804851"/>
              <a:ext cx="50815" cy="66242"/>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27" name="Freeform: Shape 126"/>
            <p:cNvSpPr/>
            <p:nvPr/>
          </p:nvSpPr>
          <p:spPr bwMode="auto">
            <a:xfrm>
              <a:off x="4053043" y="569706"/>
              <a:ext cx="14998" cy="7499"/>
            </a:xfrm>
            <a:custGeom>
              <a:avLst/>
              <a:gdLst>
                <a:gd name="connsiteX0" fmla="*/ 14999 w 14998"/>
                <a:gd name="connsiteY0" fmla="*/ 4500 h 7499"/>
                <a:gd name="connsiteX1" fmla="*/ 14999 w 14998"/>
                <a:gd name="connsiteY1" fmla="*/ 3000 h 7499"/>
                <a:gd name="connsiteX2" fmla="*/ 11999 w 14998"/>
                <a:gd name="connsiteY2" fmla="*/ 0 h 7499"/>
                <a:gd name="connsiteX3" fmla="*/ 0 w 14998"/>
                <a:gd name="connsiteY3" fmla="*/ 0 h 7499"/>
                <a:gd name="connsiteX4" fmla="*/ 0 w 14998"/>
                <a:gd name="connsiteY4" fmla="*/ 4500 h 7499"/>
                <a:gd name="connsiteX5" fmla="*/ 3000 w 14998"/>
                <a:gd name="connsiteY5" fmla="*/ 7499 h 7499"/>
                <a:gd name="connsiteX6" fmla="*/ 11999 w 14998"/>
                <a:gd name="connsiteY6" fmla="*/ 7499 h 7499"/>
                <a:gd name="connsiteX7" fmla="*/ 14999 w 14998"/>
                <a:gd name="connsiteY7" fmla="*/ 4500 h 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8" h="7499" extrusionOk="0">
                  <a:moveTo>
                    <a:pt x="14999" y="4500"/>
                  </a:moveTo>
                  <a:lnTo>
                    <a:pt x="14999" y="3000"/>
                  </a:lnTo>
                  <a:cubicBezTo>
                    <a:pt x="14999" y="1350"/>
                    <a:pt x="13649" y="0"/>
                    <a:pt x="11999" y="0"/>
                  </a:cubicBezTo>
                  <a:lnTo>
                    <a:pt x="0" y="0"/>
                  </a:lnTo>
                  <a:lnTo>
                    <a:pt x="0" y="4500"/>
                  </a:lnTo>
                  <a:cubicBezTo>
                    <a:pt x="0" y="6150"/>
                    <a:pt x="1350" y="7499"/>
                    <a:pt x="3000" y="7499"/>
                  </a:cubicBezTo>
                  <a:lnTo>
                    <a:pt x="11999" y="7499"/>
                  </a:lnTo>
                  <a:cubicBezTo>
                    <a:pt x="13649" y="7499"/>
                    <a:pt x="14999" y="6150"/>
                    <a:pt x="14999" y="450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28" name="Freeform: Shape 127"/>
            <p:cNvSpPr/>
            <p:nvPr/>
          </p:nvSpPr>
          <p:spPr bwMode="auto">
            <a:xfrm>
              <a:off x="4059792" y="579456"/>
              <a:ext cx="2999" cy="8999"/>
            </a:xfrm>
            <a:custGeom>
              <a:avLst/>
              <a:gdLst>
                <a:gd name="connsiteX0" fmla="*/ 1500 w 2999"/>
                <a:gd name="connsiteY0" fmla="*/ 0 h 8999"/>
                <a:gd name="connsiteX1" fmla="*/ 0 w 2999"/>
                <a:gd name="connsiteY1" fmla="*/ 1500 h 8999"/>
                <a:gd name="connsiteX2" fmla="*/ 0 w 2999"/>
                <a:gd name="connsiteY2" fmla="*/ 7499 h 8999"/>
                <a:gd name="connsiteX3" fmla="*/ 1500 w 2999"/>
                <a:gd name="connsiteY3" fmla="*/ 8999 h 8999"/>
                <a:gd name="connsiteX4" fmla="*/ 3000 w 2999"/>
                <a:gd name="connsiteY4" fmla="*/ 7499 h 8999"/>
                <a:gd name="connsiteX5" fmla="*/ 3000 w 2999"/>
                <a:gd name="connsiteY5" fmla="*/ 1500 h 8999"/>
                <a:gd name="connsiteX6" fmla="*/ 1500 w 2999"/>
                <a:gd name="connsiteY6" fmla="*/ 0 h 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 h="8999" extrusionOk="0">
                  <a:moveTo>
                    <a:pt x="1500" y="0"/>
                  </a:moveTo>
                  <a:cubicBezTo>
                    <a:pt x="675" y="0"/>
                    <a:pt x="0" y="675"/>
                    <a:pt x="0" y="1500"/>
                  </a:cubicBezTo>
                  <a:lnTo>
                    <a:pt x="0" y="7499"/>
                  </a:lnTo>
                  <a:cubicBezTo>
                    <a:pt x="0" y="8324"/>
                    <a:pt x="675" y="8999"/>
                    <a:pt x="1500" y="8999"/>
                  </a:cubicBezTo>
                  <a:cubicBezTo>
                    <a:pt x="2325" y="8999"/>
                    <a:pt x="3000" y="8324"/>
                    <a:pt x="3000" y="7499"/>
                  </a:cubicBezTo>
                  <a:lnTo>
                    <a:pt x="3000" y="1500"/>
                  </a:lnTo>
                  <a:cubicBezTo>
                    <a:pt x="3000" y="675"/>
                    <a:pt x="2325" y="0"/>
                    <a:pt x="1500" y="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29" name="Freeform: Shape 128"/>
            <p:cNvSpPr/>
            <p:nvPr/>
          </p:nvSpPr>
          <p:spPr bwMode="auto">
            <a:xfrm>
              <a:off x="4065267" y="579381"/>
              <a:ext cx="7274" cy="7274"/>
            </a:xfrm>
            <a:custGeom>
              <a:avLst/>
              <a:gdLst>
                <a:gd name="connsiteX0" fmla="*/ 6825 w 7274"/>
                <a:gd name="connsiteY0" fmla="*/ 4725 h 7274"/>
                <a:gd name="connsiteX1" fmla="*/ 2550 w 7274"/>
                <a:gd name="connsiteY1" fmla="*/ 450 h 7274"/>
                <a:gd name="connsiteX2" fmla="*/ 450 w 7274"/>
                <a:gd name="connsiteY2" fmla="*/ 450 h 7274"/>
                <a:gd name="connsiteX3" fmla="*/ 450 w 7274"/>
                <a:gd name="connsiteY3" fmla="*/ 2550 h 7274"/>
                <a:gd name="connsiteX4" fmla="*/ 4725 w 7274"/>
                <a:gd name="connsiteY4" fmla="*/ 6825 h 7274"/>
                <a:gd name="connsiteX5" fmla="*/ 5775 w 7274"/>
                <a:gd name="connsiteY5" fmla="*/ 7274 h 7274"/>
                <a:gd name="connsiteX6" fmla="*/ 6825 w 7274"/>
                <a:gd name="connsiteY6" fmla="*/ 6825 h 7274"/>
                <a:gd name="connsiteX7" fmla="*/ 6825 w 7274"/>
                <a:gd name="connsiteY7" fmla="*/ 4725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extrusionOk="0">
                  <a:moveTo>
                    <a:pt x="6825" y="4725"/>
                  </a:moveTo>
                  <a:lnTo>
                    <a:pt x="2550" y="450"/>
                  </a:lnTo>
                  <a:cubicBezTo>
                    <a:pt x="1950" y="-150"/>
                    <a:pt x="1050" y="-150"/>
                    <a:pt x="450" y="450"/>
                  </a:cubicBezTo>
                  <a:cubicBezTo>
                    <a:pt x="-150" y="1050"/>
                    <a:pt x="-150" y="1950"/>
                    <a:pt x="450" y="2550"/>
                  </a:cubicBezTo>
                  <a:lnTo>
                    <a:pt x="4725" y="6825"/>
                  </a:lnTo>
                  <a:cubicBezTo>
                    <a:pt x="5025" y="7125"/>
                    <a:pt x="5400" y="7274"/>
                    <a:pt x="5775" y="7274"/>
                  </a:cubicBezTo>
                  <a:cubicBezTo>
                    <a:pt x="6150" y="7274"/>
                    <a:pt x="6525" y="7125"/>
                    <a:pt x="6825" y="6825"/>
                  </a:cubicBezTo>
                  <a:cubicBezTo>
                    <a:pt x="7424" y="6300"/>
                    <a:pt x="7424" y="5325"/>
                    <a:pt x="6825" y="4725"/>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30" name="Freeform: Shape 129"/>
            <p:cNvSpPr/>
            <p:nvPr/>
          </p:nvSpPr>
          <p:spPr bwMode="auto">
            <a:xfrm>
              <a:off x="4050268" y="579456"/>
              <a:ext cx="7274" cy="7274"/>
            </a:xfrm>
            <a:custGeom>
              <a:avLst/>
              <a:gdLst>
                <a:gd name="connsiteX0" fmla="*/ 4725 w 7274"/>
                <a:gd name="connsiteY0" fmla="*/ 450 h 7274"/>
                <a:gd name="connsiteX1" fmla="*/ 450 w 7274"/>
                <a:gd name="connsiteY1" fmla="*/ 4725 h 7274"/>
                <a:gd name="connsiteX2" fmla="*/ 450 w 7274"/>
                <a:gd name="connsiteY2" fmla="*/ 6825 h 7274"/>
                <a:gd name="connsiteX3" fmla="*/ 1500 w 7274"/>
                <a:gd name="connsiteY3" fmla="*/ 7274 h 7274"/>
                <a:gd name="connsiteX4" fmla="*/ 2550 w 7274"/>
                <a:gd name="connsiteY4" fmla="*/ 6825 h 7274"/>
                <a:gd name="connsiteX5" fmla="*/ 6825 w 7274"/>
                <a:gd name="connsiteY5" fmla="*/ 2550 h 7274"/>
                <a:gd name="connsiteX6" fmla="*/ 6825 w 7274"/>
                <a:gd name="connsiteY6" fmla="*/ 450 h 7274"/>
                <a:gd name="connsiteX7" fmla="*/ 4725 w 7274"/>
                <a:gd name="connsiteY7" fmla="*/ 450 h 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 h="7274" extrusionOk="0">
                  <a:moveTo>
                    <a:pt x="4725" y="450"/>
                  </a:moveTo>
                  <a:lnTo>
                    <a:pt x="450" y="4725"/>
                  </a:lnTo>
                  <a:cubicBezTo>
                    <a:pt x="-150" y="5325"/>
                    <a:pt x="-150" y="6225"/>
                    <a:pt x="450" y="6825"/>
                  </a:cubicBezTo>
                  <a:cubicBezTo>
                    <a:pt x="750" y="7125"/>
                    <a:pt x="1125" y="7274"/>
                    <a:pt x="1500" y="7274"/>
                  </a:cubicBezTo>
                  <a:cubicBezTo>
                    <a:pt x="1875" y="7274"/>
                    <a:pt x="2250" y="7125"/>
                    <a:pt x="2550" y="6825"/>
                  </a:cubicBezTo>
                  <a:lnTo>
                    <a:pt x="6825" y="2550"/>
                  </a:lnTo>
                  <a:cubicBezTo>
                    <a:pt x="7424" y="1950"/>
                    <a:pt x="7424" y="1050"/>
                    <a:pt x="6825" y="450"/>
                  </a:cubicBezTo>
                  <a:cubicBezTo>
                    <a:pt x="6225" y="-150"/>
                    <a:pt x="5325" y="-150"/>
                    <a:pt x="4725" y="450"/>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31" name="Freeform: Shape 130"/>
            <p:cNvSpPr/>
            <p:nvPr/>
          </p:nvSpPr>
          <p:spPr bwMode="auto">
            <a:xfrm>
              <a:off x="4026045" y="569781"/>
              <a:ext cx="23998" cy="65920"/>
            </a:xfrm>
            <a:custGeom>
              <a:avLst/>
              <a:gdLst>
                <a:gd name="connsiteX0" fmla="*/ 3000 w 23998"/>
                <a:gd name="connsiteY0" fmla="*/ 22423 h 65920"/>
                <a:gd name="connsiteX1" fmla="*/ 3000 w 23998"/>
                <a:gd name="connsiteY1" fmla="*/ 53171 h 65920"/>
                <a:gd name="connsiteX2" fmla="*/ 750 w 23998"/>
                <a:gd name="connsiteY2" fmla="*/ 53171 h 65920"/>
                <a:gd name="connsiteX3" fmla="*/ 0 w 23998"/>
                <a:gd name="connsiteY3" fmla="*/ 65920 h 65920"/>
                <a:gd name="connsiteX4" fmla="*/ 10499 w 23998"/>
                <a:gd name="connsiteY4" fmla="*/ 65920 h 65920"/>
                <a:gd name="connsiteX5" fmla="*/ 9749 w 23998"/>
                <a:gd name="connsiteY5" fmla="*/ 53171 h 65920"/>
                <a:gd name="connsiteX6" fmla="*/ 7499 w 23998"/>
                <a:gd name="connsiteY6" fmla="*/ 53171 h 65920"/>
                <a:gd name="connsiteX7" fmla="*/ 7499 w 23998"/>
                <a:gd name="connsiteY7" fmla="*/ 22423 h 65920"/>
                <a:gd name="connsiteX8" fmla="*/ 23998 w 23998"/>
                <a:gd name="connsiteY8" fmla="*/ 4500 h 65920"/>
                <a:gd name="connsiteX9" fmla="*/ 23998 w 23998"/>
                <a:gd name="connsiteY9" fmla="*/ 0 h 65920"/>
                <a:gd name="connsiteX10" fmla="*/ 3000 w 23998"/>
                <a:gd name="connsiteY10" fmla="*/ 22423 h 6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98" h="65920" extrusionOk="0">
                  <a:moveTo>
                    <a:pt x="3000" y="22423"/>
                  </a:moveTo>
                  <a:lnTo>
                    <a:pt x="3000" y="53171"/>
                  </a:lnTo>
                  <a:lnTo>
                    <a:pt x="750" y="53171"/>
                  </a:lnTo>
                  <a:lnTo>
                    <a:pt x="0" y="65920"/>
                  </a:lnTo>
                  <a:lnTo>
                    <a:pt x="10499" y="65920"/>
                  </a:lnTo>
                  <a:lnTo>
                    <a:pt x="9749" y="53171"/>
                  </a:lnTo>
                  <a:lnTo>
                    <a:pt x="7499" y="53171"/>
                  </a:lnTo>
                  <a:lnTo>
                    <a:pt x="7499" y="22423"/>
                  </a:lnTo>
                  <a:cubicBezTo>
                    <a:pt x="7499" y="12974"/>
                    <a:pt x="14774" y="5250"/>
                    <a:pt x="23998" y="4500"/>
                  </a:cubicBezTo>
                  <a:lnTo>
                    <a:pt x="23998" y="0"/>
                  </a:lnTo>
                  <a:cubicBezTo>
                    <a:pt x="12299" y="750"/>
                    <a:pt x="3000" y="10499"/>
                    <a:pt x="3000" y="22423"/>
                  </a:cubicBezTo>
                </a:path>
              </a:pathLst>
            </a:custGeom>
            <a:solidFill>
              <a:srgbClr val="000000">
                <a:alpha val="50000"/>
              </a:srgbClr>
            </a:solidFill>
            <a:ln w="695" cap="flat">
              <a:noFill/>
              <a:prstDash val="solid"/>
              <a:miter/>
            </a:ln>
          </p:spPr>
          <p:txBody>
            <a:bodyPr rtlCol="0" anchor="ctr"/>
            <a:lstStyle/>
            <a:p>
              <a:pPr>
                <a:defRPr/>
              </a:pPr>
              <a:endParaRPr lang="en-IN"/>
            </a:p>
          </p:txBody>
        </p:sp>
        <p:sp>
          <p:nvSpPr>
            <p:cNvPr id="132" name="Freeform: Shape 131"/>
            <p:cNvSpPr/>
            <p:nvPr/>
          </p:nvSpPr>
          <p:spPr bwMode="auto">
            <a:xfrm rot="723675">
              <a:off x="10256673" y="99621"/>
              <a:ext cx="732961" cy="731527"/>
            </a:xfrm>
            <a:custGeom>
              <a:avLst/>
              <a:gdLst>
                <a:gd name="connsiteX0" fmla="*/ 603869 w 732961"/>
                <a:gd name="connsiteY0" fmla="*/ 129093 h 731527"/>
                <a:gd name="connsiteX1" fmla="*/ 589525 w 732961"/>
                <a:gd name="connsiteY1" fmla="*/ 0 h 731527"/>
                <a:gd name="connsiteX2" fmla="*/ 431745 w 732961"/>
                <a:gd name="connsiteY2" fmla="*/ 157780 h 731527"/>
                <a:gd name="connsiteX3" fmla="*/ 440351 w 732961"/>
                <a:gd name="connsiteY3" fmla="*/ 232368 h 731527"/>
                <a:gd name="connsiteX4" fmla="*/ 210852 w 732961"/>
                <a:gd name="connsiteY4" fmla="*/ 461866 h 731527"/>
                <a:gd name="connsiteX5" fmla="*/ 143437 w 732961"/>
                <a:gd name="connsiteY5" fmla="*/ 444654 h 731527"/>
                <a:gd name="connsiteX6" fmla="*/ 0 w 732961"/>
                <a:gd name="connsiteY6" fmla="*/ 588091 h 731527"/>
                <a:gd name="connsiteX7" fmla="*/ 143437 w 732961"/>
                <a:gd name="connsiteY7" fmla="*/ 731528 h 731527"/>
                <a:gd name="connsiteX8" fmla="*/ 286874 w 732961"/>
                <a:gd name="connsiteY8" fmla="*/ 588091 h 731527"/>
                <a:gd name="connsiteX9" fmla="*/ 271095 w 732961"/>
                <a:gd name="connsiteY9" fmla="*/ 522110 h 731527"/>
                <a:gd name="connsiteX10" fmla="*/ 500594 w 732961"/>
                <a:gd name="connsiteY10" fmla="*/ 292611 h 731527"/>
                <a:gd name="connsiteX11" fmla="*/ 575181 w 732961"/>
                <a:gd name="connsiteY11" fmla="*/ 301217 h 731527"/>
                <a:gd name="connsiteX12" fmla="*/ 732962 w 732961"/>
                <a:gd name="connsiteY12" fmla="*/ 143437 h 731527"/>
                <a:gd name="connsiteX13" fmla="*/ 603869 w 732961"/>
                <a:gd name="connsiteY13" fmla="*/ 129093 h 73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961" h="731527" extrusionOk="0">
                  <a:moveTo>
                    <a:pt x="603869" y="129093"/>
                  </a:moveTo>
                  <a:lnTo>
                    <a:pt x="589525" y="0"/>
                  </a:lnTo>
                  <a:lnTo>
                    <a:pt x="431745" y="157780"/>
                  </a:lnTo>
                  <a:lnTo>
                    <a:pt x="440351" y="232368"/>
                  </a:lnTo>
                  <a:lnTo>
                    <a:pt x="210852" y="461866"/>
                  </a:lnTo>
                  <a:cubicBezTo>
                    <a:pt x="190771" y="451826"/>
                    <a:pt x="167821" y="444654"/>
                    <a:pt x="143437" y="444654"/>
                  </a:cubicBezTo>
                  <a:cubicBezTo>
                    <a:pt x="64547" y="444654"/>
                    <a:pt x="0" y="509201"/>
                    <a:pt x="0" y="588091"/>
                  </a:cubicBezTo>
                  <a:cubicBezTo>
                    <a:pt x="0" y="666981"/>
                    <a:pt x="64547" y="731528"/>
                    <a:pt x="143437" y="731528"/>
                  </a:cubicBezTo>
                  <a:cubicBezTo>
                    <a:pt x="222327" y="731528"/>
                    <a:pt x="286874" y="666981"/>
                    <a:pt x="286874" y="588091"/>
                  </a:cubicBezTo>
                  <a:cubicBezTo>
                    <a:pt x="286874" y="563707"/>
                    <a:pt x="281136" y="542191"/>
                    <a:pt x="271095" y="522110"/>
                  </a:cubicBezTo>
                  <a:lnTo>
                    <a:pt x="500594" y="292611"/>
                  </a:lnTo>
                  <a:lnTo>
                    <a:pt x="575181" y="301217"/>
                  </a:lnTo>
                  <a:lnTo>
                    <a:pt x="732962" y="143437"/>
                  </a:lnTo>
                  <a:lnTo>
                    <a:pt x="603869" y="129093"/>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133" name="Freeform: Shape 132"/>
            <p:cNvSpPr/>
            <p:nvPr/>
          </p:nvSpPr>
          <p:spPr bwMode="auto">
            <a:xfrm rot="723675">
              <a:off x="9814920" y="91437"/>
              <a:ext cx="1090119" cy="1090119"/>
            </a:xfrm>
            <a:custGeom>
              <a:avLst/>
              <a:gdLst>
                <a:gd name="connsiteX0" fmla="*/ 1015532 w 1090119"/>
                <a:gd name="connsiteY0" fmla="*/ 298348 h 1090119"/>
                <a:gd name="connsiteX1" fmla="*/ 996886 w 1090119"/>
                <a:gd name="connsiteY1" fmla="*/ 318430 h 1090119"/>
                <a:gd name="connsiteX2" fmla="*/ 969633 w 1090119"/>
                <a:gd name="connsiteY2" fmla="*/ 315561 h 1090119"/>
                <a:gd name="connsiteX3" fmla="*/ 939511 w 1090119"/>
                <a:gd name="connsiteY3" fmla="*/ 311258 h 1090119"/>
                <a:gd name="connsiteX4" fmla="*/ 1004057 w 1090119"/>
                <a:gd name="connsiteY4" fmla="*/ 545060 h 1090119"/>
                <a:gd name="connsiteX5" fmla="*/ 545060 w 1090119"/>
                <a:gd name="connsiteY5" fmla="*/ 1004057 h 1090119"/>
                <a:gd name="connsiteX6" fmla="*/ 86062 w 1090119"/>
                <a:gd name="connsiteY6" fmla="*/ 545060 h 1090119"/>
                <a:gd name="connsiteX7" fmla="*/ 545060 w 1090119"/>
                <a:gd name="connsiteY7" fmla="*/ 86062 h 1090119"/>
                <a:gd name="connsiteX8" fmla="*/ 778862 w 1090119"/>
                <a:gd name="connsiteY8" fmla="*/ 150609 h 1090119"/>
                <a:gd name="connsiteX9" fmla="*/ 775993 w 1090119"/>
                <a:gd name="connsiteY9" fmla="*/ 121921 h 1090119"/>
                <a:gd name="connsiteX10" fmla="*/ 771690 w 1090119"/>
                <a:gd name="connsiteY10" fmla="*/ 93234 h 1090119"/>
                <a:gd name="connsiteX11" fmla="*/ 791771 w 1090119"/>
                <a:gd name="connsiteY11" fmla="*/ 73153 h 1090119"/>
                <a:gd name="connsiteX12" fmla="*/ 801812 w 1090119"/>
                <a:gd name="connsiteY12" fmla="*/ 63112 h 1090119"/>
                <a:gd name="connsiteX13" fmla="*/ 545060 w 1090119"/>
                <a:gd name="connsiteY13" fmla="*/ 0 h 1090119"/>
                <a:gd name="connsiteX14" fmla="*/ 0 w 1090119"/>
                <a:gd name="connsiteY14" fmla="*/ 545060 h 1090119"/>
                <a:gd name="connsiteX15" fmla="*/ 545060 w 1090119"/>
                <a:gd name="connsiteY15" fmla="*/ 1090120 h 1090119"/>
                <a:gd name="connsiteX16" fmla="*/ 1090120 w 1090119"/>
                <a:gd name="connsiteY16" fmla="*/ 545060 h 1090119"/>
                <a:gd name="connsiteX17" fmla="*/ 1025573 w 1090119"/>
                <a:gd name="connsiteY17" fmla="*/ 289742 h 1090119"/>
                <a:gd name="connsiteX18" fmla="*/ 1015532 w 1090119"/>
                <a:gd name="connsiteY18" fmla="*/ 298348 h 109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0119" h="1090119" extrusionOk="0">
                  <a:moveTo>
                    <a:pt x="1015532" y="298348"/>
                  </a:moveTo>
                  <a:lnTo>
                    <a:pt x="996886" y="318430"/>
                  </a:lnTo>
                  <a:lnTo>
                    <a:pt x="969633" y="315561"/>
                  </a:lnTo>
                  <a:lnTo>
                    <a:pt x="939511" y="311258"/>
                  </a:lnTo>
                  <a:cubicBezTo>
                    <a:pt x="979673" y="380107"/>
                    <a:pt x="1004057" y="458998"/>
                    <a:pt x="1004057" y="545060"/>
                  </a:cubicBezTo>
                  <a:cubicBezTo>
                    <a:pt x="1004057" y="797508"/>
                    <a:pt x="797508" y="1004057"/>
                    <a:pt x="545060" y="1004057"/>
                  </a:cubicBezTo>
                  <a:cubicBezTo>
                    <a:pt x="292611" y="1004057"/>
                    <a:pt x="86062" y="797508"/>
                    <a:pt x="86062" y="545060"/>
                  </a:cubicBezTo>
                  <a:cubicBezTo>
                    <a:pt x="86062" y="292611"/>
                    <a:pt x="292611" y="86062"/>
                    <a:pt x="545060" y="86062"/>
                  </a:cubicBezTo>
                  <a:cubicBezTo>
                    <a:pt x="629687" y="86062"/>
                    <a:pt x="710012" y="109012"/>
                    <a:pt x="778862" y="150609"/>
                  </a:cubicBezTo>
                  <a:lnTo>
                    <a:pt x="775993" y="121921"/>
                  </a:lnTo>
                  <a:lnTo>
                    <a:pt x="771690" y="93234"/>
                  </a:lnTo>
                  <a:lnTo>
                    <a:pt x="791771" y="73153"/>
                  </a:lnTo>
                  <a:lnTo>
                    <a:pt x="801812" y="63112"/>
                  </a:lnTo>
                  <a:cubicBezTo>
                    <a:pt x="724356" y="22950"/>
                    <a:pt x="638294" y="0"/>
                    <a:pt x="545060" y="0"/>
                  </a:cubicBezTo>
                  <a:cubicBezTo>
                    <a:pt x="243843" y="0"/>
                    <a:pt x="0" y="243843"/>
                    <a:pt x="0" y="545060"/>
                  </a:cubicBezTo>
                  <a:cubicBezTo>
                    <a:pt x="0" y="846277"/>
                    <a:pt x="243843" y="1090120"/>
                    <a:pt x="545060" y="1090120"/>
                  </a:cubicBezTo>
                  <a:cubicBezTo>
                    <a:pt x="846277" y="1090120"/>
                    <a:pt x="1090120" y="846277"/>
                    <a:pt x="1090120" y="545060"/>
                  </a:cubicBezTo>
                  <a:cubicBezTo>
                    <a:pt x="1090120" y="451826"/>
                    <a:pt x="1067170" y="365764"/>
                    <a:pt x="1025573" y="289742"/>
                  </a:cubicBezTo>
                  <a:lnTo>
                    <a:pt x="1015532" y="298348"/>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134" name="Freeform: Shape 133"/>
            <p:cNvSpPr/>
            <p:nvPr/>
          </p:nvSpPr>
          <p:spPr bwMode="auto">
            <a:xfrm rot="723675">
              <a:off x="10015731" y="292248"/>
              <a:ext cx="688496" cy="688496"/>
            </a:xfrm>
            <a:custGeom>
              <a:avLst/>
              <a:gdLst>
                <a:gd name="connsiteX0" fmla="*/ 583788 w 688496"/>
                <a:gd name="connsiteY0" fmla="*/ 246711 h 688496"/>
                <a:gd name="connsiteX1" fmla="*/ 602434 w 688496"/>
                <a:gd name="connsiteY1" fmla="*/ 344248 h 688496"/>
                <a:gd name="connsiteX2" fmla="*/ 344248 w 688496"/>
                <a:gd name="connsiteY2" fmla="*/ 602434 h 688496"/>
                <a:gd name="connsiteX3" fmla="*/ 86062 w 688496"/>
                <a:gd name="connsiteY3" fmla="*/ 344248 h 688496"/>
                <a:gd name="connsiteX4" fmla="*/ 344248 w 688496"/>
                <a:gd name="connsiteY4" fmla="*/ 86062 h 688496"/>
                <a:gd name="connsiteX5" fmla="*/ 441785 w 688496"/>
                <a:gd name="connsiteY5" fmla="*/ 104709 h 688496"/>
                <a:gd name="connsiteX6" fmla="*/ 506332 w 688496"/>
                <a:gd name="connsiteY6" fmla="*/ 40162 h 688496"/>
                <a:gd name="connsiteX7" fmla="*/ 344248 w 688496"/>
                <a:gd name="connsiteY7" fmla="*/ 0 h 688496"/>
                <a:gd name="connsiteX8" fmla="*/ 0 w 688496"/>
                <a:gd name="connsiteY8" fmla="*/ 344248 h 688496"/>
                <a:gd name="connsiteX9" fmla="*/ 344248 w 688496"/>
                <a:gd name="connsiteY9" fmla="*/ 688497 h 688496"/>
                <a:gd name="connsiteX10" fmla="*/ 688497 w 688496"/>
                <a:gd name="connsiteY10" fmla="*/ 344248 h 688496"/>
                <a:gd name="connsiteX11" fmla="*/ 648334 w 688496"/>
                <a:gd name="connsiteY11" fmla="*/ 182165 h 688496"/>
                <a:gd name="connsiteX12" fmla="*/ 583788 w 688496"/>
                <a:gd name="connsiteY12" fmla="*/ 246711 h 68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496" h="688496" extrusionOk="0">
                  <a:moveTo>
                    <a:pt x="583788" y="246711"/>
                  </a:moveTo>
                  <a:cubicBezTo>
                    <a:pt x="596697" y="276833"/>
                    <a:pt x="602434" y="309823"/>
                    <a:pt x="602434" y="344248"/>
                  </a:cubicBezTo>
                  <a:cubicBezTo>
                    <a:pt x="602434" y="486251"/>
                    <a:pt x="486251" y="602434"/>
                    <a:pt x="344248" y="602434"/>
                  </a:cubicBezTo>
                  <a:cubicBezTo>
                    <a:pt x="202246" y="602434"/>
                    <a:pt x="86062" y="486251"/>
                    <a:pt x="86062" y="344248"/>
                  </a:cubicBezTo>
                  <a:cubicBezTo>
                    <a:pt x="86062" y="202246"/>
                    <a:pt x="202246" y="86062"/>
                    <a:pt x="344248" y="86062"/>
                  </a:cubicBezTo>
                  <a:cubicBezTo>
                    <a:pt x="378673" y="86062"/>
                    <a:pt x="411664" y="93234"/>
                    <a:pt x="441785" y="104709"/>
                  </a:cubicBezTo>
                  <a:lnTo>
                    <a:pt x="506332" y="40162"/>
                  </a:lnTo>
                  <a:cubicBezTo>
                    <a:pt x="457563" y="14344"/>
                    <a:pt x="403057" y="0"/>
                    <a:pt x="344248" y="0"/>
                  </a:cubicBezTo>
                  <a:cubicBezTo>
                    <a:pt x="154912" y="0"/>
                    <a:pt x="0" y="154912"/>
                    <a:pt x="0" y="344248"/>
                  </a:cubicBezTo>
                  <a:cubicBezTo>
                    <a:pt x="0" y="533585"/>
                    <a:pt x="154912" y="688497"/>
                    <a:pt x="344248" y="688497"/>
                  </a:cubicBezTo>
                  <a:cubicBezTo>
                    <a:pt x="533585" y="688497"/>
                    <a:pt x="688497" y="533585"/>
                    <a:pt x="688497" y="344248"/>
                  </a:cubicBezTo>
                  <a:cubicBezTo>
                    <a:pt x="688497" y="285439"/>
                    <a:pt x="674153" y="230933"/>
                    <a:pt x="648334" y="182165"/>
                  </a:cubicBezTo>
                  <a:lnTo>
                    <a:pt x="583788" y="246711"/>
                  </a:lnTo>
                  <a:close/>
                </a:path>
              </a:pathLst>
            </a:custGeom>
            <a:solidFill>
              <a:srgbClr val="000000">
                <a:alpha val="5000"/>
              </a:srgbClr>
            </a:solidFill>
            <a:ln w="14288" cap="flat">
              <a:noFill/>
              <a:prstDash val="solid"/>
              <a:miter/>
            </a:ln>
          </p:spPr>
          <p:txBody>
            <a:bodyPr rtlCol="0" anchor="ctr"/>
            <a:lstStyle/>
            <a:p>
              <a:pPr>
                <a:defRPr/>
              </a:pPr>
              <a:endParaRPr lang="en-IN"/>
            </a:p>
          </p:txBody>
        </p:sp>
        <p:sp>
          <p:nvSpPr>
            <p:cNvPr id="135" name="Freeform: Shape 134"/>
            <p:cNvSpPr/>
            <p:nvPr/>
          </p:nvSpPr>
          <p:spPr bwMode="auto">
            <a:xfrm>
              <a:off x="961804" y="30376"/>
              <a:ext cx="12505" cy="3175"/>
            </a:xfrm>
            <a:custGeom>
              <a:avLst/>
              <a:gdLst>
                <a:gd name="connsiteX0" fmla="*/ 10918 w 12505"/>
                <a:gd name="connsiteY0" fmla="*/ 0 h 3176"/>
                <a:gd name="connsiteX1" fmla="*/ 1588 w 12505"/>
                <a:gd name="connsiteY1" fmla="*/ 0 h 3176"/>
                <a:gd name="connsiteX2" fmla="*/ 0 w 12505"/>
                <a:gd name="connsiteY2" fmla="*/ 1588 h 3176"/>
                <a:gd name="connsiteX3" fmla="*/ 1588 w 12505"/>
                <a:gd name="connsiteY3" fmla="*/ 3177 h 3176"/>
                <a:gd name="connsiteX4" fmla="*/ 10918 w 12505"/>
                <a:gd name="connsiteY4" fmla="*/ 3177 h 3176"/>
                <a:gd name="connsiteX5" fmla="*/ 12506 w 12505"/>
                <a:gd name="connsiteY5" fmla="*/ 1588 h 3176"/>
                <a:gd name="connsiteX6" fmla="*/ 10918 w 12505"/>
                <a:gd name="connsiteY6" fmla="*/ 0 h 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05" h="3176" extrusionOk="0">
                  <a:moveTo>
                    <a:pt x="10918" y="0"/>
                  </a:moveTo>
                  <a:lnTo>
                    <a:pt x="1588" y="0"/>
                  </a:lnTo>
                  <a:cubicBezTo>
                    <a:pt x="711" y="0"/>
                    <a:pt x="0" y="711"/>
                    <a:pt x="0" y="1588"/>
                  </a:cubicBezTo>
                  <a:cubicBezTo>
                    <a:pt x="0" y="2466"/>
                    <a:pt x="711" y="3177"/>
                    <a:pt x="1588" y="3177"/>
                  </a:cubicBezTo>
                  <a:lnTo>
                    <a:pt x="10918" y="3177"/>
                  </a:lnTo>
                  <a:cubicBezTo>
                    <a:pt x="11795" y="3177"/>
                    <a:pt x="12506" y="2466"/>
                    <a:pt x="12506" y="1588"/>
                  </a:cubicBezTo>
                  <a:cubicBezTo>
                    <a:pt x="12506" y="711"/>
                    <a:pt x="11795" y="0"/>
                    <a:pt x="10918" y="0"/>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36" name="Freeform: Shape 135"/>
            <p:cNvSpPr/>
            <p:nvPr/>
          </p:nvSpPr>
          <p:spPr bwMode="auto">
            <a:xfrm>
              <a:off x="964674" y="35617"/>
              <a:ext cx="6766" cy="3175"/>
            </a:xfrm>
            <a:custGeom>
              <a:avLst/>
              <a:gdLst>
                <a:gd name="connsiteX0" fmla="*/ 3378 w 6766"/>
                <a:gd name="connsiteY0" fmla="*/ 3177 h 3176"/>
                <a:gd name="connsiteX1" fmla="*/ 6767 w 6766"/>
                <a:gd name="connsiteY1" fmla="*/ 0 h 3176"/>
                <a:gd name="connsiteX2" fmla="*/ 0 w 6766"/>
                <a:gd name="connsiteY2" fmla="*/ 0 h 3176"/>
                <a:gd name="connsiteX3" fmla="*/ 3378 w 6766"/>
                <a:gd name="connsiteY3" fmla="*/ 3177 h 3176"/>
              </a:gdLst>
              <a:ahLst/>
              <a:cxnLst>
                <a:cxn ang="0">
                  <a:pos x="connsiteX0" y="connsiteY0"/>
                </a:cxn>
                <a:cxn ang="0">
                  <a:pos x="connsiteX1" y="connsiteY1"/>
                </a:cxn>
                <a:cxn ang="0">
                  <a:pos x="connsiteX2" y="connsiteY2"/>
                </a:cxn>
                <a:cxn ang="0">
                  <a:pos x="connsiteX3" y="connsiteY3"/>
                </a:cxn>
              </a:cxnLst>
              <a:rect l="l" t="t" r="r" b="b"/>
              <a:pathLst>
                <a:path w="6766" h="3176" extrusionOk="0">
                  <a:moveTo>
                    <a:pt x="3378" y="3177"/>
                  </a:moveTo>
                  <a:cubicBezTo>
                    <a:pt x="5168" y="3175"/>
                    <a:pt x="6649" y="1786"/>
                    <a:pt x="6767" y="0"/>
                  </a:cubicBezTo>
                  <a:lnTo>
                    <a:pt x="0" y="0"/>
                  </a:lnTo>
                  <a:cubicBezTo>
                    <a:pt x="112" y="1784"/>
                    <a:pt x="1590" y="3175"/>
                    <a:pt x="3378" y="3177"/>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37" name="Freeform: Shape 136"/>
            <p:cNvSpPr/>
            <p:nvPr/>
          </p:nvSpPr>
          <p:spPr bwMode="auto">
            <a:xfrm>
              <a:off x="954519" y="80"/>
              <a:ext cx="27076" cy="28178"/>
            </a:xfrm>
            <a:custGeom>
              <a:avLst/>
              <a:gdLst>
                <a:gd name="connsiteX0" fmla="*/ 13533 w 27076"/>
                <a:gd name="connsiteY0" fmla="*/ 0 h 28178"/>
                <a:gd name="connsiteX1" fmla="*/ 13533 w 27076"/>
                <a:gd name="connsiteY1" fmla="*/ 0 h 28178"/>
                <a:gd name="connsiteX2" fmla="*/ 0 w 27076"/>
                <a:gd name="connsiteY2" fmla="*/ 13385 h 28178"/>
                <a:gd name="connsiteX3" fmla="*/ 0 w 27076"/>
                <a:gd name="connsiteY3" fmla="*/ 13851 h 28178"/>
                <a:gd name="connsiteX4" fmla="*/ 942 w 27076"/>
                <a:gd name="connsiteY4" fmla="*/ 18595 h 28178"/>
                <a:gd name="connsiteX5" fmla="*/ 3293 w 27076"/>
                <a:gd name="connsiteY5" fmla="*/ 22449 h 28178"/>
                <a:gd name="connsiteX6" fmla="*/ 6470 w 27076"/>
                <a:gd name="connsiteY6" fmla="*/ 27596 h 28178"/>
                <a:gd name="connsiteX7" fmla="*/ 7402 w 27076"/>
                <a:gd name="connsiteY7" fmla="*/ 28178 h 28178"/>
                <a:gd name="connsiteX8" fmla="*/ 19685 w 27076"/>
                <a:gd name="connsiteY8" fmla="*/ 28178 h 28178"/>
                <a:gd name="connsiteX9" fmla="*/ 20617 w 27076"/>
                <a:gd name="connsiteY9" fmla="*/ 27596 h 28178"/>
                <a:gd name="connsiteX10" fmla="*/ 23794 w 27076"/>
                <a:gd name="connsiteY10" fmla="*/ 22449 h 28178"/>
                <a:gd name="connsiteX11" fmla="*/ 26134 w 27076"/>
                <a:gd name="connsiteY11" fmla="*/ 18595 h 28178"/>
                <a:gd name="connsiteX12" fmla="*/ 27077 w 27076"/>
                <a:gd name="connsiteY12" fmla="*/ 13904 h 28178"/>
                <a:gd name="connsiteX13" fmla="*/ 27077 w 27076"/>
                <a:gd name="connsiteY13" fmla="*/ 13438 h 28178"/>
                <a:gd name="connsiteX14" fmla="*/ 13533 w 27076"/>
                <a:gd name="connsiteY14" fmla="*/ 0 h 28178"/>
                <a:gd name="connsiteX15" fmla="*/ 23953 w 27076"/>
                <a:gd name="connsiteY15" fmla="*/ 13766 h 28178"/>
                <a:gd name="connsiteX16" fmla="*/ 23212 w 27076"/>
                <a:gd name="connsiteY16" fmla="*/ 17419 h 28178"/>
                <a:gd name="connsiteX17" fmla="*/ 21443 w 27076"/>
                <a:gd name="connsiteY17" fmla="*/ 20278 h 28178"/>
                <a:gd name="connsiteX18" fmla="*/ 18404 w 27076"/>
                <a:gd name="connsiteY18" fmla="*/ 24970 h 28178"/>
                <a:gd name="connsiteX19" fmla="*/ 8673 w 27076"/>
                <a:gd name="connsiteY19" fmla="*/ 24970 h 28178"/>
                <a:gd name="connsiteX20" fmla="*/ 5623 w 27076"/>
                <a:gd name="connsiteY20" fmla="*/ 20278 h 28178"/>
                <a:gd name="connsiteX21" fmla="*/ 3865 w 27076"/>
                <a:gd name="connsiteY21" fmla="*/ 17419 h 28178"/>
                <a:gd name="connsiteX22" fmla="*/ 3124 w 27076"/>
                <a:gd name="connsiteY22" fmla="*/ 13766 h 28178"/>
                <a:gd name="connsiteX23" fmla="*/ 3124 w 27076"/>
                <a:gd name="connsiteY23" fmla="*/ 13385 h 28178"/>
                <a:gd name="connsiteX24" fmla="*/ 13533 w 27076"/>
                <a:gd name="connsiteY24" fmla="*/ 3092 h 28178"/>
                <a:gd name="connsiteX25" fmla="*/ 13533 w 27076"/>
                <a:gd name="connsiteY25" fmla="*/ 3092 h 28178"/>
                <a:gd name="connsiteX26" fmla="*/ 23953 w 27076"/>
                <a:gd name="connsiteY26" fmla="*/ 13385 h 2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076" h="28178" extrusionOk="0">
                  <a:moveTo>
                    <a:pt x="13533" y="0"/>
                  </a:moveTo>
                  <a:lnTo>
                    <a:pt x="13533" y="0"/>
                  </a:lnTo>
                  <a:cubicBezTo>
                    <a:pt x="6138" y="51"/>
                    <a:pt x="132" y="5990"/>
                    <a:pt x="0" y="13385"/>
                  </a:cubicBezTo>
                  <a:lnTo>
                    <a:pt x="0" y="13851"/>
                  </a:lnTo>
                  <a:cubicBezTo>
                    <a:pt x="36" y="15475"/>
                    <a:pt x="355" y="17080"/>
                    <a:pt x="942" y="18595"/>
                  </a:cubicBezTo>
                  <a:cubicBezTo>
                    <a:pt x="1490" y="20010"/>
                    <a:pt x="2286" y="21315"/>
                    <a:pt x="3293" y="22449"/>
                  </a:cubicBezTo>
                  <a:cubicBezTo>
                    <a:pt x="4549" y="24035"/>
                    <a:pt x="5615" y="25762"/>
                    <a:pt x="6470" y="27596"/>
                  </a:cubicBezTo>
                  <a:cubicBezTo>
                    <a:pt x="6648" y="27948"/>
                    <a:pt x="7007" y="28173"/>
                    <a:pt x="7402" y="28178"/>
                  </a:cubicBezTo>
                  <a:lnTo>
                    <a:pt x="19685" y="28178"/>
                  </a:lnTo>
                  <a:cubicBezTo>
                    <a:pt x="20080" y="28173"/>
                    <a:pt x="20440" y="27948"/>
                    <a:pt x="20617" y="27596"/>
                  </a:cubicBezTo>
                  <a:cubicBezTo>
                    <a:pt x="21473" y="25763"/>
                    <a:pt x="22539" y="24036"/>
                    <a:pt x="23794" y="22449"/>
                  </a:cubicBezTo>
                  <a:cubicBezTo>
                    <a:pt x="24795" y="21312"/>
                    <a:pt x="25587" y="20007"/>
                    <a:pt x="26134" y="18595"/>
                  </a:cubicBezTo>
                  <a:cubicBezTo>
                    <a:pt x="26706" y="17094"/>
                    <a:pt x="27024" y="15509"/>
                    <a:pt x="27077" y="13904"/>
                  </a:cubicBezTo>
                  <a:lnTo>
                    <a:pt x="27077" y="13438"/>
                  </a:lnTo>
                  <a:cubicBezTo>
                    <a:pt x="26967" y="6021"/>
                    <a:pt x="20951" y="51"/>
                    <a:pt x="13533" y="0"/>
                  </a:cubicBezTo>
                  <a:close/>
                  <a:moveTo>
                    <a:pt x="23953" y="13766"/>
                  </a:moveTo>
                  <a:cubicBezTo>
                    <a:pt x="23909" y="15016"/>
                    <a:pt x="23659" y="16251"/>
                    <a:pt x="23212" y="17419"/>
                  </a:cubicBezTo>
                  <a:cubicBezTo>
                    <a:pt x="22794" y="18469"/>
                    <a:pt x="22196" y="19436"/>
                    <a:pt x="21443" y="20278"/>
                  </a:cubicBezTo>
                  <a:cubicBezTo>
                    <a:pt x="20254" y="21720"/>
                    <a:pt x="19234" y="23294"/>
                    <a:pt x="18404" y="24970"/>
                  </a:cubicBezTo>
                  <a:lnTo>
                    <a:pt x="8673" y="24970"/>
                  </a:lnTo>
                  <a:cubicBezTo>
                    <a:pt x="7839" y="23294"/>
                    <a:pt x="6816" y="21720"/>
                    <a:pt x="5623" y="20278"/>
                  </a:cubicBezTo>
                  <a:cubicBezTo>
                    <a:pt x="4874" y="19436"/>
                    <a:pt x="4279" y="18468"/>
                    <a:pt x="3865" y="17419"/>
                  </a:cubicBezTo>
                  <a:cubicBezTo>
                    <a:pt x="3418" y="16251"/>
                    <a:pt x="3168" y="15016"/>
                    <a:pt x="3124" y="13766"/>
                  </a:cubicBezTo>
                  <a:lnTo>
                    <a:pt x="3124" y="13385"/>
                  </a:lnTo>
                  <a:cubicBezTo>
                    <a:pt x="3222" y="7696"/>
                    <a:pt x="7843" y="3126"/>
                    <a:pt x="13533" y="3092"/>
                  </a:cubicBezTo>
                  <a:lnTo>
                    <a:pt x="13533" y="3092"/>
                  </a:lnTo>
                  <a:cubicBezTo>
                    <a:pt x="19225" y="3126"/>
                    <a:pt x="23850" y="7694"/>
                    <a:pt x="23953" y="13385"/>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38" name="Freeform: Shape 137"/>
            <p:cNvSpPr/>
            <p:nvPr/>
          </p:nvSpPr>
          <p:spPr bwMode="auto">
            <a:xfrm>
              <a:off x="962948" y="5967"/>
              <a:ext cx="11415" cy="15883"/>
            </a:xfrm>
            <a:custGeom>
              <a:avLst/>
              <a:gdLst>
                <a:gd name="connsiteX0" fmla="*/ 0 w 11415"/>
                <a:gd name="connsiteY0" fmla="*/ 10939 h 15883"/>
                <a:gd name="connsiteX1" fmla="*/ 5602 w 11415"/>
                <a:gd name="connsiteY1" fmla="*/ 0 h 15883"/>
                <a:gd name="connsiteX2" fmla="*/ 5602 w 11415"/>
                <a:gd name="connsiteY2" fmla="*/ 6332 h 15883"/>
                <a:gd name="connsiteX3" fmla="*/ 11415 w 11415"/>
                <a:gd name="connsiteY3" fmla="*/ 5178 h 15883"/>
                <a:gd name="connsiteX4" fmla="*/ 5602 w 11415"/>
                <a:gd name="connsiteY4" fmla="*/ 15884 h 15883"/>
                <a:gd name="connsiteX5" fmla="*/ 5602 w 11415"/>
                <a:gd name="connsiteY5" fmla="*/ 9668 h 15883"/>
                <a:gd name="connsiteX6" fmla="*/ 0 w 11415"/>
                <a:gd name="connsiteY6" fmla="*/ 10939 h 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5" h="15883" extrusionOk="0">
                  <a:moveTo>
                    <a:pt x="0" y="10939"/>
                  </a:moveTo>
                  <a:lnTo>
                    <a:pt x="5602" y="0"/>
                  </a:lnTo>
                  <a:lnTo>
                    <a:pt x="5602" y="6332"/>
                  </a:lnTo>
                  <a:lnTo>
                    <a:pt x="11415" y="5178"/>
                  </a:lnTo>
                  <a:lnTo>
                    <a:pt x="5602" y="15884"/>
                  </a:lnTo>
                  <a:lnTo>
                    <a:pt x="5602" y="9668"/>
                  </a:lnTo>
                  <a:lnTo>
                    <a:pt x="0" y="10939"/>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39" name="Freeform: Shape 138"/>
            <p:cNvSpPr/>
            <p:nvPr/>
          </p:nvSpPr>
          <p:spPr bwMode="auto">
            <a:xfrm>
              <a:off x="981755"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40" name="Freeform: Shape 139"/>
            <p:cNvSpPr/>
            <p:nvPr/>
          </p:nvSpPr>
          <p:spPr bwMode="auto">
            <a:xfrm>
              <a:off x="937808" y="37470"/>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41" name="Freeform: Shape 140"/>
            <p:cNvSpPr/>
            <p:nvPr/>
          </p:nvSpPr>
          <p:spPr bwMode="auto">
            <a:xfrm>
              <a:off x="976608" y="56182"/>
              <a:ext cx="29862" cy="16498"/>
            </a:xfrm>
            <a:custGeom>
              <a:avLst/>
              <a:gdLst>
                <a:gd name="connsiteX0" fmla="*/ 28210 w 29862"/>
                <a:gd name="connsiteY0" fmla="*/ 4903 h 16498"/>
                <a:gd name="connsiteX1" fmla="*/ 20162 w 29862"/>
                <a:gd name="connsiteY1" fmla="*/ 1059 h 16498"/>
                <a:gd name="connsiteX2" fmla="*/ 13385 w 29862"/>
                <a:gd name="connsiteY2" fmla="*/ 0 h 16498"/>
                <a:gd name="connsiteX3" fmla="*/ 6608 w 29862"/>
                <a:gd name="connsiteY3" fmla="*/ 1059 h 16498"/>
                <a:gd name="connsiteX4" fmla="*/ 381 w 29862"/>
                <a:gd name="connsiteY4" fmla="*/ 3727 h 16498"/>
                <a:gd name="connsiteX5" fmla="*/ 0 w 29862"/>
                <a:gd name="connsiteY5" fmla="*/ 4162 h 16498"/>
                <a:gd name="connsiteX6" fmla="*/ 8471 w 29862"/>
                <a:gd name="connsiteY6" fmla="*/ 8397 h 16498"/>
                <a:gd name="connsiteX7" fmla="*/ 11574 w 29862"/>
                <a:gd name="connsiteY7" fmla="*/ 14613 h 16498"/>
                <a:gd name="connsiteX8" fmla="*/ 11574 w 29862"/>
                <a:gd name="connsiteY8" fmla="*/ 16498 h 16498"/>
                <a:gd name="connsiteX9" fmla="*/ 29862 w 29862"/>
                <a:gd name="connsiteY9" fmla="*/ 16498 h 16498"/>
                <a:gd name="connsiteX10" fmla="*/ 29862 w 29862"/>
                <a:gd name="connsiteY10" fmla="*/ 8207 h 16498"/>
                <a:gd name="connsiteX11" fmla="*/ 28210 w 29862"/>
                <a:gd name="connsiteY11" fmla="*/ 4903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62" h="16498" extrusionOk="0">
                  <a:moveTo>
                    <a:pt x="28210" y="4903"/>
                  </a:moveTo>
                  <a:cubicBezTo>
                    <a:pt x="25837" y="3055"/>
                    <a:pt x="23091" y="1743"/>
                    <a:pt x="20162" y="1059"/>
                  </a:cubicBezTo>
                  <a:cubicBezTo>
                    <a:pt x="17958" y="416"/>
                    <a:pt x="15680" y="60"/>
                    <a:pt x="13385" y="0"/>
                  </a:cubicBezTo>
                  <a:cubicBezTo>
                    <a:pt x="11084" y="-5"/>
                    <a:pt x="8797" y="352"/>
                    <a:pt x="6608" y="1059"/>
                  </a:cubicBezTo>
                  <a:cubicBezTo>
                    <a:pt x="4414" y="1644"/>
                    <a:pt x="2317" y="2542"/>
                    <a:pt x="381" y="3727"/>
                  </a:cubicBezTo>
                  <a:cubicBezTo>
                    <a:pt x="254" y="3876"/>
                    <a:pt x="138" y="4024"/>
                    <a:pt x="0" y="4162"/>
                  </a:cubicBezTo>
                  <a:cubicBezTo>
                    <a:pt x="3080" y="4990"/>
                    <a:pt x="5961" y="6431"/>
                    <a:pt x="8471" y="8397"/>
                  </a:cubicBezTo>
                  <a:cubicBezTo>
                    <a:pt x="10453" y="9843"/>
                    <a:pt x="11609" y="12161"/>
                    <a:pt x="11574" y="14613"/>
                  </a:cubicBezTo>
                  <a:lnTo>
                    <a:pt x="11574" y="16498"/>
                  </a:lnTo>
                  <a:lnTo>
                    <a:pt x="29862" y="16498"/>
                  </a:lnTo>
                  <a:lnTo>
                    <a:pt x="29862" y="8207"/>
                  </a:lnTo>
                  <a:cubicBezTo>
                    <a:pt x="29894" y="6899"/>
                    <a:pt x="29275" y="5662"/>
                    <a:pt x="28210" y="4903"/>
                  </a:cubicBez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42" name="Freeform: Shape 141"/>
            <p:cNvSpPr/>
            <p:nvPr/>
          </p:nvSpPr>
          <p:spPr bwMode="auto">
            <a:xfrm>
              <a:off x="929571" y="56182"/>
              <a:ext cx="29861" cy="16498"/>
            </a:xfrm>
            <a:custGeom>
              <a:avLst/>
              <a:gdLst>
                <a:gd name="connsiteX0" fmla="*/ 18309 w 29861"/>
                <a:gd name="connsiteY0" fmla="*/ 14613 h 16498"/>
                <a:gd name="connsiteX1" fmla="*/ 21274 w 29861"/>
                <a:gd name="connsiteY1" fmla="*/ 8503 h 16498"/>
                <a:gd name="connsiteX2" fmla="*/ 21401 w 29861"/>
                <a:gd name="connsiteY2" fmla="*/ 8397 h 16498"/>
                <a:gd name="connsiteX3" fmla="*/ 21539 w 29861"/>
                <a:gd name="connsiteY3" fmla="*/ 8302 h 16498"/>
                <a:gd name="connsiteX4" fmla="*/ 29862 w 29861"/>
                <a:gd name="connsiteY4" fmla="*/ 4172 h 16498"/>
                <a:gd name="connsiteX5" fmla="*/ 29258 w 29861"/>
                <a:gd name="connsiteY5" fmla="*/ 3484 h 16498"/>
                <a:gd name="connsiteX6" fmla="*/ 23296 w 29861"/>
                <a:gd name="connsiteY6" fmla="*/ 1059 h 16498"/>
                <a:gd name="connsiteX7" fmla="*/ 16519 w 29861"/>
                <a:gd name="connsiteY7" fmla="*/ 0 h 16498"/>
                <a:gd name="connsiteX8" fmla="*/ 9742 w 29861"/>
                <a:gd name="connsiteY8" fmla="*/ 1059 h 16498"/>
                <a:gd name="connsiteX9" fmla="*/ 1694 w 29861"/>
                <a:gd name="connsiteY9" fmla="*/ 4903 h 16498"/>
                <a:gd name="connsiteX10" fmla="*/ 0 w 29861"/>
                <a:gd name="connsiteY10" fmla="*/ 8207 h 16498"/>
                <a:gd name="connsiteX11" fmla="*/ 0 w 29861"/>
                <a:gd name="connsiteY11" fmla="*/ 16498 h 16498"/>
                <a:gd name="connsiteX12" fmla="*/ 18309 w 29861"/>
                <a:gd name="connsiteY12" fmla="*/ 16498 h 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61" h="16498" extrusionOk="0">
                  <a:moveTo>
                    <a:pt x="18309" y="14613"/>
                  </a:moveTo>
                  <a:cubicBezTo>
                    <a:pt x="18311" y="12230"/>
                    <a:pt x="19403" y="9980"/>
                    <a:pt x="21274" y="8503"/>
                  </a:cubicBezTo>
                  <a:lnTo>
                    <a:pt x="21401" y="8397"/>
                  </a:lnTo>
                  <a:lnTo>
                    <a:pt x="21539" y="8302"/>
                  </a:lnTo>
                  <a:cubicBezTo>
                    <a:pt x="24078" y="6496"/>
                    <a:pt x="26887" y="5102"/>
                    <a:pt x="29862" y="4172"/>
                  </a:cubicBezTo>
                  <a:cubicBezTo>
                    <a:pt x="29650" y="3950"/>
                    <a:pt x="29459" y="3717"/>
                    <a:pt x="29258" y="3484"/>
                  </a:cubicBezTo>
                  <a:cubicBezTo>
                    <a:pt x="27397" y="2394"/>
                    <a:pt x="25389" y="1578"/>
                    <a:pt x="23296" y="1059"/>
                  </a:cubicBezTo>
                  <a:cubicBezTo>
                    <a:pt x="21092" y="415"/>
                    <a:pt x="18814" y="59"/>
                    <a:pt x="16519" y="0"/>
                  </a:cubicBezTo>
                  <a:cubicBezTo>
                    <a:pt x="14219" y="-4"/>
                    <a:pt x="11932" y="353"/>
                    <a:pt x="9742" y="1059"/>
                  </a:cubicBezTo>
                  <a:cubicBezTo>
                    <a:pt x="6854" y="1856"/>
                    <a:pt x="4129" y="3157"/>
                    <a:pt x="1694" y="4903"/>
                  </a:cubicBezTo>
                  <a:cubicBezTo>
                    <a:pt x="651" y="5685"/>
                    <a:pt x="26" y="6903"/>
                    <a:pt x="0" y="8207"/>
                  </a:cubicBezTo>
                  <a:lnTo>
                    <a:pt x="0" y="16498"/>
                  </a:lnTo>
                  <a:lnTo>
                    <a:pt x="18309" y="16498"/>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43" name="Freeform: Shape 142"/>
            <p:cNvSpPr/>
            <p:nvPr/>
          </p:nvSpPr>
          <p:spPr bwMode="auto">
            <a:xfrm>
              <a:off x="951543" y="62599"/>
              <a:ext cx="32955" cy="16434"/>
            </a:xfrm>
            <a:custGeom>
              <a:avLst/>
              <a:gdLst>
                <a:gd name="connsiteX0" fmla="*/ 0 w 32955"/>
                <a:gd name="connsiteY0" fmla="*/ 16435 h 16434"/>
                <a:gd name="connsiteX1" fmla="*/ 0 w 32955"/>
                <a:gd name="connsiteY1" fmla="*/ 8196 h 16434"/>
                <a:gd name="connsiteX2" fmla="*/ 1652 w 32955"/>
                <a:gd name="connsiteY2" fmla="*/ 4903 h 16434"/>
                <a:gd name="connsiteX3" fmla="*/ 9700 w 32955"/>
                <a:gd name="connsiteY3" fmla="*/ 1059 h 16434"/>
                <a:gd name="connsiteX4" fmla="*/ 16477 w 32955"/>
                <a:gd name="connsiteY4" fmla="*/ 0 h 16434"/>
                <a:gd name="connsiteX5" fmla="*/ 23254 w 32955"/>
                <a:gd name="connsiteY5" fmla="*/ 1059 h 16434"/>
                <a:gd name="connsiteX6" fmla="*/ 31312 w 32955"/>
                <a:gd name="connsiteY6" fmla="*/ 4903 h 16434"/>
                <a:gd name="connsiteX7" fmla="*/ 32954 w 32955"/>
                <a:gd name="connsiteY7" fmla="*/ 8196 h 16434"/>
                <a:gd name="connsiteX8" fmla="*/ 32954 w 32955"/>
                <a:gd name="connsiteY8" fmla="*/ 16435 h 1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55" h="16434" extrusionOk="0">
                  <a:moveTo>
                    <a:pt x="0" y="16435"/>
                  </a:moveTo>
                  <a:lnTo>
                    <a:pt x="0" y="8196"/>
                  </a:lnTo>
                  <a:cubicBezTo>
                    <a:pt x="5" y="6900"/>
                    <a:pt x="616" y="5682"/>
                    <a:pt x="1652" y="4903"/>
                  </a:cubicBezTo>
                  <a:cubicBezTo>
                    <a:pt x="4083" y="3150"/>
                    <a:pt x="6809" y="1848"/>
                    <a:pt x="9700" y="1059"/>
                  </a:cubicBezTo>
                  <a:cubicBezTo>
                    <a:pt x="11888" y="348"/>
                    <a:pt x="14176" y="-9"/>
                    <a:pt x="16477" y="0"/>
                  </a:cubicBezTo>
                  <a:cubicBezTo>
                    <a:pt x="18773" y="54"/>
                    <a:pt x="21051" y="410"/>
                    <a:pt x="23254" y="1059"/>
                  </a:cubicBezTo>
                  <a:cubicBezTo>
                    <a:pt x="26189" y="1736"/>
                    <a:pt x="28939" y="3049"/>
                    <a:pt x="31312" y="4903"/>
                  </a:cubicBezTo>
                  <a:cubicBezTo>
                    <a:pt x="32373" y="5660"/>
                    <a:pt x="32988" y="6894"/>
                    <a:pt x="32954" y="8196"/>
                  </a:cubicBezTo>
                  <a:lnTo>
                    <a:pt x="32954" y="16435"/>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44" name="Freeform: Shape 143"/>
            <p:cNvSpPr/>
            <p:nvPr/>
          </p:nvSpPr>
          <p:spPr bwMode="auto">
            <a:xfrm>
              <a:off x="959782" y="43877"/>
              <a:ext cx="16476" cy="16476"/>
            </a:xfrm>
            <a:custGeom>
              <a:avLst/>
              <a:gdLst>
                <a:gd name="connsiteX0" fmla="*/ 16477 w 16476"/>
                <a:gd name="connsiteY0" fmla="*/ 8238 h 16476"/>
                <a:gd name="connsiteX1" fmla="*/ 8238 w 16476"/>
                <a:gd name="connsiteY1" fmla="*/ 16477 h 16476"/>
                <a:gd name="connsiteX2" fmla="*/ 0 w 16476"/>
                <a:gd name="connsiteY2" fmla="*/ 8238 h 16476"/>
                <a:gd name="connsiteX3" fmla="*/ 8238 w 16476"/>
                <a:gd name="connsiteY3" fmla="*/ 0 h 16476"/>
                <a:gd name="connsiteX4" fmla="*/ 16477 w 16476"/>
                <a:gd name="connsiteY4" fmla="*/ 8238 h 16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 h="16476" extrusionOk="0">
                  <a:moveTo>
                    <a:pt x="16477" y="8238"/>
                  </a:moveTo>
                  <a:cubicBezTo>
                    <a:pt x="16477" y="12788"/>
                    <a:pt x="12788" y="16477"/>
                    <a:pt x="8238" y="16477"/>
                  </a:cubicBezTo>
                  <a:cubicBezTo>
                    <a:pt x="3688" y="16477"/>
                    <a:pt x="0" y="12788"/>
                    <a:pt x="0" y="8238"/>
                  </a:cubicBezTo>
                  <a:cubicBezTo>
                    <a:pt x="0" y="3688"/>
                    <a:pt x="3688" y="0"/>
                    <a:pt x="8238" y="0"/>
                  </a:cubicBezTo>
                  <a:cubicBezTo>
                    <a:pt x="12788" y="0"/>
                    <a:pt x="16477" y="3688"/>
                    <a:pt x="16477" y="8238"/>
                  </a:cubicBezTo>
                  <a:close/>
                </a:path>
              </a:pathLst>
            </a:custGeom>
            <a:solidFill>
              <a:srgbClr val="000000">
                <a:alpha val="50000"/>
              </a:srgbClr>
            </a:solidFill>
            <a:ln w="992" cap="flat">
              <a:noFill/>
              <a:prstDash val="solid"/>
              <a:miter/>
            </a:ln>
          </p:spPr>
          <p:txBody>
            <a:bodyPr rtlCol="0" anchor="ctr"/>
            <a:lstStyle/>
            <a:p>
              <a:pPr>
                <a:defRPr/>
              </a:pPr>
              <a:endParaRPr lang="en-IN"/>
            </a:p>
          </p:txBody>
        </p:sp>
        <p:grpSp>
          <p:nvGrpSpPr>
            <p:cNvPr id="145" name="Graphic 73" descr="Box"/>
            <p:cNvGrpSpPr/>
            <p:nvPr/>
          </p:nvGrpSpPr>
          <p:grpSpPr bwMode="auto">
            <a:xfrm>
              <a:off x="6281286" y="416153"/>
              <a:ext cx="57759" cy="68961"/>
              <a:chOff x="6281286" y="416153"/>
              <a:chExt cx="57759" cy="68961"/>
            </a:xfrm>
            <a:solidFill>
              <a:srgbClr val="000000">
                <a:alpha val="50000"/>
              </a:srgbClr>
            </a:solidFill>
          </p:grpSpPr>
          <p:sp>
            <p:nvSpPr>
              <p:cNvPr id="160" name="Freeform: Shape 159"/>
              <p:cNvSpPr/>
              <p:nvPr/>
            </p:nvSpPr>
            <p:spPr bwMode="auto">
              <a:xfrm>
                <a:off x="6281286" y="425692"/>
                <a:ext cx="42007" cy="25466"/>
              </a:xfrm>
              <a:custGeom>
                <a:avLst/>
                <a:gdLst>
                  <a:gd name="connsiteX0" fmla="*/ 13127 w 42007"/>
                  <a:gd name="connsiteY0" fmla="*/ 0 h 25466"/>
                  <a:gd name="connsiteX1" fmla="*/ 0 w 42007"/>
                  <a:gd name="connsiteY1" fmla="*/ 7964 h 25466"/>
                  <a:gd name="connsiteX2" fmla="*/ 28880 w 42007"/>
                  <a:gd name="connsiteY2" fmla="*/ 25467 h 25466"/>
                  <a:gd name="connsiteX3" fmla="*/ 42007 w 42007"/>
                  <a:gd name="connsiteY3" fmla="*/ 17503 h 25466"/>
                </a:gdLst>
                <a:ahLst/>
                <a:cxnLst>
                  <a:cxn ang="0">
                    <a:pos x="connsiteX0" y="connsiteY0"/>
                  </a:cxn>
                  <a:cxn ang="0">
                    <a:pos x="connsiteX1" y="connsiteY1"/>
                  </a:cxn>
                  <a:cxn ang="0">
                    <a:pos x="connsiteX2" y="connsiteY2"/>
                  </a:cxn>
                  <a:cxn ang="0">
                    <a:pos x="connsiteX3" y="connsiteY3"/>
                  </a:cxn>
                </a:cxnLst>
                <a:rect l="l" t="t" r="r" b="b"/>
                <a:pathLst>
                  <a:path w="42007" h="25466" extrusionOk="0">
                    <a:moveTo>
                      <a:pt x="13127" y="0"/>
                    </a:moveTo>
                    <a:lnTo>
                      <a:pt x="0" y="7964"/>
                    </a:lnTo>
                    <a:lnTo>
                      <a:pt x="28880" y="25467"/>
                    </a:lnTo>
                    <a:lnTo>
                      <a:pt x="42007" y="17503"/>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161" name="Freeform: Shape 160"/>
              <p:cNvSpPr/>
              <p:nvPr/>
            </p:nvSpPr>
            <p:spPr bwMode="auto">
              <a:xfrm>
                <a:off x="6297738" y="416153"/>
                <a:ext cx="41306" cy="25029"/>
              </a:xfrm>
              <a:custGeom>
                <a:avLst/>
                <a:gdLst>
                  <a:gd name="connsiteX0" fmla="*/ 41307 w 41306"/>
                  <a:gd name="connsiteY0" fmla="*/ 17503 h 25029"/>
                  <a:gd name="connsiteX1" fmla="*/ 12427 w 41306"/>
                  <a:gd name="connsiteY1" fmla="*/ 0 h 25029"/>
                  <a:gd name="connsiteX2" fmla="*/ 0 w 41306"/>
                  <a:gd name="connsiteY2" fmla="*/ 7526 h 25029"/>
                  <a:gd name="connsiteX3" fmla="*/ 28880 w 41306"/>
                  <a:gd name="connsiteY3" fmla="*/ 25029 h 25029"/>
                </a:gdLst>
                <a:ahLst/>
                <a:cxnLst>
                  <a:cxn ang="0">
                    <a:pos x="connsiteX0" y="connsiteY0"/>
                  </a:cxn>
                  <a:cxn ang="0">
                    <a:pos x="connsiteX1" y="connsiteY1"/>
                  </a:cxn>
                  <a:cxn ang="0">
                    <a:pos x="connsiteX2" y="connsiteY2"/>
                  </a:cxn>
                  <a:cxn ang="0">
                    <a:pos x="connsiteX3" y="connsiteY3"/>
                  </a:cxn>
                </a:cxnLst>
                <a:rect l="l" t="t" r="r" b="b"/>
                <a:pathLst>
                  <a:path w="41306" h="25029" extrusionOk="0">
                    <a:moveTo>
                      <a:pt x="41307" y="17503"/>
                    </a:moveTo>
                    <a:lnTo>
                      <a:pt x="12427" y="0"/>
                    </a:lnTo>
                    <a:lnTo>
                      <a:pt x="0" y="7526"/>
                    </a:lnTo>
                    <a:lnTo>
                      <a:pt x="28880" y="25029"/>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162" name="Freeform: Shape 161"/>
              <p:cNvSpPr/>
              <p:nvPr/>
            </p:nvSpPr>
            <p:spPr bwMode="auto">
              <a:xfrm>
                <a:off x="6281286" y="437769"/>
                <a:ext cx="27129" cy="47345"/>
              </a:xfrm>
              <a:custGeom>
                <a:avLst/>
                <a:gdLst>
                  <a:gd name="connsiteX0" fmla="*/ 0 w 27129"/>
                  <a:gd name="connsiteY0" fmla="*/ 2888 h 47345"/>
                  <a:gd name="connsiteX1" fmla="*/ 0 w 27129"/>
                  <a:gd name="connsiteY1" fmla="*/ 30893 h 47345"/>
                  <a:gd name="connsiteX2" fmla="*/ 27130 w 27129"/>
                  <a:gd name="connsiteY2" fmla="*/ 47345 h 47345"/>
                  <a:gd name="connsiteX3" fmla="*/ 27130 w 27129"/>
                  <a:gd name="connsiteY3" fmla="*/ 16453 h 47345"/>
                  <a:gd name="connsiteX4" fmla="*/ 0 w 27129"/>
                  <a:gd name="connsiteY4" fmla="*/ 0 h 4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29" h="47345" extrusionOk="0">
                    <a:moveTo>
                      <a:pt x="0" y="2888"/>
                    </a:moveTo>
                    <a:lnTo>
                      <a:pt x="0" y="30893"/>
                    </a:lnTo>
                    <a:lnTo>
                      <a:pt x="27130" y="47345"/>
                    </a:lnTo>
                    <a:lnTo>
                      <a:pt x="27130" y="16453"/>
                    </a:lnTo>
                    <a:lnTo>
                      <a:pt x="0" y="0"/>
                    </a:lnTo>
                    <a:close/>
                  </a:path>
                </a:pathLst>
              </a:custGeom>
              <a:solidFill>
                <a:srgbClr val="000000">
                  <a:alpha val="50000"/>
                </a:srgbClr>
              </a:solidFill>
              <a:ln w="794" cap="flat">
                <a:noFill/>
                <a:prstDash val="solid"/>
                <a:miter/>
              </a:ln>
            </p:spPr>
            <p:txBody>
              <a:bodyPr rtlCol="0" anchor="ctr"/>
              <a:lstStyle/>
              <a:p>
                <a:pPr>
                  <a:defRPr/>
                </a:pPr>
                <a:endParaRPr lang="en-IN"/>
              </a:p>
            </p:txBody>
          </p:sp>
          <p:sp>
            <p:nvSpPr>
              <p:cNvPr id="163" name="Freeform: Shape 162"/>
              <p:cNvSpPr/>
              <p:nvPr/>
            </p:nvSpPr>
            <p:spPr bwMode="auto">
              <a:xfrm>
                <a:off x="6311916" y="437769"/>
                <a:ext cx="27129" cy="47345"/>
              </a:xfrm>
              <a:custGeom>
                <a:avLst/>
                <a:gdLst>
                  <a:gd name="connsiteX0" fmla="*/ 9627 w 27129"/>
                  <a:gd name="connsiteY0" fmla="*/ 21266 h 47345"/>
                  <a:gd name="connsiteX1" fmla="*/ 3501 w 27129"/>
                  <a:gd name="connsiteY1" fmla="*/ 24767 h 47345"/>
                  <a:gd name="connsiteX2" fmla="*/ 3501 w 27129"/>
                  <a:gd name="connsiteY2" fmla="*/ 18641 h 47345"/>
                  <a:gd name="connsiteX3" fmla="*/ 9627 w 27129"/>
                  <a:gd name="connsiteY3" fmla="*/ 15140 h 47345"/>
                  <a:gd name="connsiteX4" fmla="*/ 9627 w 27129"/>
                  <a:gd name="connsiteY4" fmla="*/ 21266 h 47345"/>
                  <a:gd name="connsiteX5" fmla="*/ 0 w 27129"/>
                  <a:gd name="connsiteY5" fmla="*/ 16453 h 47345"/>
                  <a:gd name="connsiteX6" fmla="*/ 0 w 27129"/>
                  <a:gd name="connsiteY6" fmla="*/ 47345 h 47345"/>
                  <a:gd name="connsiteX7" fmla="*/ 27130 w 27129"/>
                  <a:gd name="connsiteY7" fmla="*/ 30893 h 47345"/>
                  <a:gd name="connsiteX8" fmla="*/ 27130 w 27129"/>
                  <a:gd name="connsiteY8" fmla="*/ 0 h 47345"/>
                  <a:gd name="connsiteX9" fmla="*/ 0 w 27129"/>
                  <a:gd name="connsiteY9" fmla="*/ 16453 h 4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29" h="47345" extrusionOk="0">
                    <a:moveTo>
                      <a:pt x="9627" y="21266"/>
                    </a:moveTo>
                    <a:lnTo>
                      <a:pt x="3501" y="24767"/>
                    </a:lnTo>
                    <a:lnTo>
                      <a:pt x="3501" y="18641"/>
                    </a:lnTo>
                    <a:lnTo>
                      <a:pt x="9627" y="15140"/>
                    </a:lnTo>
                    <a:lnTo>
                      <a:pt x="9627" y="21266"/>
                    </a:lnTo>
                    <a:close/>
                    <a:moveTo>
                      <a:pt x="0" y="16453"/>
                    </a:moveTo>
                    <a:lnTo>
                      <a:pt x="0" y="47345"/>
                    </a:lnTo>
                    <a:lnTo>
                      <a:pt x="27130" y="30893"/>
                    </a:lnTo>
                    <a:lnTo>
                      <a:pt x="27130" y="0"/>
                    </a:lnTo>
                    <a:lnTo>
                      <a:pt x="0" y="16453"/>
                    </a:lnTo>
                    <a:close/>
                  </a:path>
                </a:pathLst>
              </a:custGeom>
              <a:solidFill>
                <a:srgbClr val="000000">
                  <a:alpha val="50000"/>
                </a:srgbClr>
              </a:solidFill>
              <a:ln w="794" cap="flat">
                <a:noFill/>
                <a:prstDash val="solid"/>
                <a:miter/>
              </a:ln>
            </p:spPr>
            <p:txBody>
              <a:bodyPr rtlCol="0" anchor="ctr"/>
              <a:lstStyle/>
              <a:p>
                <a:pPr>
                  <a:defRPr/>
                </a:pPr>
                <a:endParaRPr lang="en-IN"/>
              </a:p>
            </p:txBody>
          </p:sp>
        </p:grpSp>
        <p:sp>
          <p:nvSpPr>
            <p:cNvPr id="146" name="Freeform: Shape 145"/>
            <p:cNvSpPr/>
            <p:nvPr/>
          </p:nvSpPr>
          <p:spPr bwMode="auto">
            <a:xfrm>
              <a:off x="9403756" y="104128"/>
              <a:ext cx="77012" cy="13477"/>
            </a:xfrm>
            <a:custGeom>
              <a:avLst/>
              <a:gdLst>
                <a:gd name="connsiteX0" fmla="*/ 38506 w 77012"/>
                <a:gd name="connsiteY0" fmla="*/ 3851 h 13477"/>
                <a:gd name="connsiteX1" fmla="*/ 41394 w 77012"/>
                <a:gd name="connsiteY1" fmla="*/ 6739 h 13477"/>
                <a:gd name="connsiteX2" fmla="*/ 38506 w 77012"/>
                <a:gd name="connsiteY2" fmla="*/ 9627 h 13477"/>
                <a:gd name="connsiteX3" fmla="*/ 35618 w 77012"/>
                <a:gd name="connsiteY3" fmla="*/ 6739 h 13477"/>
                <a:gd name="connsiteX4" fmla="*/ 38506 w 77012"/>
                <a:gd name="connsiteY4" fmla="*/ 3851 h 13477"/>
                <a:gd name="connsiteX5" fmla="*/ 0 w 77012"/>
                <a:gd name="connsiteY5" fmla="*/ 13477 h 13477"/>
                <a:gd name="connsiteX6" fmla="*/ 77013 w 77012"/>
                <a:gd name="connsiteY6" fmla="*/ 13477 h 13477"/>
                <a:gd name="connsiteX7" fmla="*/ 77013 w 77012"/>
                <a:gd name="connsiteY7" fmla="*/ 0 h 13477"/>
                <a:gd name="connsiteX8" fmla="*/ 0 w 77012"/>
                <a:gd name="connsiteY8" fmla="*/ 0 h 13477"/>
                <a:gd name="connsiteX9" fmla="*/ 0 w 77012"/>
                <a:gd name="connsiteY9" fmla="*/ 13477 h 1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012" h="13477" extrusionOk="0">
                  <a:moveTo>
                    <a:pt x="38506" y="3851"/>
                  </a:moveTo>
                  <a:cubicBezTo>
                    <a:pt x="40143" y="3851"/>
                    <a:pt x="41394" y="5102"/>
                    <a:pt x="41394" y="6739"/>
                  </a:cubicBezTo>
                  <a:cubicBezTo>
                    <a:pt x="41394" y="8375"/>
                    <a:pt x="40143" y="9627"/>
                    <a:pt x="38506" y="9627"/>
                  </a:cubicBezTo>
                  <a:cubicBezTo>
                    <a:pt x="36870" y="9627"/>
                    <a:pt x="35618" y="8375"/>
                    <a:pt x="35618" y="6739"/>
                  </a:cubicBezTo>
                  <a:cubicBezTo>
                    <a:pt x="35618" y="5102"/>
                    <a:pt x="36870" y="3851"/>
                    <a:pt x="38506" y="3851"/>
                  </a:cubicBezTo>
                  <a:close/>
                  <a:moveTo>
                    <a:pt x="0" y="13477"/>
                  </a:moveTo>
                  <a:lnTo>
                    <a:pt x="77013" y="13477"/>
                  </a:lnTo>
                  <a:lnTo>
                    <a:pt x="77013" y="0"/>
                  </a:lnTo>
                  <a:lnTo>
                    <a:pt x="0" y="0"/>
                  </a:lnTo>
                  <a:lnTo>
                    <a:pt x="0" y="13477"/>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47" name="Freeform: Shape 146"/>
            <p:cNvSpPr/>
            <p:nvPr/>
          </p:nvSpPr>
          <p:spPr bwMode="auto">
            <a:xfrm>
              <a:off x="9423009" y="71398"/>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48" name="Freeform: Shape 147"/>
            <p:cNvSpPr/>
            <p:nvPr/>
          </p:nvSpPr>
          <p:spPr bwMode="auto">
            <a:xfrm>
              <a:off x="9423009" y="63697"/>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49" name="Freeform: Shape 148"/>
            <p:cNvSpPr/>
            <p:nvPr/>
          </p:nvSpPr>
          <p:spPr bwMode="auto">
            <a:xfrm>
              <a:off x="9423009" y="55995"/>
              <a:ext cx="9626" cy="3850"/>
            </a:xfrm>
            <a:custGeom>
              <a:avLst/>
              <a:gdLst>
                <a:gd name="connsiteX0" fmla="*/ 0 w 9626"/>
                <a:gd name="connsiteY0" fmla="*/ 0 h 3850"/>
                <a:gd name="connsiteX1" fmla="*/ 9627 w 9626"/>
                <a:gd name="connsiteY1" fmla="*/ 0 h 3850"/>
                <a:gd name="connsiteX2" fmla="*/ 9627 w 9626"/>
                <a:gd name="connsiteY2" fmla="*/ 3851 h 3850"/>
                <a:gd name="connsiteX3" fmla="*/ 0 w 9626"/>
                <a:gd name="connsiteY3" fmla="*/ 3851 h 3850"/>
              </a:gdLst>
              <a:ahLst/>
              <a:cxnLst>
                <a:cxn ang="0">
                  <a:pos x="connsiteX0" y="connsiteY0"/>
                </a:cxn>
                <a:cxn ang="0">
                  <a:pos x="connsiteX1" y="connsiteY1"/>
                </a:cxn>
                <a:cxn ang="0">
                  <a:pos x="connsiteX2" y="connsiteY2"/>
                </a:cxn>
                <a:cxn ang="0">
                  <a:pos x="connsiteX3" y="connsiteY3"/>
                </a:cxn>
              </a:cxnLst>
              <a:rect l="l" t="t" r="r" b="b"/>
              <a:pathLst>
                <a:path w="9626" h="3850" extrusionOk="0">
                  <a:moveTo>
                    <a:pt x="0" y="0"/>
                  </a:moveTo>
                  <a:lnTo>
                    <a:pt x="9627" y="0"/>
                  </a:lnTo>
                  <a:lnTo>
                    <a:pt x="9627" y="3851"/>
                  </a:lnTo>
                  <a:lnTo>
                    <a:pt x="0" y="385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50" name="Freeform: Shape 149"/>
            <p:cNvSpPr/>
            <p:nvPr/>
          </p:nvSpPr>
          <p:spPr bwMode="auto">
            <a:xfrm>
              <a:off x="9403756" y="48294"/>
              <a:ext cx="77012" cy="51983"/>
            </a:xfrm>
            <a:custGeom>
              <a:avLst/>
              <a:gdLst>
                <a:gd name="connsiteX0" fmla="*/ 65461 w 77012"/>
                <a:gd name="connsiteY0" fmla="*/ 30805 h 51983"/>
                <a:gd name="connsiteX1" fmla="*/ 42357 w 77012"/>
                <a:gd name="connsiteY1" fmla="*/ 30805 h 51983"/>
                <a:gd name="connsiteX2" fmla="*/ 42357 w 77012"/>
                <a:gd name="connsiteY2" fmla="*/ 21178 h 51983"/>
                <a:gd name="connsiteX3" fmla="*/ 65461 w 77012"/>
                <a:gd name="connsiteY3" fmla="*/ 21178 h 51983"/>
                <a:gd name="connsiteX4" fmla="*/ 65461 w 77012"/>
                <a:gd name="connsiteY4" fmla="*/ 30805 h 51983"/>
                <a:gd name="connsiteX5" fmla="*/ 32730 w 77012"/>
                <a:gd name="connsiteY5" fmla="*/ 30805 h 51983"/>
                <a:gd name="connsiteX6" fmla="*/ 15403 w 77012"/>
                <a:gd name="connsiteY6" fmla="*/ 30805 h 51983"/>
                <a:gd name="connsiteX7" fmla="*/ 15403 w 77012"/>
                <a:gd name="connsiteY7" fmla="*/ 3851 h 51983"/>
                <a:gd name="connsiteX8" fmla="*/ 32730 w 77012"/>
                <a:gd name="connsiteY8" fmla="*/ 3851 h 51983"/>
                <a:gd name="connsiteX9" fmla="*/ 32730 w 77012"/>
                <a:gd name="connsiteY9" fmla="*/ 30805 h 51983"/>
                <a:gd name="connsiteX10" fmla="*/ 71237 w 77012"/>
                <a:gd name="connsiteY10" fmla="*/ 30805 h 51983"/>
                <a:gd name="connsiteX11" fmla="*/ 71237 w 77012"/>
                <a:gd name="connsiteY11" fmla="*/ 19253 h 51983"/>
                <a:gd name="connsiteX12" fmla="*/ 67386 w 77012"/>
                <a:gd name="connsiteY12" fmla="*/ 15403 h 51983"/>
                <a:gd name="connsiteX13" fmla="*/ 36581 w 77012"/>
                <a:gd name="connsiteY13" fmla="*/ 15403 h 51983"/>
                <a:gd name="connsiteX14" fmla="*/ 36581 w 77012"/>
                <a:gd name="connsiteY14" fmla="*/ 1925 h 51983"/>
                <a:gd name="connsiteX15" fmla="*/ 34656 w 77012"/>
                <a:gd name="connsiteY15" fmla="*/ 0 h 51983"/>
                <a:gd name="connsiteX16" fmla="*/ 13477 w 77012"/>
                <a:gd name="connsiteY16" fmla="*/ 0 h 51983"/>
                <a:gd name="connsiteX17" fmla="*/ 11552 w 77012"/>
                <a:gd name="connsiteY17" fmla="*/ 1925 h 51983"/>
                <a:gd name="connsiteX18" fmla="*/ 11552 w 77012"/>
                <a:gd name="connsiteY18" fmla="*/ 15403 h 51983"/>
                <a:gd name="connsiteX19" fmla="*/ 9627 w 77012"/>
                <a:gd name="connsiteY19" fmla="*/ 15403 h 51983"/>
                <a:gd name="connsiteX20" fmla="*/ 5776 w 77012"/>
                <a:gd name="connsiteY20" fmla="*/ 19253 h 51983"/>
                <a:gd name="connsiteX21" fmla="*/ 5776 w 77012"/>
                <a:gd name="connsiteY21" fmla="*/ 30805 h 51983"/>
                <a:gd name="connsiteX22" fmla="*/ 0 w 77012"/>
                <a:gd name="connsiteY22" fmla="*/ 44282 h 51983"/>
                <a:gd name="connsiteX23" fmla="*/ 0 w 77012"/>
                <a:gd name="connsiteY23" fmla="*/ 51983 h 51983"/>
                <a:gd name="connsiteX24" fmla="*/ 77013 w 77012"/>
                <a:gd name="connsiteY24" fmla="*/ 51983 h 51983"/>
                <a:gd name="connsiteX25" fmla="*/ 77013 w 77012"/>
                <a:gd name="connsiteY25" fmla="*/ 44282 h 51983"/>
                <a:gd name="connsiteX26" fmla="*/ 71237 w 77012"/>
                <a:gd name="connsiteY26" fmla="*/ 30805 h 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012" h="51983" extrusionOk="0">
                  <a:moveTo>
                    <a:pt x="65461" y="30805"/>
                  </a:moveTo>
                  <a:lnTo>
                    <a:pt x="42357" y="30805"/>
                  </a:lnTo>
                  <a:lnTo>
                    <a:pt x="42357" y="21178"/>
                  </a:lnTo>
                  <a:lnTo>
                    <a:pt x="65461" y="21178"/>
                  </a:lnTo>
                  <a:lnTo>
                    <a:pt x="65461" y="30805"/>
                  </a:lnTo>
                  <a:close/>
                  <a:moveTo>
                    <a:pt x="32730" y="30805"/>
                  </a:moveTo>
                  <a:lnTo>
                    <a:pt x="15403" y="30805"/>
                  </a:lnTo>
                  <a:lnTo>
                    <a:pt x="15403" y="3851"/>
                  </a:lnTo>
                  <a:lnTo>
                    <a:pt x="32730" y="3851"/>
                  </a:lnTo>
                  <a:lnTo>
                    <a:pt x="32730" y="30805"/>
                  </a:lnTo>
                  <a:close/>
                  <a:moveTo>
                    <a:pt x="71237" y="30805"/>
                  </a:moveTo>
                  <a:lnTo>
                    <a:pt x="71237" y="19253"/>
                  </a:lnTo>
                  <a:cubicBezTo>
                    <a:pt x="71237" y="17135"/>
                    <a:pt x="69504" y="15403"/>
                    <a:pt x="67386" y="15403"/>
                  </a:cubicBezTo>
                  <a:lnTo>
                    <a:pt x="36581" y="15403"/>
                  </a:lnTo>
                  <a:lnTo>
                    <a:pt x="36581" y="1925"/>
                  </a:lnTo>
                  <a:cubicBezTo>
                    <a:pt x="36581" y="866"/>
                    <a:pt x="35715" y="0"/>
                    <a:pt x="34656" y="0"/>
                  </a:cubicBezTo>
                  <a:lnTo>
                    <a:pt x="13477" y="0"/>
                  </a:lnTo>
                  <a:cubicBezTo>
                    <a:pt x="12418" y="0"/>
                    <a:pt x="11552" y="866"/>
                    <a:pt x="11552" y="1925"/>
                  </a:cubicBezTo>
                  <a:lnTo>
                    <a:pt x="11552" y="15403"/>
                  </a:lnTo>
                  <a:lnTo>
                    <a:pt x="9627" y="15403"/>
                  </a:lnTo>
                  <a:cubicBezTo>
                    <a:pt x="7509" y="15403"/>
                    <a:pt x="5776" y="17135"/>
                    <a:pt x="5776" y="19253"/>
                  </a:cubicBezTo>
                  <a:lnTo>
                    <a:pt x="5776" y="30805"/>
                  </a:lnTo>
                  <a:lnTo>
                    <a:pt x="0" y="44282"/>
                  </a:lnTo>
                  <a:lnTo>
                    <a:pt x="0" y="51983"/>
                  </a:lnTo>
                  <a:lnTo>
                    <a:pt x="77013" y="51983"/>
                  </a:lnTo>
                  <a:lnTo>
                    <a:pt x="77013" y="44282"/>
                  </a:lnTo>
                  <a:lnTo>
                    <a:pt x="71237" y="30805"/>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51" name="Graphic 77" descr="Dollar"/>
            <p:cNvSpPr/>
            <p:nvPr/>
          </p:nvSpPr>
          <p:spPr bwMode="auto">
            <a:xfrm>
              <a:off x="6458419" y="619903"/>
              <a:ext cx="38389" cy="82788"/>
            </a:xfrm>
            <a:custGeom>
              <a:avLst/>
              <a:gdLst>
                <a:gd name="connsiteX0" fmla="*/ 33154 w 38389"/>
                <a:gd name="connsiteY0" fmla="*/ 43320 h 82788"/>
                <a:gd name="connsiteX1" fmla="*/ 21669 w 38389"/>
                <a:gd name="connsiteY1" fmla="*/ 37996 h 82788"/>
                <a:gd name="connsiteX2" fmla="*/ 21669 w 38389"/>
                <a:gd name="connsiteY2" fmla="*/ 14719 h 82788"/>
                <a:gd name="connsiteX3" fmla="*/ 31931 w 38389"/>
                <a:gd name="connsiteY3" fmla="*/ 19600 h 82788"/>
                <a:gd name="connsiteX4" fmla="*/ 36552 w 38389"/>
                <a:gd name="connsiteY4" fmla="*/ 15171 h 82788"/>
                <a:gd name="connsiteX5" fmla="*/ 21669 w 38389"/>
                <a:gd name="connsiteY5" fmla="*/ 8365 h 82788"/>
                <a:gd name="connsiteX6" fmla="*/ 21669 w 38389"/>
                <a:gd name="connsiteY6" fmla="*/ 0 h 82788"/>
                <a:gd name="connsiteX7" fmla="*/ 15893 w 38389"/>
                <a:gd name="connsiteY7" fmla="*/ 0 h 82788"/>
                <a:gd name="connsiteX8" fmla="*/ 15893 w 38389"/>
                <a:gd name="connsiteY8" fmla="*/ 8731 h 82788"/>
                <a:gd name="connsiteX9" fmla="*/ 10233 w 38389"/>
                <a:gd name="connsiteY9" fmla="*/ 10753 h 82788"/>
                <a:gd name="connsiteX10" fmla="*/ 2204 w 38389"/>
                <a:gd name="connsiteY10" fmla="*/ 31931 h 82788"/>
                <a:gd name="connsiteX11" fmla="*/ 15893 w 38389"/>
                <a:gd name="connsiteY11" fmla="*/ 42732 h 82788"/>
                <a:gd name="connsiteX12" fmla="*/ 15893 w 38389"/>
                <a:gd name="connsiteY12" fmla="*/ 67935 h 82788"/>
                <a:gd name="connsiteX13" fmla="*/ 4621 w 38389"/>
                <a:gd name="connsiteY13" fmla="*/ 61610 h 82788"/>
                <a:gd name="connsiteX14" fmla="*/ 0 w 38389"/>
                <a:gd name="connsiteY14" fmla="*/ 66029 h 82788"/>
                <a:gd name="connsiteX15" fmla="*/ 7749 w 38389"/>
                <a:gd name="connsiteY15" fmla="*/ 72199 h 82788"/>
                <a:gd name="connsiteX16" fmla="*/ 15893 w 38389"/>
                <a:gd name="connsiteY16" fmla="*/ 74346 h 82788"/>
                <a:gd name="connsiteX17" fmla="*/ 15893 w 38389"/>
                <a:gd name="connsiteY17" fmla="*/ 82788 h 82788"/>
                <a:gd name="connsiteX18" fmla="*/ 21669 w 38389"/>
                <a:gd name="connsiteY18" fmla="*/ 82788 h 82788"/>
                <a:gd name="connsiteX19" fmla="*/ 21669 w 38389"/>
                <a:gd name="connsiteY19" fmla="*/ 74125 h 82788"/>
                <a:gd name="connsiteX20" fmla="*/ 36995 w 38389"/>
                <a:gd name="connsiteY20" fmla="*/ 62573 h 82788"/>
                <a:gd name="connsiteX21" fmla="*/ 33154 w 38389"/>
                <a:gd name="connsiteY21" fmla="*/ 43320 h 82788"/>
                <a:gd name="connsiteX22" fmla="*/ 11080 w 38389"/>
                <a:gd name="connsiteY22" fmla="*/ 33433 h 82788"/>
                <a:gd name="connsiteX23" fmla="*/ 12688 w 38389"/>
                <a:gd name="connsiteY23" fmla="*/ 16741 h 82788"/>
                <a:gd name="connsiteX24" fmla="*/ 15893 w 38389"/>
                <a:gd name="connsiteY24" fmla="*/ 15268 h 82788"/>
                <a:gd name="connsiteX25" fmla="*/ 15893 w 38389"/>
                <a:gd name="connsiteY25" fmla="*/ 36148 h 82788"/>
                <a:gd name="connsiteX26" fmla="*/ 11080 w 38389"/>
                <a:gd name="connsiteY26" fmla="*/ 33433 h 82788"/>
                <a:gd name="connsiteX27" fmla="*/ 28495 w 38389"/>
                <a:gd name="connsiteY27" fmla="*/ 64065 h 82788"/>
                <a:gd name="connsiteX28" fmla="*/ 21669 w 38389"/>
                <a:gd name="connsiteY28" fmla="*/ 67675 h 82788"/>
                <a:gd name="connsiteX29" fmla="*/ 21669 w 38389"/>
                <a:gd name="connsiteY29" fmla="*/ 44677 h 82788"/>
                <a:gd name="connsiteX30" fmla="*/ 31508 w 38389"/>
                <a:gd name="connsiteY30" fmla="*/ 51772 h 82788"/>
                <a:gd name="connsiteX31" fmla="*/ 28495 w 38389"/>
                <a:gd name="connsiteY31" fmla="*/ 64065 h 8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389" h="82788" extrusionOk="0">
                  <a:moveTo>
                    <a:pt x="33154" y="43320"/>
                  </a:moveTo>
                  <a:cubicBezTo>
                    <a:pt x="29900" y="40547"/>
                    <a:pt x="25674" y="39247"/>
                    <a:pt x="21669" y="37996"/>
                  </a:cubicBezTo>
                  <a:lnTo>
                    <a:pt x="21669" y="14719"/>
                  </a:lnTo>
                  <a:cubicBezTo>
                    <a:pt x="25558" y="15088"/>
                    <a:pt x="29191" y="16817"/>
                    <a:pt x="31931" y="19600"/>
                  </a:cubicBezTo>
                  <a:lnTo>
                    <a:pt x="36552" y="15171"/>
                  </a:lnTo>
                  <a:cubicBezTo>
                    <a:pt x="32598" y="11149"/>
                    <a:pt x="27299" y="8726"/>
                    <a:pt x="21669" y="8365"/>
                  </a:cubicBezTo>
                  <a:lnTo>
                    <a:pt x="21669" y="0"/>
                  </a:lnTo>
                  <a:lnTo>
                    <a:pt x="15893" y="0"/>
                  </a:lnTo>
                  <a:lnTo>
                    <a:pt x="15893" y="8731"/>
                  </a:lnTo>
                  <a:cubicBezTo>
                    <a:pt x="13916" y="9116"/>
                    <a:pt x="12007" y="9798"/>
                    <a:pt x="10233" y="10753"/>
                  </a:cubicBezTo>
                  <a:cubicBezTo>
                    <a:pt x="2936" y="14729"/>
                    <a:pt x="-789" y="24066"/>
                    <a:pt x="2204" y="31931"/>
                  </a:cubicBezTo>
                  <a:cubicBezTo>
                    <a:pt x="4524" y="37996"/>
                    <a:pt x="10118" y="40701"/>
                    <a:pt x="15893" y="42732"/>
                  </a:cubicBezTo>
                  <a:lnTo>
                    <a:pt x="15893" y="67935"/>
                  </a:lnTo>
                  <a:cubicBezTo>
                    <a:pt x="11417" y="67386"/>
                    <a:pt x="7701" y="64816"/>
                    <a:pt x="4621" y="61610"/>
                  </a:cubicBezTo>
                  <a:lnTo>
                    <a:pt x="0" y="66029"/>
                  </a:lnTo>
                  <a:cubicBezTo>
                    <a:pt x="2200" y="68525"/>
                    <a:pt x="4823" y="70614"/>
                    <a:pt x="7749" y="72199"/>
                  </a:cubicBezTo>
                  <a:cubicBezTo>
                    <a:pt x="10307" y="73416"/>
                    <a:pt x="13069" y="74144"/>
                    <a:pt x="15893" y="74346"/>
                  </a:cubicBezTo>
                  <a:lnTo>
                    <a:pt x="15893" y="82788"/>
                  </a:lnTo>
                  <a:lnTo>
                    <a:pt x="21669" y="82788"/>
                  </a:lnTo>
                  <a:lnTo>
                    <a:pt x="21669" y="74125"/>
                  </a:lnTo>
                  <a:cubicBezTo>
                    <a:pt x="28292" y="73017"/>
                    <a:pt x="34376" y="68945"/>
                    <a:pt x="36995" y="62573"/>
                  </a:cubicBezTo>
                  <a:cubicBezTo>
                    <a:pt x="39613" y="56200"/>
                    <a:pt x="38660" y="48027"/>
                    <a:pt x="33154" y="43320"/>
                  </a:cubicBezTo>
                  <a:close/>
                  <a:moveTo>
                    <a:pt x="11080" y="33433"/>
                  </a:moveTo>
                  <a:cubicBezTo>
                    <a:pt x="5786" y="28966"/>
                    <a:pt x="7076" y="20322"/>
                    <a:pt x="12688" y="16741"/>
                  </a:cubicBezTo>
                  <a:cubicBezTo>
                    <a:pt x="13683" y="16103"/>
                    <a:pt x="14761" y="15607"/>
                    <a:pt x="15893" y="15268"/>
                  </a:cubicBezTo>
                  <a:lnTo>
                    <a:pt x="15893" y="36148"/>
                  </a:lnTo>
                  <a:cubicBezTo>
                    <a:pt x="14151" y="35514"/>
                    <a:pt x="12524" y="34597"/>
                    <a:pt x="11080" y="33433"/>
                  </a:cubicBezTo>
                  <a:close/>
                  <a:moveTo>
                    <a:pt x="28495" y="64065"/>
                  </a:moveTo>
                  <a:cubicBezTo>
                    <a:pt x="26616" y="65902"/>
                    <a:pt x="24245" y="67155"/>
                    <a:pt x="21669" y="67675"/>
                  </a:cubicBezTo>
                  <a:lnTo>
                    <a:pt x="21669" y="44677"/>
                  </a:lnTo>
                  <a:cubicBezTo>
                    <a:pt x="25520" y="45996"/>
                    <a:pt x="29939" y="47671"/>
                    <a:pt x="31508" y="51772"/>
                  </a:cubicBezTo>
                  <a:cubicBezTo>
                    <a:pt x="33077" y="55873"/>
                    <a:pt x="31498" y="61004"/>
                    <a:pt x="28495" y="64065"/>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52" name="Graphic 79" descr="Send"/>
            <p:cNvSpPr/>
            <p:nvPr/>
          </p:nvSpPr>
          <p:spPr bwMode="auto">
            <a:xfrm>
              <a:off x="1620626" y="1299258"/>
              <a:ext cx="77123" cy="71299"/>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extrusionOk="0">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53" name="Graphic 17" descr="Building"/>
            <p:cNvSpPr/>
            <p:nvPr/>
          </p:nvSpPr>
          <p:spPr bwMode="auto">
            <a:xfrm>
              <a:off x="8403595" y="2696234"/>
              <a:ext cx="212272" cy="318408"/>
            </a:xfrm>
            <a:custGeom>
              <a:avLst/>
              <a:gdLst>
                <a:gd name="connsiteX0" fmla="*/ 170576 w 212272"/>
                <a:gd name="connsiteY0" fmla="*/ 87183 h 318408"/>
                <a:gd name="connsiteX1" fmla="*/ 147832 w 212272"/>
                <a:gd name="connsiteY1" fmla="*/ 87183 h 318408"/>
                <a:gd name="connsiteX2" fmla="*/ 147832 w 212272"/>
                <a:gd name="connsiteY2" fmla="*/ 64440 h 318408"/>
                <a:gd name="connsiteX3" fmla="*/ 170576 w 212272"/>
                <a:gd name="connsiteY3" fmla="*/ 64440 h 318408"/>
                <a:gd name="connsiteX4" fmla="*/ 170576 w 212272"/>
                <a:gd name="connsiteY4" fmla="*/ 87183 h 318408"/>
                <a:gd name="connsiteX5" fmla="*/ 170576 w 212272"/>
                <a:gd name="connsiteY5" fmla="*/ 147832 h 318408"/>
                <a:gd name="connsiteX6" fmla="*/ 147832 w 212272"/>
                <a:gd name="connsiteY6" fmla="*/ 147832 h 318408"/>
                <a:gd name="connsiteX7" fmla="*/ 147832 w 212272"/>
                <a:gd name="connsiteY7" fmla="*/ 125089 h 318408"/>
                <a:gd name="connsiteX8" fmla="*/ 170576 w 212272"/>
                <a:gd name="connsiteY8" fmla="*/ 125089 h 318408"/>
                <a:gd name="connsiteX9" fmla="*/ 170576 w 212272"/>
                <a:gd name="connsiteY9" fmla="*/ 147832 h 318408"/>
                <a:gd name="connsiteX10" fmla="*/ 170576 w 212272"/>
                <a:gd name="connsiteY10" fmla="*/ 208482 h 318408"/>
                <a:gd name="connsiteX11" fmla="*/ 147832 w 212272"/>
                <a:gd name="connsiteY11" fmla="*/ 208482 h 318408"/>
                <a:gd name="connsiteX12" fmla="*/ 147832 w 212272"/>
                <a:gd name="connsiteY12" fmla="*/ 185738 h 318408"/>
                <a:gd name="connsiteX13" fmla="*/ 170576 w 212272"/>
                <a:gd name="connsiteY13" fmla="*/ 185738 h 318408"/>
                <a:gd name="connsiteX14" fmla="*/ 170576 w 212272"/>
                <a:gd name="connsiteY14" fmla="*/ 208482 h 318408"/>
                <a:gd name="connsiteX15" fmla="*/ 170576 w 212272"/>
                <a:gd name="connsiteY15" fmla="*/ 269131 h 318408"/>
                <a:gd name="connsiteX16" fmla="*/ 147832 w 212272"/>
                <a:gd name="connsiteY16" fmla="*/ 269131 h 318408"/>
                <a:gd name="connsiteX17" fmla="*/ 147832 w 212272"/>
                <a:gd name="connsiteY17" fmla="*/ 246387 h 318408"/>
                <a:gd name="connsiteX18" fmla="*/ 170576 w 212272"/>
                <a:gd name="connsiteY18" fmla="*/ 246387 h 318408"/>
                <a:gd name="connsiteX19" fmla="*/ 170576 w 212272"/>
                <a:gd name="connsiteY19" fmla="*/ 269131 h 318408"/>
                <a:gd name="connsiteX20" fmla="*/ 117508 w 212272"/>
                <a:gd name="connsiteY20" fmla="*/ 87183 h 318408"/>
                <a:gd name="connsiteX21" fmla="*/ 94764 w 212272"/>
                <a:gd name="connsiteY21" fmla="*/ 87183 h 318408"/>
                <a:gd name="connsiteX22" fmla="*/ 94764 w 212272"/>
                <a:gd name="connsiteY22" fmla="*/ 64440 h 318408"/>
                <a:gd name="connsiteX23" fmla="*/ 117508 w 212272"/>
                <a:gd name="connsiteY23" fmla="*/ 64440 h 318408"/>
                <a:gd name="connsiteX24" fmla="*/ 117508 w 212272"/>
                <a:gd name="connsiteY24" fmla="*/ 87183 h 318408"/>
                <a:gd name="connsiteX25" fmla="*/ 117508 w 212272"/>
                <a:gd name="connsiteY25" fmla="*/ 147832 h 318408"/>
                <a:gd name="connsiteX26" fmla="*/ 94764 w 212272"/>
                <a:gd name="connsiteY26" fmla="*/ 147832 h 318408"/>
                <a:gd name="connsiteX27" fmla="*/ 94764 w 212272"/>
                <a:gd name="connsiteY27" fmla="*/ 125089 h 318408"/>
                <a:gd name="connsiteX28" fmla="*/ 117508 w 212272"/>
                <a:gd name="connsiteY28" fmla="*/ 125089 h 318408"/>
                <a:gd name="connsiteX29" fmla="*/ 117508 w 212272"/>
                <a:gd name="connsiteY29" fmla="*/ 147832 h 318408"/>
                <a:gd name="connsiteX30" fmla="*/ 117508 w 212272"/>
                <a:gd name="connsiteY30" fmla="*/ 208482 h 318408"/>
                <a:gd name="connsiteX31" fmla="*/ 94764 w 212272"/>
                <a:gd name="connsiteY31" fmla="*/ 208482 h 318408"/>
                <a:gd name="connsiteX32" fmla="*/ 94764 w 212272"/>
                <a:gd name="connsiteY32" fmla="*/ 185738 h 318408"/>
                <a:gd name="connsiteX33" fmla="*/ 117508 w 212272"/>
                <a:gd name="connsiteY33" fmla="*/ 185738 h 318408"/>
                <a:gd name="connsiteX34" fmla="*/ 117508 w 212272"/>
                <a:gd name="connsiteY34" fmla="*/ 208482 h 318408"/>
                <a:gd name="connsiteX35" fmla="*/ 117508 w 212272"/>
                <a:gd name="connsiteY35" fmla="*/ 291874 h 318408"/>
                <a:gd name="connsiteX36" fmla="*/ 94764 w 212272"/>
                <a:gd name="connsiteY36" fmla="*/ 291874 h 318408"/>
                <a:gd name="connsiteX37" fmla="*/ 94764 w 212272"/>
                <a:gd name="connsiteY37" fmla="*/ 246387 h 318408"/>
                <a:gd name="connsiteX38" fmla="*/ 117508 w 212272"/>
                <a:gd name="connsiteY38" fmla="*/ 246387 h 318408"/>
                <a:gd name="connsiteX39" fmla="*/ 117508 w 212272"/>
                <a:gd name="connsiteY39" fmla="*/ 291874 h 318408"/>
                <a:gd name="connsiteX40" fmla="*/ 64440 w 212272"/>
                <a:gd name="connsiteY40" fmla="*/ 87183 h 318408"/>
                <a:gd name="connsiteX41" fmla="*/ 41696 w 212272"/>
                <a:gd name="connsiteY41" fmla="*/ 87183 h 318408"/>
                <a:gd name="connsiteX42" fmla="*/ 41696 w 212272"/>
                <a:gd name="connsiteY42" fmla="*/ 64440 h 318408"/>
                <a:gd name="connsiteX43" fmla="*/ 64440 w 212272"/>
                <a:gd name="connsiteY43" fmla="*/ 64440 h 318408"/>
                <a:gd name="connsiteX44" fmla="*/ 64440 w 212272"/>
                <a:gd name="connsiteY44" fmla="*/ 87183 h 318408"/>
                <a:gd name="connsiteX45" fmla="*/ 64440 w 212272"/>
                <a:gd name="connsiteY45" fmla="*/ 147832 h 318408"/>
                <a:gd name="connsiteX46" fmla="*/ 41696 w 212272"/>
                <a:gd name="connsiteY46" fmla="*/ 147832 h 318408"/>
                <a:gd name="connsiteX47" fmla="*/ 41696 w 212272"/>
                <a:gd name="connsiteY47" fmla="*/ 125089 h 318408"/>
                <a:gd name="connsiteX48" fmla="*/ 64440 w 212272"/>
                <a:gd name="connsiteY48" fmla="*/ 125089 h 318408"/>
                <a:gd name="connsiteX49" fmla="*/ 64440 w 212272"/>
                <a:gd name="connsiteY49" fmla="*/ 147832 h 318408"/>
                <a:gd name="connsiteX50" fmla="*/ 64440 w 212272"/>
                <a:gd name="connsiteY50" fmla="*/ 208482 h 318408"/>
                <a:gd name="connsiteX51" fmla="*/ 41696 w 212272"/>
                <a:gd name="connsiteY51" fmla="*/ 208482 h 318408"/>
                <a:gd name="connsiteX52" fmla="*/ 41696 w 212272"/>
                <a:gd name="connsiteY52" fmla="*/ 185738 h 318408"/>
                <a:gd name="connsiteX53" fmla="*/ 64440 w 212272"/>
                <a:gd name="connsiteY53" fmla="*/ 185738 h 318408"/>
                <a:gd name="connsiteX54" fmla="*/ 64440 w 212272"/>
                <a:gd name="connsiteY54" fmla="*/ 208482 h 318408"/>
                <a:gd name="connsiteX55" fmla="*/ 64440 w 212272"/>
                <a:gd name="connsiteY55" fmla="*/ 269131 h 318408"/>
                <a:gd name="connsiteX56" fmla="*/ 41696 w 212272"/>
                <a:gd name="connsiteY56" fmla="*/ 269131 h 318408"/>
                <a:gd name="connsiteX57" fmla="*/ 41696 w 212272"/>
                <a:gd name="connsiteY57" fmla="*/ 246387 h 318408"/>
                <a:gd name="connsiteX58" fmla="*/ 64440 w 212272"/>
                <a:gd name="connsiteY58" fmla="*/ 246387 h 318408"/>
                <a:gd name="connsiteX59" fmla="*/ 64440 w 212272"/>
                <a:gd name="connsiteY59" fmla="*/ 269131 h 318408"/>
                <a:gd name="connsiteX60" fmla="*/ 197110 w 212272"/>
                <a:gd name="connsiteY60" fmla="*/ 291874 h 318408"/>
                <a:gd name="connsiteX61" fmla="*/ 197110 w 212272"/>
                <a:gd name="connsiteY61" fmla="*/ 37906 h 318408"/>
                <a:gd name="connsiteX62" fmla="*/ 185738 w 212272"/>
                <a:gd name="connsiteY62" fmla="*/ 37906 h 318408"/>
                <a:gd name="connsiteX63" fmla="*/ 185738 w 212272"/>
                <a:gd name="connsiteY63" fmla="*/ 15162 h 318408"/>
                <a:gd name="connsiteX64" fmla="*/ 174366 w 212272"/>
                <a:gd name="connsiteY64" fmla="*/ 15162 h 318408"/>
                <a:gd name="connsiteX65" fmla="*/ 174366 w 212272"/>
                <a:gd name="connsiteY65" fmla="*/ 0 h 318408"/>
                <a:gd name="connsiteX66" fmla="*/ 37906 w 212272"/>
                <a:gd name="connsiteY66" fmla="*/ 0 h 318408"/>
                <a:gd name="connsiteX67" fmla="*/ 37906 w 212272"/>
                <a:gd name="connsiteY67" fmla="*/ 15162 h 318408"/>
                <a:gd name="connsiteX68" fmla="*/ 26534 w 212272"/>
                <a:gd name="connsiteY68" fmla="*/ 15162 h 318408"/>
                <a:gd name="connsiteX69" fmla="*/ 26534 w 212272"/>
                <a:gd name="connsiteY69" fmla="*/ 37906 h 318408"/>
                <a:gd name="connsiteX70" fmla="*/ 15162 w 212272"/>
                <a:gd name="connsiteY70" fmla="*/ 37906 h 318408"/>
                <a:gd name="connsiteX71" fmla="*/ 15162 w 212272"/>
                <a:gd name="connsiteY71" fmla="*/ 291874 h 318408"/>
                <a:gd name="connsiteX72" fmla="*/ 0 w 212272"/>
                <a:gd name="connsiteY72" fmla="*/ 291874 h 318408"/>
                <a:gd name="connsiteX73" fmla="*/ 0 w 212272"/>
                <a:gd name="connsiteY73" fmla="*/ 318408 h 318408"/>
                <a:gd name="connsiteX74" fmla="*/ 212272 w 212272"/>
                <a:gd name="connsiteY74" fmla="*/ 318408 h 318408"/>
                <a:gd name="connsiteX75" fmla="*/ 212272 w 212272"/>
                <a:gd name="connsiteY75" fmla="*/ 291874 h 318408"/>
                <a:gd name="connsiteX76" fmla="*/ 197110 w 212272"/>
                <a:gd name="connsiteY76" fmla="*/ 291874 h 31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12272" h="318408" extrusionOk="0">
                  <a:moveTo>
                    <a:pt x="170576" y="87183"/>
                  </a:moveTo>
                  <a:lnTo>
                    <a:pt x="147832" y="87183"/>
                  </a:lnTo>
                  <a:lnTo>
                    <a:pt x="147832" y="64440"/>
                  </a:lnTo>
                  <a:lnTo>
                    <a:pt x="170576" y="64440"/>
                  </a:lnTo>
                  <a:lnTo>
                    <a:pt x="170576" y="87183"/>
                  </a:lnTo>
                  <a:close/>
                  <a:moveTo>
                    <a:pt x="170576" y="147832"/>
                  </a:moveTo>
                  <a:lnTo>
                    <a:pt x="147832" y="147832"/>
                  </a:lnTo>
                  <a:lnTo>
                    <a:pt x="147832" y="125089"/>
                  </a:lnTo>
                  <a:lnTo>
                    <a:pt x="170576" y="125089"/>
                  </a:lnTo>
                  <a:lnTo>
                    <a:pt x="170576" y="147832"/>
                  </a:lnTo>
                  <a:close/>
                  <a:moveTo>
                    <a:pt x="170576" y="208482"/>
                  </a:moveTo>
                  <a:lnTo>
                    <a:pt x="147832" y="208482"/>
                  </a:lnTo>
                  <a:lnTo>
                    <a:pt x="147832" y="185738"/>
                  </a:lnTo>
                  <a:lnTo>
                    <a:pt x="170576" y="185738"/>
                  </a:lnTo>
                  <a:lnTo>
                    <a:pt x="170576" y="208482"/>
                  </a:lnTo>
                  <a:close/>
                  <a:moveTo>
                    <a:pt x="170576" y="269131"/>
                  </a:moveTo>
                  <a:lnTo>
                    <a:pt x="147832" y="269131"/>
                  </a:lnTo>
                  <a:lnTo>
                    <a:pt x="147832" y="246387"/>
                  </a:lnTo>
                  <a:lnTo>
                    <a:pt x="170576" y="246387"/>
                  </a:lnTo>
                  <a:lnTo>
                    <a:pt x="170576" y="269131"/>
                  </a:lnTo>
                  <a:close/>
                  <a:moveTo>
                    <a:pt x="117508" y="87183"/>
                  </a:moveTo>
                  <a:lnTo>
                    <a:pt x="94764" y="87183"/>
                  </a:lnTo>
                  <a:lnTo>
                    <a:pt x="94764" y="64440"/>
                  </a:lnTo>
                  <a:lnTo>
                    <a:pt x="117508" y="64440"/>
                  </a:lnTo>
                  <a:lnTo>
                    <a:pt x="117508" y="87183"/>
                  </a:lnTo>
                  <a:close/>
                  <a:moveTo>
                    <a:pt x="117508" y="147832"/>
                  </a:moveTo>
                  <a:lnTo>
                    <a:pt x="94764" y="147832"/>
                  </a:lnTo>
                  <a:lnTo>
                    <a:pt x="94764" y="125089"/>
                  </a:lnTo>
                  <a:lnTo>
                    <a:pt x="117508" y="125089"/>
                  </a:lnTo>
                  <a:lnTo>
                    <a:pt x="117508" y="147832"/>
                  </a:lnTo>
                  <a:close/>
                  <a:moveTo>
                    <a:pt x="117508" y="208482"/>
                  </a:moveTo>
                  <a:lnTo>
                    <a:pt x="94764" y="208482"/>
                  </a:lnTo>
                  <a:lnTo>
                    <a:pt x="94764" y="185738"/>
                  </a:lnTo>
                  <a:lnTo>
                    <a:pt x="117508" y="185738"/>
                  </a:lnTo>
                  <a:lnTo>
                    <a:pt x="117508" y="208482"/>
                  </a:lnTo>
                  <a:close/>
                  <a:moveTo>
                    <a:pt x="117508" y="291874"/>
                  </a:moveTo>
                  <a:lnTo>
                    <a:pt x="94764" y="291874"/>
                  </a:lnTo>
                  <a:lnTo>
                    <a:pt x="94764" y="246387"/>
                  </a:lnTo>
                  <a:lnTo>
                    <a:pt x="117508" y="246387"/>
                  </a:lnTo>
                  <a:lnTo>
                    <a:pt x="117508" y="291874"/>
                  </a:lnTo>
                  <a:close/>
                  <a:moveTo>
                    <a:pt x="64440" y="87183"/>
                  </a:moveTo>
                  <a:lnTo>
                    <a:pt x="41696" y="87183"/>
                  </a:lnTo>
                  <a:lnTo>
                    <a:pt x="41696" y="64440"/>
                  </a:lnTo>
                  <a:lnTo>
                    <a:pt x="64440" y="64440"/>
                  </a:lnTo>
                  <a:lnTo>
                    <a:pt x="64440" y="87183"/>
                  </a:lnTo>
                  <a:close/>
                  <a:moveTo>
                    <a:pt x="64440" y="147832"/>
                  </a:moveTo>
                  <a:lnTo>
                    <a:pt x="41696" y="147832"/>
                  </a:lnTo>
                  <a:lnTo>
                    <a:pt x="41696" y="125089"/>
                  </a:lnTo>
                  <a:lnTo>
                    <a:pt x="64440" y="125089"/>
                  </a:lnTo>
                  <a:lnTo>
                    <a:pt x="64440" y="147832"/>
                  </a:lnTo>
                  <a:close/>
                  <a:moveTo>
                    <a:pt x="64440" y="208482"/>
                  </a:moveTo>
                  <a:lnTo>
                    <a:pt x="41696" y="208482"/>
                  </a:lnTo>
                  <a:lnTo>
                    <a:pt x="41696" y="185738"/>
                  </a:lnTo>
                  <a:lnTo>
                    <a:pt x="64440" y="185738"/>
                  </a:lnTo>
                  <a:lnTo>
                    <a:pt x="64440" y="208482"/>
                  </a:lnTo>
                  <a:close/>
                  <a:moveTo>
                    <a:pt x="64440" y="269131"/>
                  </a:moveTo>
                  <a:lnTo>
                    <a:pt x="41696" y="269131"/>
                  </a:lnTo>
                  <a:lnTo>
                    <a:pt x="41696" y="246387"/>
                  </a:lnTo>
                  <a:lnTo>
                    <a:pt x="64440" y="246387"/>
                  </a:lnTo>
                  <a:lnTo>
                    <a:pt x="64440" y="269131"/>
                  </a:lnTo>
                  <a:close/>
                  <a:moveTo>
                    <a:pt x="197110" y="291874"/>
                  </a:moveTo>
                  <a:lnTo>
                    <a:pt x="197110" y="37906"/>
                  </a:lnTo>
                  <a:lnTo>
                    <a:pt x="185738" y="37906"/>
                  </a:lnTo>
                  <a:lnTo>
                    <a:pt x="185738" y="15162"/>
                  </a:lnTo>
                  <a:lnTo>
                    <a:pt x="174366" y="15162"/>
                  </a:lnTo>
                  <a:lnTo>
                    <a:pt x="174366" y="0"/>
                  </a:lnTo>
                  <a:lnTo>
                    <a:pt x="37906" y="0"/>
                  </a:lnTo>
                  <a:lnTo>
                    <a:pt x="37906" y="15162"/>
                  </a:lnTo>
                  <a:lnTo>
                    <a:pt x="26534" y="15162"/>
                  </a:lnTo>
                  <a:lnTo>
                    <a:pt x="26534" y="37906"/>
                  </a:lnTo>
                  <a:lnTo>
                    <a:pt x="15162" y="37906"/>
                  </a:lnTo>
                  <a:lnTo>
                    <a:pt x="15162" y="291874"/>
                  </a:lnTo>
                  <a:lnTo>
                    <a:pt x="0" y="291874"/>
                  </a:lnTo>
                  <a:lnTo>
                    <a:pt x="0" y="318408"/>
                  </a:lnTo>
                  <a:lnTo>
                    <a:pt x="212272" y="318408"/>
                  </a:lnTo>
                  <a:lnTo>
                    <a:pt x="212272" y="291874"/>
                  </a:lnTo>
                  <a:lnTo>
                    <a:pt x="197110" y="291874"/>
                  </a:lnTo>
                  <a:close/>
                </a:path>
              </a:pathLst>
            </a:custGeom>
            <a:solidFill>
              <a:schemeClr val="tx1">
                <a:lumMod val="95000"/>
                <a:lumOff val="5000"/>
                <a:alpha val="50000"/>
              </a:schemeClr>
            </a:solidFill>
            <a:ln w="3770" cap="flat">
              <a:noFill/>
              <a:prstDash val="solid"/>
              <a:miter/>
            </a:ln>
          </p:spPr>
          <p:txBody>
            <a:bodyPr rtlCol="0" anchor="ctr"/>
            <a:lstStyle/>
            <a:p>
              <a:pPr>
                <a:defRPr/>
              </a:pPr>
              <a:endParaRPr lang="en-IN"/>
            </a:p>
          </p:txBody>
        </p:sp>
        <p:sp>
          <p:nvSpPr>
            <p:cNvPr id="154" name="Graphic 34" descr="Satellite dish"/>
            <p:cNvSpPr/>
            <p:nvPr/>
          </p:nvSpPr>
          <p:spPr bwMode="auto">
            <a:xfrm>
              <a:off x="5991251" y="1239036"/>
              <a:ext cx="177934" cy="222422"/>
            </a:xfrm>
            <a:custGeom>
              <a:avLst/>
              <a:gdLst>
                <a:gd name="connsiteX0" fmla="*/ 152018 w 177934"/>
                <a:gd name="connsiteY0" fmla="*/ 31327 h 222422"/>
                <a:gd name="connsiteX1" fmla="*/ 152018 w 177934"/>
                <a:gd name="connsiteY1" fmla="*/ 128156 h 222422"/>
                <a:gd name="connsiteX2" fmla="*/ 104173 w 177934"/>
                <a:gd name="connsiteY2" fmla="*/ 80311 h 222422"/>
                <a:gd name="connsiteX3" fmla="*/ 152018 w 177934"/>
                <a:gd name="connsiteY3" fmla="*/ 31327 h 222422"/>
                <a:gd name="connsiteX4" fmla="*/ 46645 w 177934"/>
                <a:gd name="connsiteY4" fmla="*/ 22783 h 222422"/>
                <a:gd name="connsiteX5" fmla="*/ 144329 w 177934"/>
                <a:gd name="connsiteY5" fmla="*/ 22783 h 222422"/>
                <a:gd name="connsiteX6" fmla="*/ 96199 w 177934"/>
                <a:gd name="connsiteY6" fmla="*/ 72622 h 222422"/>
                <a:gd name="connsiteX7" fmla="*/ 46645 w 177934"/>
                <a:gd name="connsiteY7" fmla="*/ 22783 h 222422"/>
                <a:gd name="connsiteX8" fmla="*/ 43797 w 177934"/>
                <a:gd name="connsiteY8" fmla="*/ 177140 h 222422"/>
                <a:gd name="connsiteX9" fmla="*/ 33545 w 177934"/>
                <a:gd name="connsiteY9" fmla="*/ 166888 h 222422"/>
                <a:gd name="connsiteX10" fmla="*/ 43797 w 177934"/>
                <a:gd name="connsiteY10" fmla="*/ 144674 h 222422"/>
                <a:gd name="connsiteX11" fmla="*/ 54050 w 177934"/>
                <a:gd name="connsiteY11" fmla="*/ 166888 h 222422"/>
                <a:gd name="connsiteX12" fmla="*/ 43797 w 177934"/>
                <a:gd name="connsiteY12" fmla="*/ 177140 h 222422"/>
                <a:gd name="connsiteX13" fmla="*/ 51772 w 177934"/>
                <a:gd name="connsiteY13" fmla="*/ 185399 h 222422"/>
                <a:gd name="connsiteX14" fmla="*/ 59176 w 177934"/>
                <a:gd name="connsiteY14" fmla="*/ 177995 h 222422"/>
                <a:gd name="connsiteX15" fmla="*/ 72277 w 177934"/>
                <a:gd name="connsiteY15" fmla="*/ 205904 h 222422"/>
                <a:gd name="connsiteX16" fmla="*/ 51772 w 177934"/>
                <a:gd name="connsiteY16" fmla="*/ 185399 h 222422"/>
                <a:gd name="connsiteX17" fmla="*/ 15318 w 177934"/>
                <a:gd name="connsiteY17" fmla="*/ 205620 h 222422"/>
                <a:gd name="connsiteX18" fmla="*/ 28419 w 177934"/>
                <a:gd name="connsiteY18" fmla="*/ 177710 h 222422"/>
                <a:gd name="connsiteX19" fmla="*/ 35823 w 177934"/>
                <a:gd name="connsiteY19" fmla="*/ 185115 h 222422"/>
                <a:gd name="connsiteX20" fmla="*/ 15318 w 177934"/>
                <a:gd name="connsiteY20" fmla="*/ 205620 h 222422"/>
                <a:gd name="connsiteX21" fmla="*/ 43797 w 177934"/>
                <a:gd name="connsiteY21" fmla="*/ 193089 h 222422"/>
                <a:gd name="connsiteX22" fmla="*/ 61455 w 177934"/>
                <a:gd name="connsiteY22" fmla="*/ 210746 h 222422"/>
                <a:gd name="connsiteX23" fmla="*/ 26140 w 177934"/>
                <a:gd name="connsiteY23" fmla="*/ 210746 h 222422"/>
                <a:gd name="connsiteX24" fmla="*/ 43797 w 177934"/>
                <a:gd name="connsiteY24" fmla="*/ 193089 h 222422"/>
                <a:gd name="connsiteX25" fmla="*/ 177934 w 177934"/>
                <a:gd name="connsiteY25" fmla="*/ 154357 h 222422"/>
                <a:gd name="connsiteX26" fmla="*/ 163410 w 177934"/>
                <a:gd name="connsiteY26" fmla="*/ 139548 h 222422"/>
                <a:gd name="connsiteX27" fmla="*/ 163410 w 177934"/>
                <a:gd name="connsiteY27" fmla="*/ 28479 h 222422"/>
                <a:gd name="connsiteX28" fmla="*/ 166258 w 177934"/>
                <a:gd name="connsiteY28" fmla="*/ 25631 h 222422"/>
                <a:gd name="connsiteX29" fmla="*/ 166258 w 177934"/>
                <a:gd name="connsiteY29" fmla="*/ 8544 h 222422"/>
                <a:gd name="connsiteX30" fmla="*/ 149170 w 177934"/>
                <a:gd name="connsiteY30" fmla="*/ 8544 h 222422"/>
                <a:gd name="connsiteX31" fmla="*/ 146322 w 177934"/>
                <a:gd name="connsiteY31" fmla="*/ 11392 h 222422"/>
                <a:gd name="connsiteX32" fmla="*/ 35254 w 177934"/>
                <a:gd name="connsiteY32" fmla="*/ 11392 h 222422"/>
                <a:gd name="connsiteX33" fmla="*/ 23577 w 177934"/>
                <a:gd name="connsiteY33" fmla="*/ 0 h 222422"/>
                <a:gd name="connsiteX34" fmla="*/ 9622 w 177934"/>
                <a:gd name="connsiteY34" fmla="*/ 54395 h 222422"/>
                <a:gd name="connsiteX35" fmla="*/ 38102 w 177934"/>
                <a:gd name="connsiteY35" fmla="*/ 129865 h 222422"/>
                <a:gd name="connsiteX36" fmla="*/ 794 w 177934"/>
                <a:gd name="connsiteY36" fmla="*/ 210176 h 222422"/>
                <a:gd name="connsiteX37" fmla="*/ 1364 w 177934"/>
                <a:gd name="connsiteY37" fmla="*/ 218435 h 222422"/>
                <a:gd name="connsiteX38" fmla="*/ 8483 w 177934"/>
                <a:gd name="connsiteY38" fmla="*/ 222422 h 222422"/>
                <a:gd name="connsiteX39" fmla="*/ 79396 w 177934"/>
                <a:gd name="connsiteY39" fmla="*/ 222422 h 222422"/>
                <a:gd name="connsiteX40" fmla="*/ 86516 w 177934"/>
                <a:gd name="connsiteY40" fmla="*/ 218435 h 222422"/>
                <a:gd name="connsiteX41" fmla="*/ 87086 w 177934"/>
                <a:gd name="connsiteY41" fmla="*/ 210176 h 222422"/>
                <a:gd name="connsiteX42" fmla="*/ 57467 w 177934"/>
                <a:gd name="connsiteY42" fmla="*/ 146953 h 222422"/>
                <a:gd name="connsiteX43" fmla="*/ 123539 w 177934"/>
                <a:gd name="connsiteY43" fmla="*/ 168027 h 222422"/>
                <a:gd name="connsiteX44" fmla="*/ 177934 w 177934"/>
                <a:gd name="connsiteY44" fmla="*/ 154357 h 22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7934" h="222422" extrusionOk="0">
                  <a:moveTo>
                    <a:pt x="152018" y="31327"/>
                  </a:moveTo>
                  <a:lnTo>
                    <a:pt x="152018" y="128156"/>
                  </a:lnTo>
                  <a:lnTo>
                    <a:pt x="104173" y="80311"/>
                  </a:lnTo>
                  <a:lnTo>
                    <a:pt x="152018" y="31327"/>
                  </a:lnTo>
                  <a:close/>
                  <a:moveTo>
                    <a:pt x="46645" y="22783"/>
                  </a:moveTo>
                  <a:lnTo>
                    <a:pt x="144329" y="22783"/>
                  </a:lnTo>
                  <a:lnTo>
                    <a:pt x="96199" y="72622"/>
                  </a:lnTo>
                  <a:lnTo>
                    <a:pt x="46645" y="22783"/>
                  </a:lnTo>
                  <a:close/>
                  <a:moveTo>
                    <a:pt x="43797" y="177140"/>
                  </a:moveTo>
                  <a:lnTo>
                    <a:pt x="33545" y="166888"/>
                  </a:lnTo>
                  <a:lnTo>
                    <a:pt x="43797" y="144674"/>
                  </a:lnTo>
                  <a:lnTo>
                    <a:pt x="54050" y="166888"/>
                  </a:lnTo>
                  <a:lnTo>
                    <a:pt x="43797" y="177140"/>
                  </a:lnTo>
                  <a:close/>
                  <a:moveTo>
                    <a:pt x="51772" y="185399"/>
                  </a:moveTo>
                  <a:lnTo>
                    <a:pt x="59176" y="177995"/>
                  </a:lnTo>
                  <a:lnTo>
                    <a:pt x="72277" y="205904"/>
                  </a:lnTo>
                  <a:lnTo>
                    <a:pt x="51772" y="185399"/>
                  </a:lnTo>
                  <a:close/>
                  <a:moveTo>
                    <a:pt x="15318" y="205620"/>
                  </a:moveTo>
                  <a:lnTo>
                    <a:pt x="28419" y="177710"/>
                  </a:lnTo>
                  <a:lnTo>
                    <a:pt x="35823" y="185115"/>
                  </a:lnTo>
                  <a:lnTo>
                    <a:pt x="15318" y="205620"/>
                  </a:lnTo>
                  <a:close/>
                  <a:moveTo>
                    <a:pt x="43797" y="193089"/>
                  </a:moveTo>
                  <a:lnTo>
                    <a:pt x="61455" y="210746"/>
                  </a:lnTo>
                  <a:lnTo>
                    <a:pt x="26140" y="210746"/>
                  </a:lnTo>
                  <a:lnTo>
                    <a:pt x="43797" y="193089"/>
                  </a:lnTo>
                  <a:close/>
                  <a:moveTo>
                    <a:pt x="177934" y="154357"/>
                  </a:moveTo>
                  <a:lnTo>
                    <a:pt x="163410" y="139548"/>
                  </a:lnTo>
                  <a:lnTo>
                    <a:pt x="163410" y="28479"/>
                  </a:lnTo>
                  <a:lnTo>
                    <a:pt x="166258" y="25631"/>
                  </a:lnTo>
                  <a:cubicBezTo>
                    <a:pt x="171099" y="20790"/>
                    <a:pt x="171099" y="13385"/>
                    <a:pt x="166258" y="8544"/>
                  </a:cubicBezTo>
                  <a:cubicBezTo>
                    <a:pt x="161416" y="3702"/>
                    <a:pt x="154012" y="3702"/>
                    <a:pt x="149170" y="8544"/>
                  </a:cubicBezTo>
                  <a:lnTo>
                    <a:pt x="146322" y="11392"/>
                  </a:lnTo>
                  <a:lnTo>
                    <a:pt x="35254" y="11392"/>
                  </a:lnTo>
                  <a:lnTo>
                    <a:pt x="23577" y="0"/>
                  </a:lnTo>
                  <a:cubicBezTo>
                    <a:pt x="14749" y="15948"/>
                    <a:pt x="9622" y="34745"/>
                    <a:pt x="9622" y="54395"/>
                  </a:cubicBezTo>
                  <a:cubicBezTo>
                    <a:pt x="9622" y="83444"/>
                    <a:pt x="20445" y="109645"/>
                    <a:pt x="38102" y="129865"/>
                  </a:cubicBezTo>
                  <a:lnTo>
                    <a:pt x="794" y="210176"/>
                  </a:lnTo>
                  <a:cubicBezTo>
                    <a:pt x="-345" y="212739"/>
                    <a:pt x="-345" y="215872"/>
                    <a:pt x="1364" y="218435"/>
                  </a:cubicBezTo>
                  <a:cubicBezTo>
                    <a:pt x="3072" y="220998"/>
                    <a:pt x="5635" y="222422"/>
                    <a:pt x="8483" y="222422"/>
                  </a:cubicBezTo>
                  <a:lnTo>
                    <a:pt x="79396" y="222422"/>
                  </a:lnTo>
                  <a:cubicBezTo>
                    <a:pt x="82244" y="222422"/>
                    <a:pt x="85092" y="220998"/>
                    <a:pt x="86516" y="218435"/>
                  </a:cubicBezTo>
                  <a:cubicBezTo>
                    <a:pt x="87940" y="215872"/>
                    <a:pt x="88225" y="213024"/>
                    <a:pt x="87086" y="210176"/>
                  </a:cubicBezTo>
                  <a:lnTo>
                    <a:pt x="57467" y="146953"/>
                  </a:lnTo>
                  <a:cubicBezTo>
                    <a:pt x="76264" y="160053"/>
                    <a:pt x="99047" y="168027"/>
                    <a:pt x="123539" y="168027"/>
                  </a:cubicBezTo>
                  <a:cubicBezTo>
                    <a:pt x="143190" y="168312"/>
                    <a:pt x="161701" y="162901"/>
                    <a:pt x="177934" y="154357"/>
                  </a:cubicBezTo>
                  <a:close/>
                </a:path>
              </a:pathLst>
            </a:custGeom>
            <a:solidFill>
              <a:srgbClr val="282829">
                <a:alpha val="50000"/>
              </a:srgbClr>
            </a:solidFill>
            <a:ln w="2778" cap="flat">
              <a:noFill/>
              <a:prstDash val="solid"/>
              <a:miter/>
            </a:ln>
          </p:spPr>
          <p:txBody>
            <a:bodyPr rtlCol="0" anchor="ctr"/>
            <a:lstStyle/>
            <a:p>
              <a:pPr>
                <a:defRPr/>
              </a:pPr>
              <a:endParaRPr lang="en-IN"/>
            </a:p>
          </p:txBody>
        </p:sp>
        <p:sp>
          <p:nvSpPr>
            <p:cNvPr id="155" name="Graphic 66" descr="Lock"/>
            <p:cNvSpPr/>
            <p:nvPr userDrawn="1"/>
          </p:nvSpPr>
          <p:spPr bwMode="auto">
            <a:xfrm>
              <a:off x="4454165" y="4523310"/>
              <a:ext cx="271479" cy="298626"/>
            </a:xfrm>
            <a:custGeom>
              <a:avLst/>
              <a:gdLst>
                <a:gd name="connsiteX0" fmla="*/ 27223 w 50815"/>
                <a:gd name="connsiteY0" fmla="*/ 52359 h 66242"/>
                <a:gd name="connsiteX1" fmla="*/ 27223 w 50815"/>
                <a:gd name="connsiteY1" fmla="*/ 57168 h 66242"/>
                <a:gd name="connsiteX2" fmla="*/ 23593 w 50815"/>
                <a:gd name="connsiteY2" fmla="*/ 57168 h 66242"/>
                <a:gd name="connsiteX3" fmla="*/ 23593 w 50815"/>
                <a:gd name="connsiteY3" fmla="*/ 52359 h 66242"/>
                <a:gd name="connsiteX4" fmla="*/ 19963 w 50815"/>
                <a:gd name="connsiteY4" fmla="*/ 47186 h 66242"/>
                <a:gd name="connsiteX5" fmla="*/ 25408 w 50815"/>
                <a:gd name="connsiteY5" fmla="*/ 41742 h 66242"/>
                <a:gd name="connsiteX6" fmla="*/ 30853 w 50815"/>
                <a:gd name="connsiteY6" fmla="*/ 47186 h 66242"/>
                <a:gd name="connsiteX7" fmla="*/ 27223 w 50815"/>
                <a:gd name="connsiteY7" fmla="*/ 52359 h 66242"/>
                <a:gd name="connsiteX8" fmla="*/ 11797 w 50815"/>
                <a:gd name="connsiteY8" fmla="*/ 19056 h 66242"/>
                <a:gd name="connsiteX9" fmla="*/ 25408 w 50815"/>
                <a:gd name="connsiteY9" fmla="*/ 5445 h 66242"/>
                <a:gd name="connsiteX10" fmla="*/ 39019 w 50815"/>
                <a:gd name="connsiteY10" fmla="*/ 19056 h 66242"/>
                <a:gd name="connsiteX11" fmla="*/ 39019 w 50815"/>
                <a:gd name="connsiteY11" fmla="*/ 29128 h 66242"/>
                <a:gd name="connsiteX12" fmla="*/ 25408 w 50815"/>
                <a:gd name="connsiteY12" fmla="*/ 28130 h 66242"/>
                <a:gd name="connsiteX13" fmla="*/ 11797 w 50815"/>
                <a:gd name="connsiteY13" fmla="*/ 29128 h 66242"/>
                <a:gd name="connsiteX14" fmla="*/ 11797 w 50815"/>
                <a:gd name="connsiteY14" fmla="*/ 19056 h 66242"/>
                <a:gd name="connsiteX15" fmla="*/ 44464 w 50815"/>
                <a:gd name="connsiteY15" fmla="*/ 29491 h 66242"/>
                <a:gd name="connsiteX16" fmla="*/ 44464 w 50815"/>
                <a:gd name="connsiteY16" fmla="*/ 19056 h 66242"/>
                <a:gd name="connsiteX17" fmla="*/ 25408 w 50815"/>
                <a:gd name="connsiteY17" fmla="*/ 0 h 66242"/>
                <a:gd name="connsiteX18" fmla="*/ 6352 w 50815"/>
                <a:gd name="connsiteY18" fmla="*/ 19056 h 66242"/>
                <a:gd name="connsiteX19" fmla="*/ 6352 w 50815"/>
                <a:gd name="connsiteY19" fmla="*/ 29491 h 66242"/>
                <a:gd name="connsiteX20" fmla="*/ 0 w 50815"/>
                <a:gd name="connsiteY20" fmla="*/ 29945 h 66242"/>
                <a:gd name="connsiteX21" fmla="*/ 0 w 50815"/>
                <a:gd name="connsiteY21" fmla="*/ 64427 h 66242"/>
                <a:gd name="connsiteX22" fmla="*/ 25408 w 50815"/>
                <a:gd name="connsiteY22" fmla="*/ 66242 h 66242"/>
                <a:gd name="connsiteX23" fmla="*/ 50816 w 50815"/>
                <a:gd name="connsiteY23" fmla="*/ 64427 h 66242"/>
                <a:gd name="connsiteX24" fmla="*/ 50816 w 50815"/>
                <a:gd name="connsiteY24" fmla="*/ 29945 h 66242"/>
                <a:gd name="connsiteX25" fmla="*/ 44464 w 50815"/>
                <a:gd name="connsiteY25" fmla="*/ 29491 h 6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815" h="66242" extrusionOk="0">
                  <a:moveTo>
                    <a:pt x="27223" y="52359"/>
                  </a:moveTo>
                  <a:lnTo>
                    <a:pt x="27223" y="57168"/>
                  </a:lnTo>
                  <a:lnTo>
                    <a:pt x="23593" y="57168"/>
                  </a:lnTo>
                  <a:lnTo>
                    <a:pt x="23593" y="52359"/>
                  </a:lnTo>
                  <a:cubicBezTo>
                    <a:pt x="21506" y="51633"/>
                    <a:pt x="19963" y="49636"/>
                    <a:pt x="19963" y="47186"/>
                  </a:cubicBezTo>
                  <a:cubicBezTo>
                    <a:pt x="19963" y="44192"/>
                    <a:pt x="22413" y="41742"/>
                    <a:pt x="25408" y="41742"/>
                  </a:cubicBezTo>
                  <a:cubicBezTo>
                    <a:pt x="28402" y="41742"/>
                    <a:pt x="30853" y="44192"/>
                    <a:pt x="30853" y="47186"/>
                  </a:cubicBezTo>
                  <a:cubicBezTo>
                    <a:pt x="30853" y="49546"/>
                    <a:pt x="29310" y="51542"/>
                    <a:pt x="27223" y="52359"/>
                  </a:cubicBezTo>
                  <a:close/>
                  <a:moveTo>
                    <a:pt x="11797" y="19056"/>
                  </a:moveTo>
                  <a:cubicBezTo>
                    <a:pt x="11797" y="11524"/>
                    <a:pt x="17876" y="5445"/>
                    <a:pt x="25408" y="5445"/>
                  </a:cubicBezTo>
                  <a:cubicBezTo>
                    <a:pt x="32940" y="5445"/>
                    <a:pt x="39019" y="11524"/>
                    <a:pt x="39019" y="19056"/>
                  </a:cubicBezTo>
                  <a:lnTo>
                    <a:pt x="39019" y="29128"/>
                  </a:lnTo>
                  <a:lnTo>
                    <a:pt x="25408" y="28130"/>
                  </a:lnTo>
                  <a:lnTo>
                    <a:pt x="11797" y="29128"/>
                  </a:lnTo>
                  <a:lnTo>
                    <a:pt x="11797" y="19056"/>
                  </a:lnTo>
                  <a:close/>
                  <a:moveTo>
                    <a:pt x="44464" y="29491"/>
                  </a:moveTo>
                  <a:lnTo>
                    <a:pt x="44464" y="19056"/>
                  </a:lnTo>
                  <a:cubicBezTo>
                    <a:pt x="44464" y="8530"/>
                    <a:pt x="35934" y="0"/>
                    <a:pt x="25408" y="0"/>
                  </a:cubicBezTo>
                  <a:cubicBezTo>
                    <a:pt x="14882" y="0"/>
                    <a:pt x="6352" y="8530"/>
                    <a:pt x="6352" y="19056"/>
                  </a:cubicBezTo>
                  <a:lnTo>
                    <a:pt x="6352" y="29491"/>
                  </a:lnTo>
                  <a:lnTo>
                    <a:pt x="0" y="29945"/>
                  </a:lnTo>
                  <a:lnTo>
                    <a:pt x="0" y="64427"/>
                  </a:lnTo>
                  <a:lnTo>
                    <a:pt x="25408" y="66242"/>
                  </a:lnTo>
                  <a:lnTo>
                    <a:pt x="50816" y="64427"/>
                  </a:lnTo>
                  <a:lnTo>
                    <a:pt x="50816" y="29945"/>
                  </a:lnTo>
                  <a:lnTo>
                    <a:pt x="44464" y="29491"/>
                  </a:ln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56" name="Graphic 79" descr="Send"/>
            <p:cNvSpPr/>
            <p:nvPr userDrawn="1"/>
          </p:nvSpPr>
          <p:spPr bwMode="auto">
            <a:xfrm>
              <a:off x="8981684" y="4746280"/>
              <a:ext cx="271479" cy="234914"/>
            </a:xfrm>
            <a:custGeom>
              <a:avLst/>
              <a:gdLst>
                <a:gd name="connsiteX0" fmla="*/ 63920 w 77123"/>
                <a:gd name="connsiteY0" fmla="*/ 59962 h 71299"/>
                <a:gd name="connsiteX1" fmla="*/ 46593 w 77123"/>
                <a:gd name="connsiteY1" fmla="*/ 53994 h 71299"/>
                <a:gd name="connsiteX2" fmla="*/ 46496 w 77123"/>
                <a:gd name="connsiteY2" fmla="*/ 53994 h 71299"/>
                <a:gd name="connsiteX3" fmla="*/ 39565 w 77123"/>
                <a:gd name="connsiteY3" fmla="*/ 51587 h 71299"/>
                <a:gd name="connsiteX4" fmla="*/ 72007 w 77123"/>
                <a:gd name="connsiteY4" fmla="*/ 8749 h 71299"/>
                <a:gd name="connsiteX5" fmla="*/ 63920 w 77123"/>
                <a:gd name="connsiteY5" fmla="*/ 59962 h 71299"/>
                <a:gd name="connsiteX6" fmla="*/ 42261 w 77123"/>
                <a:gd name="connsiteY6" fmla="*/ 56689 h 71299"/>
                <a:gd name="connsiteX7" fmla="*/ 35907 w 77123"/>
                <a:gd name="connsiteY7" fmla="*/ 63043 h 71299"/>
                <a:gd name="connsiteX8" fmla="*/ 37640 w 77123"/>
                <a:gd name="connsiteY8" fmla="*/ 55149 h 71299"/>
                <a:gd name="connsiteX9" fmla="*/ 42261 w 77123"/>
                <a:gd name="connsiteY9" fmla="*/ 56689 h 71299"/>
                <a:gd name="connsiteX10" fmla="*/ 42261 w 77123"/>
                <a:gd name="connsiteY10" fmla="*/ 56689 h 71299"/>
                <a:gd name="connsiteX11" fmla="*/ 34559 w 77123"/>
                <a:gd name="connsiteY11" fmla="*/ 51780 h 71299"/>
                <a:gd name="connsiteX12" fmla="*/ 34174 w 77123"/>
                <a:gd name="connsiteY12" fmla="*/ 52550 h 71299"/>
                <a:gd name="connsiteX13" fmla="*/ 33886 w 77123"/>
                <a:gd name="connsiteY13" fmla="*/ 53801 h 71299"/>
                <a:gd name="connsiteX14" fmla="*/ 31960 w 77123"/>
                <a:gd name="connsiteY14" fmla="*/ 62562 h 71299"/>
                <a:gd name="connsiteX15" fmla="*/ 27339 w 77123"/>
                <a:gd name="connsiteY15" fmla="*/ 49084 h 71299"/>
                <a:gd name="connsiteX16" fmla="*/ 63343 w 77123"/>
                <a:gd name="connsiteY16" fmla="*/ 14429 h 71299"/>
                <a:gd name="connsiteX17" fmla="*/ 35715 w 77123"/>
                <a:gd name="connsiteY17" fmla="*/ 50336 h 71299"/>
                <a:gd name="connsiteX18" fmla="*/ 34559 w 77123"/>
                <a:gd name="connsiteY18" fmla="*/ 51780 h 71299"/>
                <a:gd name="connsiteX19" fmla="*/ 6739 w 77123"/>
                <a:gd name="connsiteY19" fmla="*/ 40421 h 71299"/>
                <a:gd name="connsiteX20" fmla="*/ 63150 w 77123"/>
                <a:gd name="connsiteY20" fmla="*/ 10386 h 71299"/>
                <a:gd name="connsiteX21" fmla="*/ 24548 w 77123"/>
                <a:gd name="connsiteY21" fmla="*/ 46485 h 71299"/>
                <a:gd name="connsiteX22" fmla="*/ 6739 w 77123"/>
                <a:gd name="connsiteY22" fmla="*/ 40421 h 71299"/>
                <a:gd name="connsiteX23" fmla="*/ 76242 w 77123"/>
                <a:gd name="connsiteY23" fmla="*/ 374 h 71299"/>
                <a:gd name="connsiteX24" fmla="*/ 74125 w 77123"/>
                <a:gd name="connsiteY24" fmla="*/ 278 h 71299"/>
                <a:gd name="connsiteX25" fmla="*/ 1059 w 77123"/>
                <a:gd name="connsiteY25" fmla="*/ 39073 h 71299"/>
                <a:gd name="connsiteX26" fmla="*/ 0 w 77123"/>
                <a:gd name="connsiteY26" fmla="*/ 40902 h 71299"/>
                <a:gd name="connsiteX27" fmla="*/ 1251 w 77123"/>
                <a:gd name="connsiteY27" fmla="*/ 42538 h 71299"/>
                <a:gd name="connsiteX28" fmla="*/ 21275 w 77123"/>
                <a:gd name="connsiteY28" fmla="*/ 49373 h 71299"/>
                <a:gd name="connsiteX29" fmla="*/ 23778 w 77123"/>
                <a:gd name="connsiteY29" fmla="*/ 50240 h 71299"/>
                <a:gd name="connsiteX30" fmla="*/ 24355 w 77123"/>
                <a:gd name="connsiteY30" fmla="*/ 51876 h 71299"/>
                <a:gd name="connsiteX31" fmla="*/ 30324 w 77123"/>
                <a:gd name="connsiteY31" fmla="*/ 69782 h 71299"/>
                <a:gd name="connsiteX32" fmla="*/ 30324 w 77123"/>
                <a:gd name="connsiteY32" fmla="*/ 69878 h 71299"/>
                <a:gd name="connsiteX33" fmla="*/ 30324 w 77123"/>
                <a:gd name="connsiteY33" fmla="*/ 69974 h 71299"/>
                <a:gd name="connsiteX34" fmla="*/ 31768 w 77123"/>
                <a:gd name="connsiteY34" fmla="*/ 71226 h 71299"/>
                <a:gd name="connsiteX35" fmla="*/ 33597 w 77123"/>
                <a:gd name="connsiteY35" fmla="*/ 70744 h 71299"/>
                <a:gd name="connsiteX36" fmla="*/ 33693 w 77123"/>
                <a:gd name="connsiteY36" fmla="*/ 70648 h 71299"/>
                <a:gd name="connsiteX37" fmla="*/ 34271 w 77123"/>
                <a:gd name="connsiteY37" fmla="*/ 70070 h 71299"/>
                <a:gd name="connsiteX38" fmla="*/ 46400 w 77123"/>
                <a:gd name="connsiteY38" fmla="*/ 58133 h 71299"/>
                <a:gd name="connsiteX39" fmla="*/ 64883 w 77123"/>
                <a:gd name="connsiteY39" fmla="*/ 64487 h 71299"/>
                <a:gd name="connsiteX40" fmla="*/ 66520 w 77123"/>
                <a:gd name="connsiteY40" fmla="*/ 64294 h 71299"/>
                <a:gd name="connsiteX41" fmla="*/ 67482 w 77123"/>
                <a:gd name="connsiteY41" fmla="*/ 62947 h 71299"/>
                <a:gd name="connsiteX42" fmla="*/ 77109 w 77123"/>
                <a:gd name="connsiteY42" fmla="*/ 2299 h 71299"/>
                <a:gd name="connsiteX43" fmla="*/ 76242 w 77123"/>
                <a:gd name="connsiteY43" fmla="*/ 374 h 7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123" h="71299" extrusionOk="0">
                  <a:moveTo>
                    <a:pt x="63920" y="59962"/>
                  </a:moveTo>
                  <a:lnTo>
                    <a:pt x="46593" y="53994"/>
                  </a:lnTo>
                  <a:lnTo>
                    <a:pt x="46496" y="53994"/>
                  </a:lnTo>
                  <a:lnTo>
                    <a:pt x="39565" y="51587"/>
                  </a:lnTo>
                  <a:lnTo>
                    <a:pt x="72007" y="8749"/>
                  </a:lnTo>
                  <a:lnTo>
                    <a:pt x="63920" y="59962"/>
                  </a:lnTo>
                  <a:close/>
                  <a:moveTo>
                    <a:pt x="42261" y="56689"/>
                  </a:moveTo>
                  <a:lnTo>
                    <a:pt x="35907" y="63043"/>
                  </a:lnTo>
                  <a:lnTo>
                    <a:pt x="37640" y="55149"/>
                  </a:lnTo>
                  <a:lnTo>
                    <a:pt x="42261" y="56689"/>
                  </a:lnTo>
                  <a:lnTo>
                    <a:pt x="42261" y="56689"/>
                  </a:lnTo>
                  <a:close/>
                  <a:moveTo>
                    <a:pt x="34559" y="51780"/>
                  </a:moveTo>
                  <a:cubicBezTo>
                    <a:pt x="34367" y="51972"/>
                    <a:pt x="34271" y="52261"/>
                    <a:pt x="34174" y="52550"/>
                  </a:cubicBezTo>
                  <a:lnTo>
                    <a:pt x="33886" y="53801"/>
                  </a:lnTo>
                  <a:lnTo>
                    <a:pt x="31960" y="62562"/>
                  </a:lnTo>
                  <a:lnTo>
                    <a:pt x="27339" y="49084"/>
                  </a:lnTo>
                  <a:lnTo>
                    <a:pt x="63343" y="14429"/>
                  </a:lnTo>
                  <a:lnTo>
                    <a:pt x="35715" y="50336"/>
                  </a:lnTo>
                  <a:lnTo>
                    <a:pt x="34559" y="51780"/>
                  </a:lnTo>
                  <a:close/>
                  <a:moveTo>
                    <a:pt x="6739" y="40421"/>
                  </a:moveTo>
                  <a:lnTo>
                    <a:pt x="63150" y="10386"/>
                  </a:lnTo>
                  <a:lnTo>
                    <a:pt x="24548" y="46485"/>
                  </a:lnTo>
                  <a:lnTo>
                    <a:pt x="6739" y="40421"/>
                  </a:lnTo>
                  <a:close/>
                  <a:moveTo>
                    <a:pt x="76242" y="374"/>
                  </a:moveTo>
                  <a:cubicBezTo>
                    <a:pt x="75665" y="-107"/>
                    <a:pt x="74798" y="-107"/>
                    <a:pt x="74125" y="278"/>
                  </a:cubicBezTo>
                  <a:lnTo>
                    <a:pt x="1059" y="39073"/>
                  </a:lnTo>
                  <a:cubicBezTo>
                    <a:pt x="385" y="39458"/>
                    <a:pt x="0" y="40132"/>
                    <a:pt x="0" y="40902"/>
                  </a:cubicBezTo>
                  <a:cubicBezTo>
                    <a:pt x="0" y="41672"/>
                    <a:pt x="578" y="42346"/>
                    <a:pt x="1251" y="42538"/>
                  </a:cubicBezTo>
                  <a:lnTo>
                    <a:pt x="21275" y="49373"/>
                  </a:lnTo>
                  <a:lnTo>
                    <a:pt x="23778" y="50240"/>
                  </a:lnTo>
                  <a:lnTo>
                    <a:pt x="24355" y="51876"/>
                  </a:lnTo>
                  <a:lnTo>
                    <a:pt x="30324" y="69782"/>
                  </a:lnTo>
                  <a:lnTo>
                    <a:pt x="30324" y="69878"/>
                  </a:lnTo>
                  <a:lnTo>
                    <a:pt x="30324" y="69974"/>
                  </a:lnTo>
                  <a:cubicBezTo>
                    <a:pt x="30516" y="70552"/>
                    <a:pt x="31094" y="71033"/>
                    <a:pt x="31768" y="71226"/>
                  </a:cubicBezTo>
                  <a:cubicBezTo>
                    <a:pt x="32442" y="71418"/>
                    <a:pt x="33115" y="71226"/>
                    <a:pt x="33597" y="70744"/>
                  </a:cubicBezTo>
                  <a:lnTo>
                    <a:pt x="33693" y="70648"/>
                  </a:lnTo>
                  <a:lnTo>
                    <a:pt x="34271" y="70070"/>
                  </a:lnTo>
                  <a:lnTo>
                    <a:pt x="46400" y="58133"/>
                  </a:lnTo>
                  <a:lnTo>
                    <a:pt x="64883" y="64487"/>
                  </a:lnTo>
                  <a:cubicBezTo>
                    <a:pt x="65461" y="64679"/>
                    <a:pt x="66038" y="64583"/>
                    <a:pt x="66520" y="64294"/>
                  </a:cubicBezTo>
                  <a:cubicBezTo>
                    <a:pt x="67001" y="64006"/>
                    <a:pt x="67386" y="63524"/>
                    <a:pt x="67482" y="62947"/>
                  </a:cubicBezTo>
                  <a:lnTo>
                    <a:pt x="77109" y="2299"/>
                  </a:lnTo>
                  <a:cubicBezTo>
                    <a:pt x="77205" y="1433"/>
                    <a:pt x="76820" y="759"/>
                    <a:pt x="76242" y="374"/>
                  </a:cubicBezTo>
                  <a:close/>
                </a:path>
              </a:pathLst>
            </a:custGeom>
            <a:solidFill>
              <a:srgbClr val="000000">
                <a:alpha val="50000"/>
              </a:srgbClr>
            </a:solidFill>
            <a:ln w="893" cap="flat">
              <a:noFill/>
              <a:prstDash val="solid"/>
              <a:miter/>
            </a:ln>
          </p:spPr>
          <p:txBody>
            <a:bodyPr rtlCol="0" anchor="ctr"/>
            <a:lstStyle/>
            <a:p>
              <a:pPr>
                <a:defRPr/>
              </a:pPr>
              <a:endParaRPr lang="en-IN"/>
            </a:p>
          </p:txBody>
        </p:sp>
        <p:sp>
          <p:nvSpPr>
            <p:cNvPr id="157" name="Graphic 57" descr="Heart with pulse"/>
            <p:cNvSpPr/>
            <p:nvPr userDrawn="1"/>
          </p:nvSpPr>
          <p:spPr bwMode="auto">
            <a:xfrm>
              <a:off x="6910501" y="4458142"/>
              <a:ext cx="219522" cy="174925"/>
            </a:xfrm>
            <a:custGeom>
              <a:avLst/>
              <a:gdLst>
                <a:gd name="connsiteX0" fmla="*/ 41327 w 82049"/>
                <a:gd name="connsiteY0" fmla="*/ 77561 h 77827"/>
                <a:gd name="connsiteX1" fmla="*/ 56460 w 82049"/>
                <a:gd name="connsiteY1" fmla="*/ 64143 h 77827"/>
                <a:gd name="connsiteX2" fmla="*/ 74734 w 82049"/>
                <a:gd name="connsiteY2" fmla="*/ 42089 h 77827"/>
                <a:gd name="connsiteX3" fmla="*/ 81002 w 82049"/>
                <a:gd name="connsiteY3" fmla="*/ 14986 h 77827"/>
                <a:gd name="connsiteX4" fmla="*/ 63091 w 82049"/>
                <a:gd name="connsiteY4" fmla="*/ 82 h 77827"/>
                <a:gd name="connsiteX5" fmla="*/ 40988 w 82049"/>
                <a:gd name="connsiteY5" fmla="*/ 16218 h 77827"/>
                <a:gd name="connsiteX6" fmla="*/ 21434 w 82049"/>
                <a:gd name="connsiteY6" fmla="*/ 34 h 77827"/>
                <a:gd name="connsiteX7" fmla="*/ 2013 w 82049"/>
                <a:gd name="connsiteY7" fmla="*/ 12498 h 77827"/>
                <a:gd name="connsiteX8" fmla="*/ 5854 w 82049"/>
                <a:gd name="connsiteY8" fmla="*/ 39770 h 77827"/>
                <a:gd name="connsiteX9" fmla="*/ 23898 w 82049"/>
                <a:gd name="connsiteY9" fmla="*/ 62525 h 77827"/>
                <a:gd name="connsiteX10" fmla="*/ 40988 w 82049"/>
                <a:gd name="connsiteY10" fmla="*/ 77827 h 77827"/>
                <a:gd name="connsiteX11" fmla="*/ 21664 w 82049"/>
                <a:gd name="connsiteY11" fmla="*/ 36497 h 77827"/>
                <a:gd name="connsiteX12" fmla="*/ 25287 w 82049"/>
                <a:gd name="connsiteY12" fmla="*/ 25627 h 77827"/>
                <a:gd name="connsiteX13" fmla="*/ 27437 w 82049"/>
                <a:gd name="connsiteY13" fmla="*/ 19165 h 77827"/>
                <a:gd name="connsiteX14" fmla="*/ 31169 w 82049"/>
                <a:gd name="connsiteY14" fmla="*/ 16206 h 77827"/>
                <a:gd name="connsiteX15" fmla="*/ 32896 w 82049"/>
                <a:gd name="connsiteY15" fmla="*/ 19515 h 77827"/>
                <a:gd name="connsiteX16" fmla="*/ 33899 w 82049"/>
                <a:gd name="connsiteY16" fmla="*/ 24866 h 77827"/>
                <a:gd name="connsiteX17" fmla="*/ 36797 w 82049"/>
                <a:gd name="connsiteY17" fmla="*/ 40325 h 77827"/>
                <a:gd name="connsiteX18" fmla="*/ 38718 w 82049"/>
                <a:gd name="connsiteY18" fmla="*/ 50592 h 77827"/>
                <a:gd name="connsiteX19" fmla="*/ 45723 w 82049"/>
                <a:gd name="connsiteY19" fmla="*/ 32064 h 77827"/>
                <a:gd name="connsiteX20" fmla="*/ 47269 w 82049"/>
                <a:gd name="connsiteY20" fmla="*/ 27982 h 77827"/>
                <a:gd name="connsiteX21" fmla="*/ 49684 w 82049"/>
                <a:gd name="connsiteY21" fmla="*/ 25434 h 77827"/>
                <a:gd name="connsiteX22" fmla="*/ 52595 w 82049"/>
                <a:gd name="connsiteY22" fmla="*/ 28332 h 77827"/>
                <a:gd name="connsiteX23" fmla="*/ 54081 w 82049"/>
                <a:gd name="connsiteY23" fmla="*/ 33429 h 77827"/>
                <a:gd name="connsiteX24" fmla="*/ 57028 w 82049"/>
                <a:gd name="connsiteY24" fmla="*/ 43562 h 77827"/>
                <a:gd name="connsiteX25" fmla="*/ 59939 w 82049"/>
                <a:gd name="connsiteY25" fmla="*/ 40362 h 77827"/>
                <a:gd name="connsiteX26" fmla="*/ 63067 w 82049"/>
                <a:gd name="connsiteY26" fmla="*/ 37004 h 77827"/>
                <a:gd name="connsiteX27" fmla="*/ 67898 w 82049"/>
                <a:gd name="connsiteY27" fmla="*/ 36545 h 77827"/>
                <a:gd name="connsiteX28" fmla="*/ 72391 w 82049"/>
                <a:gd name="connsiteY28" fmla="*/ 36545 h 77827"/>
                <a:gd name="connsiteX29" fmla="*/ 69432 w 82049"/>
                <a:gd name="connsiteY29" fmla="*/ 41376 h 77827"/>
                <a:gd name="connsiteX30" fmla="*/ 65506 w 82049"/>
                <a:gd name="connsiteY30" fmla="*/ 41376 h 77827"/>
                <a:gd name="connsiteX31" fmla="*/ 57740 w 82049"/>
                <a:gd name="connsiteY31" fmla="*/ 49927 h 77827"/>
                <a:gd name="connsiteX32" fmla="*/ 54338 w 82049"/>
                <a:gd name="connsiteY32" fmla="*/ 50230 h 77827"/>
                <a:gd name="connsiteX33" fmla="*/ 53827 w 82049"/>
                <a:gd name="connsiteY33" fmla="*/ 49637 h 77827"/>
                <a:gd name="connsiteX34" fmla="*/ 53260 w 82049"/>
                <a:gd name="connsiteY34" fmla="*/ 47995 h 77827"/>
                <a:gd name="connsiteX35" fmla="*/ 51243 w 82049"/>
                <a:gd name="connsiteY35" fmla="*/ 41098 h 77827"/>
                <a:gd name="connsiteX36" fmla="*/ 49600 w 82049"/>
                <a:gd name="connsiteY36" fmla="*/ 35446 h 77827"/>
                <a:gd name="connsiteX37" fmla="*/ 40385 w 82049"/>
                <a:gd name="connsiteY37" fmla="*/ 59807 h 77827"/>
                <a:gd name="connsiteX38" fmla="*/ 39285 w 82049"/>
                <a:gd name="connsiteY38" fmla="*/ 61474 h 77827"/>
                <a:gd name="connsiteX39" fmla="*/ 35927 w 82049"/>
                <a:gd name="connsiteY39" fmla="*/ 60850 h 77827"/>
                <a:gd name="connsiteX40" fmla="*/ 35541 w 82049"/>
                <a:gd name="connsiteY40" fmla="*/ 59916 h 77827"/>
                <a:gd name="connsiteX41" fmla="*/ 34901 w 82049"/>
                <a:gd name="connsiteY41" fmla="*/ 56534 h 77827"/>
                <a:gd name="connsiteX42" fmla="*/ 31846 w 82049"/>
                <a:gd name="connsiteY42" fmla="*/ 40229 h 77827"/>
                <a:gd name="connsiteX43" fmla="*/ 29563 w 82049"/>
                <a:gd name="connsiteY43" fmla="*/ 28042 h 77827"/>
                <a:gd name="connsiteX44" fmla="*/ 26157 w 82049"/>
                <a:gd name="connsiteY44" fmla="*/ 38272 h 77827"/>
                <a:gd name="connsiteX45" fmla="*/ 23270 w 82049"/>
                <a:gd name="connsiteY45" fmla="*/ 41376 h 77827"/>
                <a:gd name="connsiteX46" fmla="*/ 17944 w 82049"/>
                <a:gd name="connsiteY46" fmla="*/ 41376 h 77827"/>
                <a:gd name="connsiteX47" fmla="*/ 12509 w 82049"/>
                <a:gd name="connsiteY47" fmla="*/ 41376 h 77827"/>
                <a:gd name="connsiteX48" fmla="*/ 9550 w 82049"/>
                <a:gd name="connsiteY48" fmla="*/ 36545 h 7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82049" h="77827" extrusionOk="0">
                  <a:moveTo>
                    <a:pt x="41327" y="77561"/>
                  </a:moveTo>
                  <a:cubicBezTo>
                    <a:pt x="46623" y="73380"/>
                    <a:pt x="51675" y="68900"/>
                    <a:pt x="56460" y="64143"/>
                  </a:cubicBezTo>
                  <a:cubicBezTo>
                    <a:pt x="63396" y="57535"/>
                    <a:pt x="69530" y="50132"/>
                    <a:pt x="74734" y="42089"/>
                  </a:cubicBezTo>
                  <a:cubicBezTo>
                    <a:pt x="79565" y="34311"/>
                    <a:pt x="84179" y="24214"/>
                    <a:pt x="81002" y="14986"/>
                  </a:cubicBezTo>
                  <a:cubicBezTo>
                    <a:pt x="78430" y="7353"/>
                    <a:pt x="71292" y="867"/>
                    <a:pt x="63091" y="82"/>
                  </a:cubicBezTo>
                  <a:cubicBezTo>
                    <a:pt x="52728" y="-944"/>
                    <a:pt x="45228" y="7824"/>
                    <a:pt x="40988" y="16218"/>
                  </a:cubicBezTo>
                  <a:cubicBezTo>
                    <a:pt x="37111" y="8537"/>
                    <a:pt x="30698" y="614"/>
                    <a:pt x="21434" y="34"/>
                  </a:cubicBezTo>
                  <a:cubicBezTo>
                    <a:pt x="13209" y="-473"/>
                    <a:pt x="5552" y="5312"/>
                    <a:pt x="2013" y="12498"/>
                  </a:cubicBezTo>
                  <a:cubicBezTo>
                    <a:pt x="-2419" y="21520"/>
                    <a:pt x="1192" y="31666"/>
                    <a:pt x="5854" y="39770"/>
                  </a:cubicBezTo>
                  <a:cubicBezTo>
                    <a:pt x="10685" y="48224"/>
                    <a:pt x="17111" y="55652"/>
                    <a:pt x="23898" y="62525"/>
                  </a:cubicBezTo>
                  <a:cubicBezTo>
                    <a:pt x="29249" y="67999"/>
                    <a:pt x="34958" y="73111"/>
                    <a:pt x="40988" y="77827"/>
                  </a:cubicBezTo>
                  <a:close/>
                  <a:moveTo>
                    <a:pt x="21664" y="36497"/>
                  </a:moveTo>
                  <a:lnTo>
                    <a:pt x="25287" y="25627"/>
                  </a:lnTo>
                  <a:lnTo>
                    <a:pt x="27437" y="19165"/>
                  </a:lnTo>
                  <a:cubicBezTo>
                    <a:pt x="27993" y="17486"/>
                    <a:pt x="28850" y="15240"/>
                    <a:pt x="31169" y="16206"/>
                  </a:cubicBezTo>
                  <a:cubicBezTo>
                    <a:pt x="32570" y="16798"/>
                    <a:pt x="32655" y="18247"/>
                    <a:pt x="32896" y="19515"/>
                  </a:cubicBezTo>
                  <a:lnTo>
                    <a:pt x="33899" y="24866"/>
                  </a:lnTo>
                  <a:lnTo>
                    <a:pt x="36797" y="40325"/>
                  </a:lnTo>
                  <a:lnTo>
                    <a:pt x="38718" y="50592"/>
                  </a:lnTo>
                  <a:lnTo>
                    <a:pt x="45723" y="32064"/>
                  </a:lnTo>
                  <a:lnTo>
                    <a:pt x="47269" y="27982"/>
                  </a:lnTo>
                  <a:cubicBezTo>
                    <a:pt x="47716" y="26774"/>
                    <a:pt x="48175" y="25566"/>
                    <a:pt x="49684" y="25434"/>
                  </a:cubicBezTo>
                  <a:cubicBezTo>
                    <a:pt x="51605" y="25240"/>
                    <a:pt x="52172" y="26883"/>
                    <a:pt x="52595" y="28332"/>
                  </a:cubicBezTo>
                  <a:lnTo>
                    <a:pt x="54081" y="33429"/>
                  </a:lnTo>
                  <a:lnTo>
                    <a:pt x="57028" y="43562"/>
                  </a:lnTo>
                  <a:lnTo>
                    <a:pt x="59939" y="40362"/>
                  </a:lnTo>
                  <a:cubicBezTo>
                    <a:pt x="60870" y="39143"/>
                    <a:pt x="61917" y="38019"/>
                    <a:pt x="63067" y="37004"/>
                  </a:cubicBezTo>
                  <a:cubicBezTo>
                    <a:pt x="64274" y="36159"/>
                    <a:pt x="66509" y="36545"/>
                    <a:pt x="67898" y="36545"/>
                  </a:cubicBezTo>
                  <a:lnTo>
                    <a:pt x="72391" y="36545"/>
                  </a:lnTo>
                  <a:cubicBezTo>
                    <a:pt x="71497" y="38151"/>
                    <a:pt x="70507" y="39770"/>
                    <a:pt x="69432" y="41376"/>
                  </a:cubicBezTo>
                  <a:lnTo>
                    <a:pt x="65506" y="41376"/>
                  </a:lnTo>
                  <a:cubicBezTo>
                    <a:pt x="62934" y="44215"/>
                    <a:pt x="60470" y="47234"/>
                    <a:pt x="57740" y="49927"/>
                  </a:cubicBezTo>
                  <a:cubicBezTo>
                    <a:pt x="56884" y="50950"/>
                    <a:pt x="55361" y="51086"/>
                    <a:pt x="54338" y="50230"/>
                  </a:cubicBezTo>
                  <a:cubicBezTo>
                    <a:pt x="54136" y="50061"/>
                    <a:pt x="53964" y="49861"/>
                    <a:pt x="53827" y="49637"/>
                  </a:cubicBezTo>
                  <a:cubicBezTo>
                    <a:pt x="53565" y="49118"/>
                    <a:pt x="53374" y="48566"/>
                    <a:pt x="53260" y="47995"/>
                  </a:cubicBezTo>
                  <a:lnTo>
                    <a:pt x="51243" y="41098"/>
                  </a:lnTo>
                  <a:lnTo>
                    <a:pt x="49600" y="35446"/>
                  </a:lnTo>
                  <a:cubicBezTo>
                    <a:pt x="46520" y="43574"/>
                    <a:pt x="43561" y="51715"/>
                    <a:pt x="40385" y="59807"/>
                  </a:cubicBezTo>
                  <a:cubicBezTo>
                    <a:pt x="40207" y="60466"/>
                    <a:pt x="39821" y="61051"/>
                    <a:pt x="39285" y="61474"/>
                  </a:cubicBezTo>
                  <a:cubicBezTo>
                    <a:pt x="38186" y="62229"/>
                    <a:pt x="36682" y="61950"/>
                    <a:pt x="35927" y="60850"/>
                  </a:cubicBezTo>
                  <a:cubicBezTo>
                    <a:pt x="35734" y="60569"/>
                    <a:pt x="35602" y="60251"/>
                    <a:pt x="35541" y="59916"/>
                  </a:cubicBezTo>
                  <a:cubicBezTo>
                    <a:pt x="35264" y="58805"/>
                    <a:pt x="35119" y="57645"/>
                    <a:pt x="34901" y="56534"/>
                  </a:cubicBezTo>
                  <a:lnTo>
                    <a:pt x="31846" y="40229"/>
                  </a:lnTo>
                  <a:lnTo>
                    <a:pt x="29563" y="28042"/>
                  </a:lnTo>
                  <a:lnTo>
                    <a:pt x="26157" y="38272"/>
                  </a:lnTo>
                  <a:cubicBezTo>
                    <a:pt x="25638" y="39794"/>
                    <a:pt x="25227" y="41280"/>
                    <a:pt x="23270" y="41376"/>
                  </a:cubicBezTo>
                  <a:cubicBezTo>
                    <a:pt x="21495" y="41461"/>
                    <a:pt x="19707" y="41376"/>
                    <a:pt x="17944" y="41376"/>
                  </a:cubicBezTo>
                  <a:lnTo>
                    <a:pt x="12509" y="41376"/>
                  </a:lnTo>
                  <a:cubicBezTo>
                    <a:pt x="11446" y="39770"/>
                    <a:pt x="10444" y="38151"/>
                    <a:pt x="9550" y="36545"/>
                  </a:cubicBezTo>
                  <a:close/>
                </a:path>
              </a:pathLst>
            </a:custGeom>
            <a:solidFill>
              <a:srgbClr val="000000">
                <a:alpha val="50000"/>
              </a:srgbClr>
            </a:solidFill>
            <a:ln w="1191" cap="flat">
              <a:noFill/>
              <a:prstDash val="solid"/>
              <a:miter/>
            </a:ln>
          </p:spPr>
          <p:txBody>
            <a:bodyPr rtlCol="0" anchor="ctr"/>
            <a:lstStyle/>
            <a:p>
              <a:pPr>
                <a:defRPr/>
              </a:pPr>
              <a:endParaRPr lang="en-IN"/>
            </a:p>
          </p:txBody>
        </p:sp>
        <p:sp>
          <p:nvSpPr>
            <p:cNvPr id="158" name="Freeform: Shape 157"/>
            <p:cNvSpPr/>
            <p:nvPr userDrawn="1"/>
          </p:nvSpPr>
          <p:spPr bwMode="auto">
            <a:xfrm>
              <a:off x="5279136" y="3864865"/>
              <a:ext cx="139252" cy="162353"/>
            </a:xfrm>
            <a:custGeom>
              <a:avLst/>
              <a:gdLst>
                <a:gd name="connsiteX0" fmla="*/ 22958 w 73864"/>
                <a:gd name="connsiteY0" fmla="*/ 22958 h 67875"/>
                <a:gd name="connsiteX1" fmla="*/ 11978 w 73864"/>
                <a:gd name="connsiteY1" fmla="*/ 22958 h 67875"/>
                <a:gd name="connsiteX2" fmla="*/ 11978 w 73864"/>
                <a:gd name="connsiteY2" fmla="*/ 15971 h 67875"/>
                <a:gd name="connsiteX3" fmla="*/ 22958 w 73864"/>
                <a:gd name="connsiteY3" fmla="*/ 15971 h 67875"/>
                <a:gd name="connsiteX4" fmla="*/ 22958 w 73864"/>
                <a:gd name="connsiteY4" fmla="*/ 22958 h 67875"/>
                <a:gd name="connsiteX5" fmla="*/ 37930 w 73864"/>
                <a:gd name="connsiteY5" fmla="*/ 15971 h 67875"/>
                <a:gd name="connsiteX6" fmla="*/ 37930 w 73864"/>
                <a:gd name="connsiteY6" fmla="*/ 22958 h 67875"/>
                <a:gd name="connsiteX7" fmla="*/ 26951 w 73864"/>
                <a:gd name="connsiteY7" fmla="*/ 22958 h 67875"/>
                <a:gd name="connsiteX8" fmla="*/ 26951 w 73864"/>
                <a:gd name="connsiteY8" fmla="*/ 15971 h 67875"/>
                <a:gd name="connsiteX9" fmla="*/ 37930 w 73864"/>
                <a:gd name="connsiteY9" fmla="*/ 15971 h 67875"/>
                <a:gd name="connsiteX10" fmla="*/ 52903 w 73864"/>
                <a:gd name="connsiteY10" fmla="*/ 15971 h 67875"/>
                <a:gd name="connsiteX11" fmla="*/ 52903 w 73864"/>
                <a:gd name="connsiteY11" fmla="*/ 22958 h 67875"/>
                <a:gd name="connsiteX12" fmla="*/ 41923 w 73864"/>
                <a:gd name="connsiteY12" fmla="*/ 22958 h 67875"/>
                <a:gd name="connsiteX13" fmla="*/ 41923 w 73864"/>
                <a:gd name="connsiteY13" fmla="*/ 15971 h 67875"/>
                <a:gd name="connsiteX14" fmla="*/ 52903 w 73864"/>
                <a:gd name="connsiteY14" fmla="*/ 15971 h 67875"/>
                <a:gd name="connsiteX15" fmla="*/ 67875 w 73864"/>
                <a:gd name="connsiteY15" fmla="*/ 15971 h 67875"/>
                <a:gd name="connsiteX16" fmla="*/ 67875 w 73864"/>
                <a:gd name="connsiteY16" fmla="*/ 22958 h 67875"/>
                <a:gd name="connsiteX17" fmla="*/ 56896 w 73864"/>
                <a:gd name="connsiteY17" fmla="*/ 22958 h 67875"/>
                <a:gd name="connsiteX18" fmla="*/ 56896 w 73864"/>
                <a:gd name="connsiteY18" fmla="*/ 15971 h 67875"/>
                <a:gd name="connsiteX19" fmla="*/ 67875 w 73864"/>
                <a:gd name="connsiteY19" fmla="*/ 15971 h 67875"/>
                <a:gd name="connsiteX20" fmla="*/ 67875 w 73864"/>
                <a:gd name="connsiteY20" fmla="*/ 33938 h 67875"/>
                <a:gd name="connsiteX21" fmla="*/ 56896 w 73864"/>
                <a:gd name="connsiteY21" fmla="*/ 33938 h 67875"/>
                <a:gd name="connsiteX22" fmla="*/ 56896 w 73864"/>
                <a:gd name="connsiteY22" fmla="*/ 26951 h 67875"/>
                <a:gd name="connsiteX23" fmla="*/ 67875 w 73864"/>
                <a:gd name="connsiteY23" fmla="*/ 26951 h 67875"/>
                <a:gd name="connsiteX24" fmla="*/ 67875 w 73864"/>
                <a:gd name="connsiteY24" fmla="*/ 33938 h 67875"/>
                <a:gd name="connsiteX25" fmla="*/ 67875 w 73864"/>
                <a:gd name="connsiteY25" fmla="*/ 42422 h 67875"/>
                <a:gd name="connsiteX26" fmla="*/ 56896 w 73864"/>
                <a:gd name="connsiteY26" fmla="*/ 43420 h 67875"/>
                <a:gd name="connsiteX27" fmla="*/ 56896 w 73864"/>
                <a:gd name="connsiteY27" fmla="*/ 37930 h 67875"/>
                <a:gd name="connsiteX28" fmla="*/ 67875 w 73864"/>
                <a:gd name="connsiteY28" fmla="*/ 37930 h 67875"/>
                <a:gd name="connsiteX29" fmla="*/ 67875 w 73864"/>
                <a:gd name="connsiteY29" fmla="*/ 42422 h 67875"/>
                <a:gd name="connsiteX30" fmla="*/ 22958 w 73864"/>
                <a:gd name="connsiteY30" fmla="*/ 37930 h 67875"/>
                <a:gd name="connsiteX31" fmla="*/ 22958 w 73864"/>
                <a:gd name="connsiteY31" fmla="*/ 46415 h 67875"/>
                <a:gd name="connsiteX32" fmla="*/ 11978 w 73864"/>
                <a:gd name="connsiteY32" fmla="*/ 47413 h 67875"/>
                <a:gd name="connsiteX33" fmla="*/ 11978 w 73864"/>
                <a:gd name="connsiteY33" fmla="*/ 37930 h 67875"/>
                <a:gd name="connsiteX34" fmla="*/ 22958 w 73864"/>
                <a:gd name="connsiteY34" fmla="*/ 37930 h 67875"/>
                <a:gd name="connsiteX35" fmla="*/ 22958 w 73864"/>
                <a:gd name="connsiteY35" fmla="*/ 33938 h 67875"/>
                <a:gd name="connsiteX36" fmla="*/ 11978 w 73864"/>
                <a:gd name="connsiteY36" fmla="*/ 33938 h 67875"/>
                <a:gd name="connsiteX37" fmla="*/ 11978 w 73864"/>
                <a:gd name="connsiteY37" fmla="*/ 26951 h 67875"/>
                <a:gd name="connsiteX38" fmla="*/ 22958 w 73864"/>
                <a:gd name="connsiteY38" fmla="*/ 26951 h 67875"/>
                <a:gd name="connsiteX39" fmla="*/ 22958 w 73864"/>
                <a:gd name="connsiteY39" fmla="*/ 33938 h 67875"/>
                <a:gd name="connsiteX40" fmla="*/ 37930 w 73864"/>
                <a:gd name="connsiteY40" fmla="*/ 33938 h 67875"/>
                <a:gd name="connsiteX41" fmla="*/ 26951 w 73864"/>
                <a:gd name="connsiteY41" fmla="*/ 33938 h 67875"/>
                <a:gd name="connsiteX42" fmla="*/ 26951 w 73864"/>
                <a:gd name="connsiteY42" fmla="*/ 26951 h 67875"/>
                <a:gd name="connsiteX43" fmla="*/ 37930 w 73864"/>
                <a:gd name="connsiteY43" fmla="*/ 26951 h 67875"/>
                <a:gd name="connsiteX44" fmla="*/ 37930 w 73864"/>
                <a:gd name="connsiteY44" fmla="*/ 33938 h 67875"/>
                <a:gd name="connsiteX45" fmla="*/ 41923 w 73864"/>
                <a:gd name="connsiteY45" fmla="*/ 33938 h 67875"/>
                <a:gd name="connsiteX46" fmla="*/ 41923 w 73864"/>
                <a:gd name="connsiteY46" fmla="*/ 26951 h 67875"/>
                <a:gd name="connsiteX47" fmla="*/ 52903 w 73864"/>
                <a:gd name="connsiteY47" fmla="*/ 26951 h 67875"/>
                <a:gd name="connsiteX48" fmla="*/ 52903 w 73864"/>
                <a:gd name="connsiteY48" fmla="*/ 33938 h 67875"/>
                <a:gd name="connsiteX49" fmla="*/ 41923 w 73864"/>
                <a:gd name="connsiteY49" fmla="*/ 33938 h 67875"/>
                <a:gd name="connsiteX50" fmla="*/ 37930 w 73864"/>
                <a:gd name="connsiteY50" fmla="*/ 45117 h 67875"/>
                <a:gd name="connsiteX51" fmla="*/ 26951 w 73864"/>
                <a:gd name="connsiteY51" fmla="*/ 46115 h 67875"/>
                <a:gd name="connsiteX52" fmla="*/ 26951 w 73864"/>
                <a:gd name="connsiteY52" fmla="*/ 37930 h 67875"/>
                <a:gd name="connsiteX53" fmla="*/ 37930 w 73864"/>
                <a:gd name="connsiteY53" fmla="*/ 37930 h 67875"/>
                <a:gd name="connsiteX54" fmla="*/ 37930 w 73864"/>
                <a:gd name="connsiteY54" fmla="*/ 45117 h 67875"/>
                <a:gd name="connsiteX55" fmla="*/ 41923 w 73864"/>
                <a:gd name="connsiteY55" fmla="*/ 37930 h 67875"/>
                <a:gd name="connsiteX56" fmla="*/ 52903 w 73864"/>
                <a:gd name="connsiteY56" fmla="*/ 37930 h 67875"/>
                <a:gd name="connsiteX57" fmla="*/ 52903 w 73864"/>
                <a:gd name="connsiteY57" fmla="*/ 43720 h 67875"/>
                <a:gd name="connsiteX58" fmla="*/ 41923 w 73864"/>
                <a:gd name="connsiteY58" fmla="*/ 44718 h 67875"/>
                <a:gd name="connsiteX59" fmla="*/ 41923 w 73864"/>
                <a:gd name="connsiteY59" fmla="*/ 37930 h 67875"/>
                <a:gd name="connsiteX60" fmla="*/ 73864 w 73864"/>
                <a:gd name="connsiteY60" fmla="*/ 47912 h 67875"/>
                <a:gd name="connsiteX61" fmla="*/ 73864 w 73864"/>
                <a:gd name="connsiteY61" fmla="*/ 9982 h 67875"/>
                <a:gd name="connsiteX62" fmla="*/ 11978 w 73864"/>
                <a:gd name="connsiteY62" fmla="*/ 9982 h 67875"/>
                <a:gd name="connsiteX63" fmla="*/ 11978 w 73864"/>
                <a:gd name="connsiteY63" fmla="*/ 8984 h 67875"/>
                <a:gd name="connsiteX64" fmla="*/ 2995 w 73864"/>
                <a:gd name="connsiteY64" fmla="*/ 0 h 67875"/>
                <a:gd name="connsiteX65" fmla="*/ 0 w 73864"/>
                <a:gd name="connsiteY65" fmla="*/ 2995 h 67875"/>
                <a:gd name="connsiteX66" fmla="*/ 2995 w 73864"/>
                <a:gd name="connsiteY66" fmla="*/ 5989 h 67875"/>
                <a:gd name="connsiteX67" fmla="*/ 5989 w 73864"/>
                <a:gd name="connsiteY67" fmla="*/ 8984 h 67875"/>
                <a:gd name="connsiteX68" fmla="*/ 5989 w 73864"/>
                <a:gd name="connsiteY68" fmla="*/ 58892 h 67875"/>
                <a:gd name="connsiteX69" fmla="*/ 14973 w 73864"/>
                <a:gd name="connsiteY69" fmla="*/ 67875 h 67875"/>
                <a:gd name="connsiteX70" fmla="*/ 17967 w 73864"/>
                <a:gd name="connsiteY70" fmla="*/ 67875 h 67875"/>
                <a:gd name="connsiteX71" fmla="*/ 61886 w 73864"/>
                <a:gd name="connsiteY71" fmla="*/ 67875 h 67875"/>
                <a:gd name="connsiteX72" fmla="*/ 70870 w 73864"/>
                <a:gd name="connsiteY72" fmla="*/ 67875 h 67875"/>
                <a:gd name="connsiteX73" fmla="*/ 73864 w 73864"/>
                <a:gd name="connsiteY73" fmla="*/ 64881 h 67875"/>
                <a:gd name="connsiteX74" fmla="*/ 70870 w 73864"/>
                <a:gd name="connsiteY74" fmla="*/ 61886 h 67875"/>
                <a:gd name="connsiteX75" fmla="*/ 14973 w 73864"/>
                <a:gd name="connsiteY75" fmla="*/ 61886 h 67875"/>
                <a:gd name="connsiteX76" fmla="*/ 11978 w 73864"/>
                <a:gd name="connsiteY76" fmla="*/ 58892 h 67875"/>
                <a:gd name="connsiteX77" fmla="*/ 11978 w 73864"/>
                <a:gd name="connsiteY77" fmla="*/ 53402 h 67875"/>
                <a:gd name="connsiteX78" fmla="*/ 73864 w 73864"/>
                <a:gd name="connsiteY78" fmla="*/ 47912 h 6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3864" h="67875" extrusionOk="0">
                  <a:moveTo>
                    <a:pt x="22958" y="22958"/>
                  </a:moveTo>
                  <a:lnTo>
                    <a:pt x="11978" y="22958"/>
                  </a:lnTo>
                  <a:lnTo>
                    <a:pt x="11978" y="15971"/>
                  </a:lnTo>
                  <a:lnTo>
                    <a:pt x="22958" y="15971"/>
                  </a:lnTo>
                  <a:lnTo>
                    <a:pt x="22958" y="22958"/>
                  </a:lnTo>
                  <a:close/>
                  <a:moveTo>
                    <a:pt x="37930" y="15971"/>
                  </a:moveTo>
                  <a:lnTo>
                    <a:pt x="37930" y="22958"/>
                  </a:lnTo>
                  <a:lnTo>
                    <a:pt x="26951" y="22958"/>
                  </a:lnTo>
                  <a:lnTo>
                    <a:pt x="26951" y="15971"/>
                  </a:lnTo>
                  <a:lnTo>
                    <a:pt x="37930" y="15971"/>
                  </a:lnTo>
                  <a:close/>
                  <a:moveTo>
                    <a:pt x="52903" y="15971"/>
                  </a:moveTo>
                  <a:lnTo>
                    <a:pt x="52903" y="22958"/>
                  </a:lnTo>
                  <a:lnTo>
                    <a:pt x="41923" y="22958"/>
                  </a:lnTo>
                  <a:lnTo>
                    <a:pt x="41923" y="15971"/>
                  </a:lnTo>
                  <a:lnTo>
                    <a:pt x="52903" y="15971"/>
                  </a:lnTo>
                  <a:close/>
                  <a:moveTo>
                    <a:pt x="67875" y="15971"/>
                  </a:moveTo>
                  <a:lnTo>
                    <a:pt x="67875" y="22958"/>
                  </a:lnTo>
                  <a:lnTo>
                    <a:pt x="56896" y="22958"/>
                  </a:lnTo>
                  <a:lnTo>
                    <a:pt x="56896" y="15971"/>
                  </a:lnTo>
                  <a:lnTo>
                    <a:pt x="67875" y="15971"/>
                  </a:lnTo>
                  <a:close/>
                  <a:moveTo>
                    <a:pt x="67875" y="33938"/>
                  </a:moveTo>
                  <a:lnTo>
                    <a:pt x="56896" y="33938"/>
                  </a:lnTo>
                  <a:lnTo>
                    <a:pt x="56896" y="26951"/>
                  </a:lnTo>
                  <a:lnTo>
                    <a:pt x="67875" y="26951"/>
                  </a:lnTo>
                  <a:lnTo>
                    <a:pt x="67875" y="33938"/>
                  </a:lnTo>
                  <a:close/>
                  <a:moveTo>
                    <a:pt x="67875" y="42422"/>
                  </a:moveTo>
                  <a:lnTo>
                    <a:pt x="56896" y="43420"/>
                  </a:lnTo>
                  <a:lnTo>
                    <a:pt x="56896" y="37930"/>
                  </a:lnTo>
                  <a:lnTo>
                    <a:pt x="67875" y="37930"/>
                  </a:lnTo>
                  <a:lnTo>
                    <a:pt x="67875" y="42422"/>
                  </a:lnTo>
                  <a:close/>
                  <a:moveTo>
                    <a:pt x="22958" y="37930"/>
                  </a:moveTo>
                  <a:lnTo>
                    <a:pt x="22958" y="46415"/>
                  </a:lnTo>
                  <a:lnTo>
                    <a:pt x="11978" y="47413"/>
                  </a:lnTo>
                  <a:lnTo>
                    <a:pt x="11978" y="37930"/>
                  </a:lnTo>
                  <a:lnTo>
                    <a:pt x="22958" y="37930"/>
                  </a:lnTo>
                  <a:close/>
                  <a:moveTo>
                    <a:pt x="22958" y="33938"/>
                  </a:moveTo>
                  <a:lnTo>
                    <a:pt x="11978" y="33938"/>
                  </a:lnTo>
                  <a:lnTo>
                    <a:pt x="11978" y="26951"/>
                  </a:lnTo>
                  <a:lnTo>
                    <a:pt x="22958" y="26951"/>
                  </a:lnTo>
                  <a:lnTo>
                    <a:pt x="22958" y="33938"/>
                  </a:lnTo>
                  <a:close/>
                  <a:moveTo>
                    <a:pt x="37930" y="33938"/>
                  </a:moveTo>
                  <a:lnTo>
                    <a:pt x="26951" y="33938"/>
                  </a:lnTo>
                  <a:lnTo>
                    <a:pt x="26951" y="26951"/>
                  </a:lnTo>
                  <a:lnTo>
                    <a:pt x="37930" y="26951"/>
                  </a:lnTo>
                  <a:lnTo>
                    <a:pt x="37930" y="33938"/>
                  </a:lnTo>
                  <a:close/>
                  <a:moveTo>
                    <a:pt x="41923" y="33938"/>
                  </a:moveTo>
                  <a:lnTo>
                    <a:pt x="41923" y="26951"/>
                  </a:lnTo>
                  <a:lnTo>
                    <a:pt x="52903" y="26951"/>
                  </a:lnTo>
                  <a:lnTo>
                    <a:pt x="52903" y="33938"/>
                  </a:lnTo>
                  <a:lnTo>
                    <a:pt x="41923" y="33938"/>
                  </a:lnTo>
                  <a:close/>
                  <a:moveTo>
                    <a:pt x="37930" y="45117"/>
                  </a:moveTo>
                  <a:lnTo>
                    <a:pt x="26951" y="46115"/>
                  </a:lnTo>
                  <a:lnTo>
                    <a:pt x="26951" y="37930"/>
                  </a:lnTo>
                  <a:lnTo>
                    <a:pt x="37930" y="37930"/>
                  </a:lnTo>
                  <a:lnTo>
                    <a:pt x="37930" y="45117"/>
                  </a:lnTo>
                  <a:close/>
                  <a:moveTo>
                    <a:pt x="41923" y="37930"/>
                  </a:moveTo>
                  <a:lnTo>
                    <a:pt x="52903" y="37930"/>
                  </a:lnTo>
                  <a:lnTo>
                    <a:pt x="52903" y="43720"/>
                  </a:lnTo>
                  <a:lnTo>
                    <a:pt x="41923" y="44718"/>
                  </a:lnTo>
                  <a:lnTo>
                    <a:pt x="41923" y="37930"/>
                  </a:lnTo>
                  <a:close/>
                  <a:moveTo>
                    <a:pt x="73864" y="47912"/>
                  </a:moveTo>
                  <a:lnTo>
                    <a:pt x="73864" y="9982"/>
                  </a:lnTo>
                  <a:lnTo>
                    <a:pt x="11978" y="9982"/>
                  </a:lnTo>
                  <a:lnTo>
                    <a:pt x="11978" y="8984"/>
                  </a:lnTo>
                  <a:cubicBezTo>
                    <a:pt x="11978" y="3993"/>
                    <a:pt x="7985" y="0"/>
                    <a:pt x="2995" y="0"/>
                  </a:cubicBezTo>
                  <a:cubicBezTo>
                    <a:pt x="1298" y="0"/>
                    <a:pt x="0" y="1298"/>
                    <a:pt x="0" y="2995"/>
                  </a:cubicBezTo>
                  <a:cubicBezTo>
                    <a:pt x="0" y="4691"/>
                    <a:pt x="1298" y="5989"/>
                    <a:pt x="2995" y="5989"/>
                  </a:cubicBezTo>
                  <a:cubicBezTo>
                    <a:pt x="4691" y="5989"/>
                    <a:pt x="5989" y="7287"/>
                    <a:pt x="5989" y="8984"/>
                  </a:cubicBezTo>
                  <a:lnTo>
                    <a:pt x="5989" y="58892"/>
                  </a:lnTo>
                  <a:cubicBezTo>
                    <a:pt x="5989" y="63883"/>
                    <a:pt x="9982" y="67875"/>
                    <a:pt x="14973" y="67875"/>
                  </a:cubicBezTo>
                  <a:lnTo>
                    <a:pt x="17967" y="67875"/>
                  </a:lnTo>
                  <a:lnTo>
                    <a:pt x="61886" y="67875"/>
                  </a:lnTo>
                  <a:lnTo>
                    <a:pt x="70870" y="67875"/>
                  </a:lnTo>
                  <a:cubicBezTo>
                    <a:pt x="72567" y="67875"/>
                    <a:pt x="73864" y="66578"/>
                    <a:pt x="73864" y="64881"/>
                  </a:cubicBezTo>
                  <a:cubicBezTo>
                    <a:pt x="73864" y="63184"/>
                    <a:pt x="72567" y="61886"/>
                    <a:pt x="70870" y="61886"/>
                  </a:cubicBezTo>
                  <a:lnTo>
                    <a:pt x="14973" y="61886"/>
                  </a:lnTo>
                  <a:cubicBezTo>
                    <a:pt x="13276" y="61886"/>
                    <a:pt x="11978" y="60589"/>
                    <a:pt x="11978" y="58892"/>
                  </a:cubicBezTo>
                  <a:lnTo>
                    <a:pt x="11978" y="53402"/>
                  </a:lnTo>
                  <a:lnTo>
                    <a:pt x="73864" y="47912"/>
                  </a:lnTo>
                  <a:close/>
                </a:path>
              </a:pathLst>
            </a:custGeom>
            <a:solidFill>
              <a:srgbClr val="000000">
                <a:alpha val="50000"/>
              </a:srgbClr>
            </a:solidFill>
            <a:ln w="992" cap="flat">
              <a:noFill/>
              <a:prstDash val="solid"/>
              <a:miter/>
            </a:ln>
          </p:spPr>
          <p:txBody>
            <a:bodyPr rtlCol="0" anchor="ctr"/>
            <a:lstStyle/>
            <a:p>
              <a:pPr>
                <a:defRPr/>
              </a:pPr>
              <a:endParaRPr lang="en-IN"/>
            </a:p>
          </p:txBody>
        </p:sp>
        <p:sp>
          <p:nvSpPr>
            <p:cNvPr id="159" name="Freeform: Shape 158"/>
            <p:cNvSpPr/>
            <p:nvPr userDrawn="1"/>
          </p:nvSpPr>
          <p:spPr bwMode="auto">
            <a:xfrm>
              <a:off x="10768561" y="3478696"/>
              <a:ext cx="179874" cy="238336"/>
            </a:xfrm>
            <a:custGeom>
              <a:avLst/>
              <a:gdLst>
                <a:gd name="connsiteX0" fmla="*/ 42514 w 97782"/>
                <a:gd name="connsiteY0" fmla="*/ 39857 h 90342"/>
                <a:gd name="connsiteX1" fmla="*/ 37200 w 97782"/>
                <a:gd name="connsiteY1" fmla="*/ 34543 h 90342"/>
                <a:gd name="connsiteX2" fmla="*/ 42514 w 97782"/>
                <a:gd name="connsiteY2" fmla="*/ 29228 h 90342"/>
                <a:gd name="connsiteX3" fmla="*/ 47828 w 97782"/>
                <a:gd name="connsiteY3" fmla="*/ 34543 h 90342"/>
                <a:gd name="connsiteX4" fmla="*/ 42514 w 97782"/>
                <a:gd name="connsiteY4" fmla="*/ 39857 h 90342"/>
                <a:gd name="connsiteX5" fmla="*/ 97782 w 97782"/>
                <a:gd name="connsiteY5" fmla="*/ 36535 h 90342"/>
                <a:gd name="connsiteX6" fmla="*/ 26704 w 97782"/>
                <a:gd name="connsiteY6" fmla="*/ 7041 h 90342"/>
                <a:gd name="connsiteX7" fmla="*/ 14481 w 97782"/>
                <a:gd name="connsiteY7" fmla="*/ 36535 h 90342"/>
                <a:gd name="connsiteX8" fmla="*/ 38528 w 97782"/>
                <a:gd name="connsiteY8" fmla="*/ 46633 h 90342"/>
                <a:gd name="connsiteX9" fmla="*/ 38528 w 97782"/>
                <a:gd name="connsiteY9" fmla="*/ 51814 h 90342"/>
                <a:gd name="connsiteX10" fmla="*/ 27900 w 97782"/>
                <a:gd name="connsiteY10" fmla="*/ 62442 h 90342"/>
                <a:gd name="connsiteX11" fmla="*/ 7971 w 97782"/>
                <a:gd name="connsiteY11" fmla="*/ 62442 h 90342"/>
                <a:gd name="connsiteX12" fmla="*/ 7971 w 97782"/>
                <a:gd name="connsiteY12" fmla="*/ 0 h 90342"/>
                <a:gd name="connsiteX13" fmla="*/ 0 w 97782"/>
                <a:gd name="connsiteY13" fmla="*/ 0 h 90342"/>
                <a:gd name="connsiteX14" fmla="*/ 0 w 97782"/>
                <a:gd name="connsiteY14" fmla="*/ 90342 h 90342"/>
                <a:gd name="connsiteX15" fmla="*/ 7971 w 97782"/>
                <a:gd name="connsiteY15" fmla="*/ 90342 h 90342"/>
                <a:gd name="connsiteX16" fmla="*/ 7971 w 97782"/>
                <a:gd name="connsiteY16" fmla="*/ 70414 h 90342"/>
                <a:gd name="connsiteX17" fmla="*/ 27900 w 97782"/>
                <a:gd name="connsiteY17" fmla="*/ 70414 h 90342"/>
                <a:gd name="connsiteX18" fmla="*/ 46500 w 97782"/>
                <a:gd name="connsiteY18" fmla="*/ 51814 h 90342"/>
                <a:gd name="connsiteX19" fmla="*/ 46500 w 97782"/>
                <a:gd name="connsiteY19" fmla="*/ 49821 h 90342"/>
                <a:gd name="connsiteX20" fmla="*/ 69085 w 97782"/>
                <a:gd name="connsiteY20" fmla="*/ 59121 h 90342"/>
                <a:gd name="connsiteX21" fmla="*/ 97782 w 97782"/>
                <a:gd name="connsiteY21" fmla="*/ 36535 h 9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82" h="90342" extrusionOk="0">
                  <a:moveTo>
                    <a:pt x="42514" y="39857"/>
                  </a:moveTo>
                  <a:cubicBezTo>
                    <a:pt x="39591" y="39857"/>
                    <a:pt x="37200" y="37465"/>
                    <a:pt x="37200" y="34543"/>
                  </a:cubicBezTo>
                  <a:cubicBezTo>
                    <a:pt x="37200" y="31620"/>
                    <a:pt x="39591" y="29228"/>
                    <a:pt x="42514" y="29228"/>
                  </a:cubicBezTo>
                  <a:cubicBezTo>
                    <a:pt x="45437" y="29228"/>
                    <a:pt x="47828" y="31620"/>
                    <a:pt x="47828" y="34543"/>
                  </a:cubicBezTo>
                  <a:cubicBezTo>
                    <a:pt x="47828" y="37465"/>
                    <a:pt x="45437" y="39857"/>
                    <a:pt x="42514" y="39857"/>
                  </a:cubicBezTo>
                  <a:close/>
                  <a:moveTo>
                    <a:pt x="97782" y="36535"/>
                  </a:moveTo>
                  <a:lnTo>
                    <a:pt x="26704" y="7041"/>
                  </a:lnTo>
                  <a:lnTo>
                    <a:pt x="14481" y="36535"/>
                  </a:lnTo>
                  <a:lnTo>
                    <a:pt x="38528" y="46633"/>
                  </a:lnTo>
                  <a:lnTo>
                    <a:pt x="38528" y="51814"/>
                  </a:lnTo>
                  <a:cubicBezTo>
                    <a:pt x="38528" y="57660"/>
                    <a:pt x="33745" y="62442"/>
                    <a:pt x="27900" y="62442"/>
                  </a:cubicBezTo>
                  <a:lnTo>
                    <a:pt x="7971" y="62442"/>
                  </a:lnTo>
                  <a:lnTo>
                    <a:pt x="7971" y="0"/>
                  </a:lnTo>
                  <a:lnTo>
                    <a:pt x="0" y="0"/>
                  </a:lnTo>
                  <a:lnTo>
                    <a:pt x="0" y="90342"/>
                  </a:lnTo>
                  <a:lnTo>
                    <a:pt x="7971" y="90342"/>
                  </a:lnTo>
                  <a:lnTo>
                    <a:pt x="7971" y="70414"/>
                  </a:lnTo>
                  <a:lnTo>
                    <a:pt x="27900" y="70414"/>
                  </a:lnTo>
                  <a:cubicBezTo>
                    <a:pt x="38130" y="70414"/>
                    <a:pt x="46500" y="62044"/>
                    <a:pt x="46500" y="51814"/>
                  </a:cubicBezTo>
                  <a:lnTo>
                    <a:pt x="46500" y="49821"/>
                  </a:lnTo>
                  <a:lnTo>
                    <a:pt x="69085" y="59121"/>
                  </a:lnTo>
                  <a:lnTo>
                    <a:pt x="97782" y="36535"/>
                  </a:lnTo>
                  <a:close/>
                </a:path>
              </a:pathLst>
            </a:custGeom>
            <a:solidFill>
              <a:srgbClr val="000000">
                <a:alpha val="50000"/>
              </a:srgbClr>
            </a:solidFill>
            <a:ln w="1290" cap="flat">
              <a:noFill/>
              <a:prstDash val="solid"/>
              <a:miter/>
            </a:ln>
          </p:spPr>
          <p:txBody>
            <a:bodyPr rtlCol="0" anchor="ctr"/>
            <a:lstStyle/>
            <a:p>
              <a:pPr>
                <a:defRPr/>
              </a:pPr>
              <a:endParaRPr lang="en-IN"/>
            </a:p>
          </p:txBody>
        </p:sp>
      </p:grpSp>
      <p:sp>
        <p:nvSpPr>
          <p:cNvPr id="4" name="Rectangle 3"/>
          <p:cNvSpPr/>
          <p:nvPr userDrawn="1"/>
        </p:nvSpPr>
        <p:spPr bwMode="auto">
          <a:xfrm>
            <a:off x="0" y="2672179"/>
            <a:ext cx="12192000" cy="1669002"/>
          </a:xfrm>
          <a:prstGeom prst="rect">
            <a:avLst/>
          </a:prstGeom>
          <a:solidFill>
            <a:schemeClr val="tx1">
              <a:lumMod val="95000"/>
              <a:lumOff val="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2" name="Title 1"/>
          <p:cNvSpPr>
            <a:spLocks noGrp="1"/>
          </p:cNvSpPr>
          <p:nvPr>
            <p:ph type="title"/>
          </p:nvPr>
        </p:nvSpPr>
        <p:spPr bwMode="auto">
          <a:xfrm>
            <a:off x="114463" y="2766601"/>
            <a:ext cx="7772400" cy="1463040"/>
          </a:xfrm>
          <a:prstGeom prst="rect">
            <a:avLst/>
          </a:prstGeom>
          <a:ln>
            <a:noFill/>
          </a:ln>
          <a:effectLst>
            <a:outerShdw blurRad="50800" dist="50800" dir="5400000" algn="ctr" rotWithShape="0">
              <a:schemeClr val="tx1"/>
            </a:outerShdw>
          </a:effectLst>
        </p:spPr>
        <p:txBody>
          <a:bodyPr anchor="ctr">
            <a:normAutofit/>
          </a:bodyPr>
          <a:lstStyle>
            <a:lvl1pPr algn="r">
              <a:defRPr sz="5000" b="0" spc="200">
                <a:solidFill>
                  <a:schemeClr val="bg1"/>
                </a:solidFill>
              </a:defRPr>
            </a:lvl1pPr>
          </a:lstStyle>
          <a:p>
            <a:pPr>
              <a:defRPr/>
            </a:pPr>
            <a:r>
              <a:rPr lang="en-US"/>
              <a:t>Click to edit Master title style</a:t>
            </a:r>
            <a:endParaRPr/>
          </a:p>
        </p:txBody>
      </p:sp>
      <p:sp>
        <p:nvSpPr>
          <p:cNvPr id="3" name="Text Placeholder 2"/>
          <p:cNvSpPr>
            <a:spLocks noGrp="1"/>
          </p:cNvSpPr>
          <p:nvPr>
            <p:ph type="body" idx="1"/>
          </p:nvPr>
        </p:nvSpPr>
        <p:spPr bwMode="auto">
          <a:xfrm>
            <a:off x="8267863" y="2766601"/>
            <a:ext cx="3200400" cy="1463040"/>
          </a:xfrm>
          <a:effectLst>
            <a:outerShdw blurRad="50800" dist="50800" dir="5400000" algn="ctr" rotWithShape="0">
              <a:schemeClr val="tx1"/>
            </a:outerShdw>
          </a:effectLst>
        </p:spPr>
        <p:txBody>
          <a:bodyPr lIns="91440" rIns="91440" anchor="ctr">
            <a:normAutofit/>
          </a:bodyPr>
          <a:lstStyle>
            <a:lvl1pPr marL="0" indent="0">
              <a:lnSpc>
                <a:spcPct val="100000"/>
              </a:lnSpc>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cxnSp>
        <p:nvCxnSpPr>
          <p:cNvPr id="8" name="Straight Connector 7"/>
          <p:cNvCxnSpPr>
            <a:cxnSpLocks/>
          </p:cNvCxnSpPr>
          <p:nvPr/>
        </p:nvCxnSpPr>
        <p:spPr bwMode="auto">
          <a:xfrm flipV="1">
            <a:off x="8044106" y="3070569"/>
            <a:ext cx="0" cy="914400"/>
          </a:xfrm>
          <a:prstGeom prst="line">
            <a:avLst/>
          </a:prstGeom>
          <a:ln w="19050">
            <a:solidFill>
              <a:schemeClr val="bg1"/>
            </a:solidFill>
          </a:ln>
          <a:effectLst>
            <a:outerShdw blurRad="50800" dist="50800" dir="5400000" algn="ctr" rotWithShape="0">
              <a:schemeClr val="tx1"/>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024128" y="585216"/>
            <a:ext cx="9720072" cy="1499616"/>
          </a:xfrm>
        </p:spPr>
        <p:txBody>
          <a:bodyPr/>
          <a:lstStyle/>
          <a:p>
            <a:pPr>
              <a:defRPr/>
            </a:pPr>
            <a:r>
              <a:rPr lang="en-US"/>
              <a:t>Click to edit Master title style</a:t>
            </a:r>
          </a:p>
        </p:txBody>
      </p:sp>
      <p:sp>
        <p:nvSpPr>
          <p:cNvPr id="3" name="Content Placeholder 2"/>
          <p:cNvSpPr>
            <a:spLocks noGrp="1"/>
          </p:cNvSpPr>
          <p:nvPr>
            <p:ph sz="half" idx="1"/>
          </p:nvPr>
        </p:nvSpPr>
        <p:spPr bwMode="auto">
          <a:xfrm>
            <a:off x="1024127" y="2286000"/>
            <a:ext cx="4754880" cy="402336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5989320" y="2286000"/>
            <a:ext cx="4754880" cy="402336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Slide Number Placeholder 6"/>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0" name="Title 9"/>
          <p:cNvSpPr>
            <a:spLocks noGrp="1"/>
          </p:cNvSpPr>
          <p:nvPr>
            <p:ph type="title" hasCustomPrompt="1"/>
          </p:nvPr>
        </p:nvSpPr>
        <p:spPr bwMode="auto">
          <a:xfrm>
            <a:off x="204186" y="0"/>
            <a:ext cx="10138296" cy="504543"/>
          </a:xfrm>
        </p:spPr>
        <p:txBody>
          <a:bodyPr>
            <a:normAutofit/>
          </a:bodyPr>
          <a:lstStyle>
            <a:lvl1pPr>
              <a:defRPr sz="2400"/>
            </a:lvl1pPr>
          </a:lstStyle>
          <a:p>
            <a:pPr>
              <a:defRPr/>
            </a:pPr>
            <a:r>
              <a:rPr lang="en-US"/>
              <a:t>Click to edit the Master title style</a:t>
            </a:r>
            <a:endParaRPr/>
          </a:p>
        </p:txBody>
      </p:sp>
      <p:sp>
        <p:nvSpPr>
          <p:cNvPr id="3" name="Text Placeholder 2"/>
          <p:cNvSpPr>
            <a:spLocks noGrp="1"/>
          </p:cNvSpPr>
          <p:nvPr>
            <p:ph type="body" idx="1"/>
          </p:nvPr>
        </p:nvSpPr>
        <p:spPr bwMode="auto">
          <a:xfrm>
            <a:off x="1024128" y="2179636"/>
            <a:ext cx="4754880" cy="822960"/>
          </a:xfrm>
        </p:spPr>
        <p:txBody>
          <a:bodyPr lIns="137160" rIns="137160" anchor="ctr">
            <a:normAutofit/>
          </a:bodyPr>
          <a:lstStyle>
            <a:lvl1pPr marL="0" indent="0">
              <a:spcBef>
                <a:spcPts val="0"/>
              </a:spcBef>
              <a:spcAft>
                <a:spcPts val="0"/>
              </a:spcAft>
              <a:buNone/>
              <a:defRPr sz="2300" b="0" cap="none">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1024128" y="2967788"/>
            <a:ext cx="4754880" cy="3341572"/>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5990888" y="2179636"/>
            <a:ext cx="4754880" cy="822960"/>
          </a:xfrm>
        </p:spPr>
        <p:txBody>
          <a:bodyPr lIns="137160" rIns="137160" anchor="ctr">
            <a:normAutofit/>
          </a:bodyPr>
          <a:lstStyle>
            <a:lvl1pPr marL="0" indent="0">
              <a:spcBef>
                <a:spcPts val="0"/>
              </a:spcBef>
              <a:spcAft>
                <a:spcPts val="0"/>
              </a:spcAft>
              <a:buNone/>
              <a:defRPr lang="en-US" sz="2300" b="0" cap="none">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a:lnSpc>
                <a:spcPct val="90000"/>
              </a:lnSpc>
              <a:spcBef>
                <a:spcPts val="1800"/>
              </a:spcBef>
              <a:buNone/>
              <a:defRPr/>
            </a:pPr>
            <a:r>
              <a:rPr lang="en-US"/>
              <a:t>Click to edit Master text styles</a:t>
            </a:r>
            <a:endParaRPr/>
          </a:p>
        </p:txBody>
      </p:sp>
      <p:sp>
        <p:nvSpPr>
          <p:cNvPr id="6" name="Content Placeholder 5"/>
          <p:cNvSpPr>
            <a:spLocks noGrp="1"/>
          </p:cNvSpPr>
          <p:nvPr>
            <p:ph sz="quarter" idx="4"/>
          </p:nvPr>
        </p:nvSpPr>
        <p:spPr bwMode="auto">
          <a:xfrm>
            <a:off x="5990888" y="2967788"/>
            <a:ext cx="4754880" cy="3341572"/>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 name="Slide Number Placeholder 8"/>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05200" y="0"/>
            <a:ext cx="10218195" cy="504543"/>
          </a:xfrm>
        </p:spPr>
        <p:txBody>
          <a:bodyPr>
            <a:normAutofit/>
          </a:bodyPr>
          <a:lstStyle>
            <a:lvl1pPr>
              <a:defRPr sz="2400"/>
            </a:lvl1pPr>
          </a:lstStyle>
          <a:p>
            <a:pPr>
              <a:defRPr/>
            </a:pPr>
            <a:r>
              <a:rPr lang="en-US"/>
              <a:t>Click to edit Master title style</a:t>
            </a:r>
            <a:endParaRPr/>
          </a:p>
        </p:txBody>
      </p:sp>
      <p:sp>
        <p:nvSpPr>
          <p:cNvPr id="5" name="Slide Number Placeholder 4"/>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showMasterPhAnim="0" type="blank" preserve="1" userDrawn="1">
  <p:cSld name="Blank">
    <p:spTree>
      <p:nvGrpSpPr>
        <p:cNvPr id="1" name=""/>
        <p:cNvGrpSpPr/>
        <p:nvPr/>
      </p:nvGrpSpPr>
      <p:grpSpPr bwMode="auto">
        <a:xfrm>
          <a:off x="0" y="0"/>
          <a:ext cx="0" cy="0"/>
          <a:chOff x="0" y="0"/>
          <a:chExt cx="0" cy="0"/>
        </a:xfrm>
      </p:grpSpPr>
      <p:sp>
        <p:nvSpPr>
          <p:cNvPr id="4" name="Slide Number Placeholder 3"/>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8" name="Title 7"/>
          <p:cNvSpPr>
            <a:spLocks noGrp="1"/>
          </p:cNvSpPr>
          <p:nvPr>
            <p:ph type="title"/>
          </p:nvPr>
        </p:nvSpPr>
        <p:spPr bwMode="auto">
          <a:xfrm>
            <a:off x="1024128" y="471509"/>
            <a:ext cx="4389120" cy="1737360"/>
          </a:xfrm>
        </p:spPr>
        <p:txBody>
          <a:bodyPr>
            <a:noAutofit/>
          </a:bodyPr>
          <a:lstStyle>
            <a:lvl1pPr>
              <a:lnSpc>
                <a:spcPct val="80000"/>
              </a:lnSpc>
              <a:defRPr sz="4000"/>
            </a:lvl1pPr>
          </a:lstStyle>
          <a:p>
            <a:pPr>
              <a:defRPr/>
            </a:pPr>
            <a:r>
              <a:rPr lang="en-US"/>
              <a:t>Click to edit Master title style</a:t>
            </a:r>
            <a:endParaRPr/>
          </a:p>
        </p:txBody>
      </p:sp>
      <p:sp>
        <p:nvSpPr>
          <p:cNvPr id="3" name="Content Placeholder 2"/>
          <p:cNvSpPr>
            <a:spLocks noGrp="1"/>
          </p:cNvSpPr>
          <p:nvPr>
            <p:ph idx="1"/>
          </p:nvPr>
        </p:nvSpPr>
        <p:spPr bwMode="auto">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Text Placeholder 3"/>
          <p:cNvSpPr>
            <a:spLocks noGrp="1"/>
          </p:cNvSpPr>
          <p:nvPr>
            <p:ph type="body" sz="half" idx="2"/>
          </p:nvPr>
        </p:nvSpPr>
        <p:spPr bwMode="auto">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 name="Slide Number Placeholder 6"/>
          <p:cNvSpPr>
            <a:spLocks noGrp="1"/>
          </p:cNvSpPr>
          <p:nvPr>
            <p:ph type="sldNum" sz="quarter" idx="12"/>
          </p:nvPr>
        </p:nvSpPr>
        <p:spPr bwMode="auto">
          <a:xfrm>
            <a:off x="10837333" y="6470704"/>
            <a:ext cx="973667" cy="387294"/>
          </a:xfrm>
          <a:prstGeom prst="rect">
            <a:avLst/>
          </a:prstGeom>
        </p:spPr>
        <p:txBody>
          <a:bodyPr anchor="ctr"/>
          <a:lstStyle>
            <a:lvl1pPr>
              <a:defRPr lang="en-US" sz="1200">
                <a:solidFill>
                  <a:schemeClr val="bg1">
                    <a:lumMod val="50000"/>
                  </a:schemeClr>
                </a:solidFill>
                <a:latin typeface="Calibri"/>
                <a:cs typeface="Calibri"/>
              </a:defRPr>
            </a:lvl1pPr>
          </a:lstStyle>
          <a:p>
            <a:pPr algn="ctr">
              <a:defRPr/>
            </a:pPr>
            <a:fld id="{4FAB73BC-B049-4115-A692-8D63A059BFB8}" type="slidenum">
              <a:rPr lang="en-IN"/>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457200" y="4960138"/>
            <a:ext cx="7772400" cy="1463040"/>
          </a:xfrm>
        </p:spPr>
        <p:txBody>
          <a:bodyPr anchor="ctr">
            <a:normAutofit/>
          </a:bodyPr>
          <a:lstStyle>
            <a:lvl1pPr algn="r">
              <a:defRPr sz="5000" spc="2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0" y="-1"/>
            <a:ext cx="12188952" cy="4572000"/>
          </a:xfrm>
          <a:prstGeom prst="rect">
            <a:avLst/>
          </a:prstGeo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7" name="Slide Number Placeholder 6"/>
          <p:cNvSpPr>
            <a:spLocks noGrp="1"/>
          </p:cNvSpPr>
          <p:nvPr>
            <p:ph type="sldNum" sz="quarter" idx="12"/>
          </p:nvPr>
        </p:nvSpPr>
        <p:spPr bwMode="auto">
          <a:xfrm>
            <a:off x="10837333" y="6470704"/>
            <a:ext cx="973667" cy="387294"/>
          </a:xfrm>
          <a:prstGeom prst="rect">
            <a:avLst/>
          </a:prstGeom>
        </p:spPr>
        <p:txBody>
          <a:bodyPr anchor="ctr"/>
          <a:lstStyle>
            <a:lvl1pPr>
              <a:defRPr lang="en-US" sz="1200">
                <a:solidFill>
                  <a:schemeClr val="bg1">
                    <a:lumMod val="50000"/>
                  </a:schemeClr>
                </a:solidFill>
                <a:latin typeface="Calibri"/>
                <a:cs typeface="Calibri"/>
              </a:defRPr>
            </a:lvl1pPr>
          </a:lstStyle>
          <a:p>
            <a:pPr algn="ctr">
              <a:defRPr/>
            </a:pPr>
            <a:fld id="{867E5644-1E61-4311-A31E-84CB9C7AA8A9}" type="slidenum">
              <a:rPr lang="en-IN"/>
              <a:t>‹#›</a:t>
            </a:fld>
            <a:endParaRPr lang="en-IN"/>
          </a:p>
        </p:txBody>
      </p:sp>
      <p:cxnSp>
        <p:nvCxnSpPr>
          <p:cNvPr id="8" name="Straight Connector 7"/>
          <p:cNvCxnSpPr>
            <a:cxnSpLocks/>
          </p:cNvCxnSpPr>
          <p:nvPr/>
        </p:nvCxnSpPr>
        <p:spPr bwMode="auto">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lvl1pPr>
              <a:defRPr sz="2400"/>
            </a:lvl1pPr>
          </a:lstStyle>
          <a:p>
            <a:pPr>
              <a:defRPr/>
            </a:pPr>
            <a:r>
              <a:rPr lang="en-US"/>
              <a:t>Click to edit Master title style</a:t>
            </a:r>
            <a:endParaRP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2" y="762000"/>
            <a:ext cx="2628900" cy="5410200"/>
          </a:xfrm>
        </p:spPr>
        <p:txBody>
          <a:bodyPr vert="eaVert" lIns="45720" tIns="91440" rIns="45720" bIns="91440"/>
          <a:lstStyle/>
          <a:p>
            <a:pPr>
              <a:defRPr/>
            </a:pPr>
            <a:r>
              <a:rPr lang="en-US"/>
              <a:t>Click to edit Master title style</a:t>
            </a:r>
          </a:p>
        </p:txBody>
      </p:sp>
      <p:sp>
        <p:nvSpPr>
          <p:cNvPr id="3" name="Vertical Text Placeholder 2"/>
          <p:cNvSpPr>
            <a:spLocks noGrp="1"/>
          </p:cNvSpPr>
          <p:nvPr>
            <p:ph type="body" orient="vert" idx="1"/>
          </p:nvPr>
        </p:nvSpPr>
        <p:spPr bwMode="auto">
          <a:xfrm>
            <a:off x="990602" y="762000"/>
            <a:ext cx="7581899" cy="5410200"/>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6" name="Slide Number Placeholder 5"/>
          <p:cNvSpPr>
            <a:spLocks noGrp="1"/>
          </p:cNvSpPr>
          <p:nvPr>
            <p:ph type="sldNum" sz="quarter" idx="12"/>
          </p:nvPr>
        </p:nvSpPr>
        <p:spPr bwMode="auto">
          <a:xfrm>
            <a:off x="10837333" y="6470704"/>
            <a:ext cx="973667" cy="387294"/>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4FAB73BC-B049-4115-A692-8D63A059BFB8}" type="slidenum">
              <a:rPr lang="en-US"/>
              <a:t>‹#›</a:t>
            </a:fld>
            <a:endParaRPr lang="en-US"/>
          </a:p>
        </p:txBody>
      </p:sp>
      <p:cxnSp>
        <p:nvCxnSpPr>
          <p:cNvPr id="7" name="Straight Connector 6"/>
          <p:cNvCxnSpPr>
            <a:cxnSpLocks/>
          </p:cNvCxnSpPr>
          <p:nvPr/>
        </p:nvCxnSpPr>
        <p:spPr bwMode="auto">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205200" y="0"/>
            <a:ext cx="10342483" cy="504543"/>
          </a:xfrm>
          <a:prstGeom prst="rect">
            <a:avLst/>
          </a:prstGeom>
        </p:spPr>
        <p:txBody>
          <a:bodyPr vert="horz" lIns="91440" tIns="45720" rIns="91440" bIns="45720" rtlCol="0" anchor="ctr">
            <a:normAutofit/>
          </a:bodyPr>
          <a:lstStyle/>
          <a:p>
            <a:pPr>
              <a:defRPr/>
            </a:pPr>
            <a:r>
              <a:rPr lang="en-US"/>
              <a:t>Title</a:t>
            </a:r>
            <a:endParaRPr/>
          </a:p>
        </p:txBody>
      </p:sp>
      <p:sp>
        <p:nvSpPr>
          <p:cNvPr id="3" name="Text Placeholder 2"/>
          <p:cNvSpPr>
            <a:spLocks noGrp="1"/>
          </p:cNvSpPr>
          <p:nvPr>
            <p:ph type="body" idx="1"/>
          </p:nvPr>
        </p:nvSpPr>
        <p:spPr bwMode="auto">
          <a:xfrm>
            <a:off x="190501" y="733424"/>
            <a:ext cx="11781988" cy="4023360"/>
          </a:xfrm>
          <a:prstGeom prst="rect">
            <a:avLst/>
          </a:prstGeom>
        </p:spPr>
        <p:txBody>
          <a:bodyPr vert="horz" lIns="45720" tIns="45720" rIns="4572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cxnSp>
        <p:nvCxnSpPr>
          <p:cNvPr id="8" name="Straight Connector 7"/>
          <p:cNvCxnSpPr>
            <a:cxnSpLocks/>
          </p:cNvCxnSpPr>
          <p:nvPr userDrawn="1"/>
        </p:nvCxnSpPr>
        <p:spPr bwMode="auto">
          <a:xfrm>
            <a:off x="-7866" y="504543"/>
            <a:ext cx="6098400" cy="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9" name="Straight Connector 8"/>
          <p:cNvCxnSpPr>
            <a:cxnSpLocks/>
          </p:cNvCxnSpPr>
          <p:nvPr userDrawn="1"/>
        </p:nvCxnSpPr>
        <p:spPr bwMode="auto">
          <a:xfrm>
            <a:off x="6085640" y="504543"/>
            <a:ext cx="6098400" cy="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cxnSp>
        <p:nvCxnSpPr>
          <p:cNvPr id="17" name="Straight Connector 16"/>
          <p:cNvCxnSpPr>
            <a:cxnSpLocks/>
          </p:cNvCxnSpPr>
          <p:nvPr userDrawn="1"/>
        </p:nvCxnSpPr>
        <p:spPr bwMode="auto">
          <a:xfrm>
            <a:off x="6087703" y="6470699"/>
            <a:ext cx="6098400" cy="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18" name="Straight Connector 17"/>
          <p:cNvCxnSpPr>
            <a:cxnSpLocks/>
          </p:cNvCxnSpPr>
          <p:nvPr userDrawn="1"/>
        </p:nvCxnSpPr>
        <p:spPr bwMode="auto">
          <a:xfrm>
            <a:off x="-6856" y="6470699"/>
            <a:ext cx="6098400" cy="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sp>
        <p:nvSpPr>
          <p:cNvPr id="20" name="TextBox 19"/>
          <p:cNvSpPr txBox="1"/>
          <p:nvPr userDrawn="1"/>
        </p:nvSpPr>
        <p:spPr bwMode="auto">
          <a:xfrm>
            <a:off x="2334827" y="6541724"/>
            <a:ext cx="8546534" cy="246221"/>
          </a:xfrm>
          <a:prstGeom prst="rect">
            <a:avLst/>
          </a:prstGeom>
          <a:noFill/>
        </p:spPr>
        <p:txBody>
          <a:bodyPr wrap="square">
            <a:spAutoFit/>
          </a:bodyPr>
          <a:lstStyle/>
          <a:p>
            <a:pPr algn="ctr">
              <a:defRPr/>
            </a:pPr>
            <a:r>
              <a:rPr lang="en-US" sz="1000">
                <a:solidFill>
                  <a:schemeClr val="bg1">
                    <a:lumMod val="50000"/>
                  </a:schemeClr>
                </a:solidFill>
                <a:latin typeface="Calibri"/>
                <a:cs typeface="Calibri"/>
              </a:rPr>
              <a:t>Connecting to the digital world</a:t>
            </a:r>
            <a:endParaRPr/>
          </a:p>
        </p:txBody>
      </p:sp>
      <p:sp>
        <p:nvSpPr>
          <p:cNvPr id="23" name="Slide Number Placeholder 2"/>
          <p:cNvSpPr>
            <a:spLocks noGrp="1"/>
          </p:cNvSpPr>
          <p:nvPr>
            <p:ph type="sldNum" sz="quarter" idx="4"/>
          </p:nvPr>
        </p:nvSpPr>
        <p:spPr bwMode="auto">
          <a:xfrm>
            <a:off x="10881361" y="6542420"/>
            <a:ext cx="1105440" cy="295481"/>
          </a:xfrm>
          <a:prstGeom prst="rect">
            <a:avLst/>
          </a:prstGeom>
        </p:spPr>
        <p:txBody>
          <a:bodyPr/>
          <a:lstStyle>
            <a:lvl1pPr>
              <a:defRPr sz="1000"/>
            </a:lvl1pPr>
          </a:lstStyle>
          <a:p>
            <a:pPr algn="r">
              <a:defRPr/>
            </a:pPr>
            <a:fld id="{F1C0037D-97FF-4EC1-B4FA-398A5DCD121F}" type="slidenum">
              <a:rPr lang="en-US">
                <a:solidFill>
                  <a:schemeClr val="bg1">
                    <a:lumMod val="50000"/>
                  </a:schemeClr>
                </a:solidFill>
                <a:latin typeface="Calibri"/>
                <a:cs typeface="Calibri"/>
              </a:rPr>
              <a:t>‹#›</a:t>
            </a:fld>
            <a:endParaRPr lang="en-US">
              <a:solidFill>
                <a:schemeClr val="bg1">
                  <a:lumMod val="50000"/>
                </a:schemeClr>
              </a:solidFill>
              <a:latin typeface="Calibri"/>
              <a:cs typeface="Calibri"/>
            </a:endParaRPr>
          </a:p>
        </p:txBody>
      </p:sp>
      <p:pic>
        <p:nvPicPr>
          <p:cNvPr id="5" name="Graphic 4"/>
          <p:cNvPicPr>
            <a:picLocks noChangeAspect="1"/>
          </p:cNvPicPr>
          <p:nvPr userDrawn="1"/>
        </p:nvPicPr>
        <p:blipFill>
          <a:blip r:embed="rId13">
            <a:extLst>
              <a:ext uri="{96DAC541-7B7A-43D3-8B79-37D633B846F1}">
                <asvg:svgBlip xmlns:asvg="http://schemas.microsoft.com/office/drawing/2016/SVG/main" r:embed="rId14"/>
              </a:ext>
            </a:extLst>
          </a:blip>
          <a:stretch/>
        </p:blipFill>
        <p:spPr bwMode="auto">
          <a:xfrm>
            <a:off x="10657882" y="20099"/>
            <a:ext cx="1328918" cy="448584"/>
          </a:xfrm>
          <a:prstGeom prst="rect">
            <a:avLst/>
          </a:prstGeom>
        </p:spPr>
      </p:pic>
      <p:sp>
        <p:nvSpPr>
          <p:cNvPr id="12" name="TextBox 11"/>
          <p:cNvSpPr txBox="1"/>
          <p:nvPr userDrawn="1"/>
        </p:nvSpPr>
        <p:spPr bwMode="auto">
          <a:xfrm>
            <a:off x="26634" y="6541723"/>
            <a:ext cx="2521257" cy="246221"/>
          </a:xfrm>
          <a:prstGeom prst="rect">
            <a:avLst/>
          </a:prstGeom>
          <a:noFill/>
        </p:spPr>
        <p:txBody>
          <a:bodyPr wrap="square">
            <a:spAutoFit/>
          </a:bodyPr>
          <a:lstStyle/>
          <a:p>
            <a:pPr>
              <a:defRPr/>
            </a:pPr>
            <a:r>
              <a:rPr lang="en-US" sz="1000">
                <a:solidFill>
                  <a:schemeClr val="bg1">
                    <a:lumMod val="50000"/>
                  </a:schemeClr>
                </a:solidFill>
                <a:latin typeface="Calibri"/>
                <a:ea typeface="+mn-ea"/>
                <a:cs typeface="Calibri"/>
              </a:rPr>
              <a:t>© 2021 AdiInfi, All Rights Reserved. </a:t>
            </a:r>
            <a:endParaRPr lang="en-US" sz="1000">
              <a:solidFill>
                <a:schemeClr val="bg1">
                  <a:lumMod val="50000"/>
                </a:schemeClr>
              </a:solidFill>
              <a:latin typeface="Calibri"/>
              <a:cs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a:lnSpc>
          <a:spcPct val="80000"/>
        </a:lnSpc>
        <a:spcBef>
          <a:spcPts val="0"/>
        </a:spcBef>
        <a:buNone/>
        <a:defRPr sz="2800" cap="none" spc="100">
          <a:solidFill>
            <a:schemeClr val="tx1">
              <a:lumMod val="95000"/>
              <a:lumOff val="5000"/>
            </a:schemeClr>
          </a:solidFill>
          <a:latin typeface="Calibri"/>
          <a:ea typeface="+mj-ea"/>
          <a:cs typeface="Calibri"/>
        </a:defRPr>
      </a:lvl1pPr>
    </p:titleStyle>
    <p:bodyStyle>
      <a:lvl1pPr marL="91440" indent="-91440" algn="l" defTabSz="914400">
        <a:lnSpc>
          <a:spcPct val="90000"/>
        </a:lnSpc>
        <a:spcBef>
          <a:spcPts val="1200"/>
        </a:spcBef>
        <a:spcAft>
          <a:spcPts val="200"/>
        </a:spcAft>
        <a:buClr>
          <a:schemeClr val="accent1"/>
        </a:buClr>
        <a:buSzPct val="100000"/>
        <a:buFont typeface="Tw Cen MT"/>
        <a:buChar char=" "/>
        <a:defRPr sz="2200">
          <a:solidFill>
            <a:schemeClr val="tx1"/>
          </a:solidFill>
          <a:latin typeface="Calibri"/>
          <a:ea typeface="+mn-ea"/>
          <a:cs typeface="Calibri"/>
        </a:defRPr>
      </a:lvl1pPr>
      <a:lvl2pPr marL="265176" indent="-137160" algn="l" defTabSz="914400">
        <a:lnSpc>
          <a:spcPct val="90000"/>
        </a:lnSpc>
        <a:spcBef>
          <a:spcPts val="200"/>
        </a:spcBef>
        <a:spcAft>
          <a:spcPts val="400"/>
        </a:spcAft>
        <a:buClr>
          <a:schemeClr val="accent1"/>
        </a:buClr>
        <a:buFont typeface="Wingdings 3"/>
        <a:buChar char=""/>
        <a:defRPr sz="1800">
          <a:solidFill>
            <a:schemeClr val="tx1"/>
          </a:solidFill>
          <a:latin typeface="Calibri"/>
          <a:ea typeface="+mn-ea"/>
          <a:cs typeface="Calibri"/>
        </a:defRPr>
      </a:lvl2pPr>
      <a:lvl3pPr marL="448056" indent="-137160" algn="l" defTabSz="914400">
        <a:lnSpc>
          <a:spcPct val="90000"/>
        </a:lnSpc>
        <a:spcBef>
          <a:spcPts val="200"/>
        </a:spcBef>
        <a:spcAft>
          <a:spcPts val="400"/>
        </a:spcAft>
        <a:buClr>
          <a:schemeClr val="accent1"/>
        </a:buClr>
        <a:buFont typeface="Wingdings 3"/>
        <a:buChar char=""/>
        <a:defRPr sz="1400">
          <a:solidFill>
            <a:schemeClr val="tx1"/>
          </a:solidFill>
          <a:latin typeface="Calibri"/>
          <a:ea typeface="+mn-ea"/>
          <a:cs typeface="Calibri"/>
        </a:defRPr>
      </a:lvl3pPr>
      <a:lvl4pPr marL="594360" indent="-137160" algn="l" defTabSz="914400">
        <a:lnSpc>
          <a:spcPct val="90000"/>
        </a:lnSpc>
        <a:spcBef>
          <a:spcPts val="200"/>
        </a:spcBef>
        <a:spcAft>
          <a:spcPts val="400"/>
        </a:spcAft>
        <a:buClr>
          <a:schemeClr val="accent1"/>
        </a:buClr>
        <a:buFont typeface="Wingdings 3"/>
        <a:buChar char=""/>
        <a:defRPr sz="1400">
          <a:solidFill>
            <a:schemeClr val="tx1"/>
          </a:solidFill>
          <a:latin typeface="Calibri"/>
          <a:ea typeface="+mn-ea"/>
          <a:cs typeface="Calibri"/>
        </a:defRPr>
      </a:lvl4pPr>
      <a:lvl5pPr marL="777240" indent="-137160" algn="l" defTabSz="914400">
        <a:lnSpc>
          <a:spcPct val="90000"/>
        </a:lnSpc>
        <a:spcBef>
          <a:spcPts val="200"/>
        </a:spcBef>
        <a:spcAft>
          <a:spcPts val="400"/>
        </a:spcAft>
        <a:buClr>
          <a:schemeClr val="accent1"/>
        </a:buClr>
        <a:buFont typeface="Wingdings 3"/>
        <a:buChar char=""/>
        <a:defRPr sz="1400">
          <a:solidFill>
            <a:schemeClr val="tx1"/>
          </a:solidFill>
          <a:latin typeface="Calibri"/>
          <a:ea typeface="+mn-ea"/>
          <a:cs typeface="Calibri"/>
        </a:defRPr>
      </a:lvl5pPr>
      <a:lvl6pPr marL="914400"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6pPr>
      <a:lvl7pPr marL="1060704"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7pPr>
      <a:lvl8pPr marL="1216151"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8pPr>
      <a:lvl9pPr marL="1362455"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205200" y="0"/>
            <a:ext cx="10342483" cy="504543"/>
          </a:xfrm>
          <a:prstGeom prst="rect">
            <a:avLst/>
          </a:prstGeom>
        </p:spPr>
        <p:txBody>
          <a:bodyPr vert="horz" lIns="91440" tIns="45720" rIns="91440" bIns="45720" rtlCol="0" anchor="ctr">
            <a:normAutofit/>
          </a:bodyPr>
          <a:lstStyle/>
          <a:p>
            <a:pPr>
              <a:defRPr/>
            </a:pPr>
            <a:r>
              <a:rPr lang="en-US"/>
              <a:t>Title</a:t>
            </a:r>
            <a:endParaRPr/>
          </a:p>
        </p:txBody>
      </p:sp>
      <p:sp>
        <p:nvSpPr>
          <p:cNvPr id="3" name="Text Placeholder 2"/>
          <p:cNvSpPr>
            <a:spLocks noGrp="1"/>
          </p:cNvSpPr>
          <p:nvPr>
            <p:ph type="body" idx="1"/>
          </p:nvPr>
        </p:nvSpPr>
        <p:spPr bwMode="auto">
          <a:xfrm>
            <a:off x="190501" y="733424"/>
            <a:ext cx="11781988" cy="4023360"/>
          </a:xfrm>
          <a:prstGeom prst="rect">
            <a:avLst/>
          </a:prstGeom>
        </p:spPr>
        <p:txBody>
          <a:bodyPr vert="horz" lIns="45720" tIns="45720" rIns="4572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cxnSp>
        <p:nvCxnSpPr>
          <p:cNvPr id="8" name="Straight Connector 7"/>
          <p:cNvCxnSpPr>
            <a:cxnSpLocks/>
          </p:cNvCxnSpPr>
          <p:nvPr userDrawn="1"/>
        </p:nvCxnSpPr>
        <p:spPr bwMode="auto">
          <a:xfrm>
            <a:off x="-7870" y="504543"/>
            <a:ext cx="6098400" cy="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9" name="Straight Connector 8"/>
          <p:cNvCxnSpPr>
            <a:cxnSpLocks/>
          </p:cNvCxnSpPr>
          <p:nvPr userDrawn="1"/>
        </p:nvCxnSpPr>
        <p:spPr bwMode="auto">
          <a:xfrm>
            <a:off x="6085640" y="504543"/>
            <a:ext cx="6098400" cy="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pic>
        <p:nvPicPr>
          <p:cNvPr id="10" name="Picture 9"/>
          <p:cNvPicPr>
            <a:picLocks noChangeAspect="1"/>
          </p:cNvPicPr>
          <p:nvPr userDrawn="1"/>
        </p:nvPicPr>
        <p:blipFill>
          <a:blip r:embed="rId13"/>
          <a:stretch/>
        </p:blipFill>
        <p:spPr bwMode="auto">
          <a:xfrm>
            <a:off x="10762148" y="46002"/>
            <a:ext cx="1228096" cy="417483"/>
          </a:xfrm>
          <a:prstGeom prst="rect">
            <a:avLst/>
          </a:prstGeom>
        </p:spPr>
      </p:pic>
      <p:cxnSp>
        <p:nvCxnSpPr>
          <p:cNvPr id="17" name="Straight Connector 16"/>
          <p:cNvCxnSpPr>
            <a:cxnSpLocks/>
          </p:cNvCxnSpPr>
          <p:nvPr userDrawn="1"/>
        </p:nvCxnSpPr>
        <p:spPr bwMode="auto">
          <a:xfrm>
            <a:off x="6087703" y="6470699"/>
            <a:ext cx="6098400" cy="0"/>
          </a:xfrm>
          <a:prstGeom prst="line">
            <a:avLst/>
          </a:prstGeom>
          <a:ln w="28575">
            <a:solidFill>
              <a:srgbClr val="1589CB"/>
            </a:solidFill>
          </a:ln>
        </p:spPr>
        <p:style>
          <a:lnRef idx="1">
            <a:schemeClr val="dk1"/>
          </a:lnRef>
          <a:fillRef idx="0">
            <a:schemeClr val="dk1"/>
          </a:fillRef>
          <a:effectRef idx="0">
            <a:schemeClr val="dk1"/>
          </a:effectRef>
          <a:fontRef idx="minor">
            <a:schemeClr val="tx1"/>
          </a:fontRef>
        </p:style>
      </p:cxnSp>
      <p:cxnSp>
        <p:nvCxnSpPr>
          <p:cNvPr id="18" name="Straight Connector 17"/>
          <p:cNvCxnSpPr>
            <a:cxnSpLocks/>
          </p:cNvCxnSpPr>
          <p:nvPr userDrawn="1"/>
        </p:nvCxnSpPr>
        <p:spPr bwMode="auto">
          <a:xfrm>
            <a:off x="-6856" y="6470699"/>
            <a:ext cx="6098400" cy="0"/>
          </a:xfrm>
          <a:prstGeom prst="line">
            <a:avLst/>
          </a:prstGeom>
          <a:ln w="28575">
            <a:solidFill>
              <a:srgbClr val="CA7C42"/>
            </a:solidFill>
          </a:ln>
        </p:spPr>
        <p:style>
          <a:lnRef idx="1">
            <a:schemeClr val="dk1"/>
          </a:lnRef>
          <a:fillRef idx="0">
            <a:schemeClr val="dk1"/>
          </a:fillRef>
          <a:effectRef idx="0">
            <a:schemeClr val="dk1"/>
          </a:effectRef>
          <a:fontRef idx="minor">
            <a:schemeClr val="tx1"/>
          </a:fontRef>
        </p:style>
      </p:cxnSp>
      <p:sp>
        <p:nvSpPr>
          <p:cNvPr id="20" name="TextBox 19"/>
          <p:cNvSpPr txBox="1"/>
          <p:nvPr userDrawn="1"/>
        </p:nvSpPr>
        <p:spPr bwMode="auto">
          <a:xfrm>
            <a:off x="10359" y="6541723"/>
            <a:ext cx="2618541" cy="246221"/>
          </a:xfrm>
          <a:prstGeom prst="rect">
            <a:avLst/>
          </a:prstGeom>
          <a:noFill/>
        </p:spPr>
        <p:txBody>
          <a:bodyPr wrap="square">
            <a:spAutoFit/>
          </a:bodyPr>
          <a:lstStyle/>
          <a:p>
            <a:pPr>
              <a:defRPr/>
            </a:pPr>
            <a:r>
              <a:rPr lang="en-US" sz="1000">
                <a:solidFill>
                  <a:schemeClr val="bg1">
                    <a:lumMod val="50000"/>
                  </a:schemeClr>
                </a:solidFill>
                <a:latin typeface="Calibri"/>
                <a:ea typeface="+mn-ea"/>
                <a:cs typeface="Calibri"/>
              </a:rPr>
              <a:t>© 2021 AdiInfi, All Rights Reserved. </a:t>
            </a:r>
            <a:endParaRPr lang="en-US" sz="1000">
              <a:solidFill>
                <a:schemeClr val="bg1">
                  <a:lumMod val="50000"/>
                </a:schemeClr>
              </a:solidFill>
              <a:latin typeface="Calibri"/>
              <a:cs typeface="Calibri"/>
            </a:endParaRPr>
          </a:p>
        </p:txBody>
      </p:sp>
      <p:sp>
        <p:nvSpPr>
          <p:cNvPr id="23" name="Slide Number Placeholder 2"/>
          <p:cNvSpPr>
            <a:spLocks noGrp="1"/>
          </p:cNvSpPr>
          <p:nvPr>
            <p:ph type="sldNum" sz="quarter" idx="4"/>
          </p:nvPr>
        </p:nvSpPr>
        <p:spPr bwMode="auto">
          <a:xfrm>
            <a:off x="11070415" y="6542420"/>
            <a:ext cx="973667" cy="279720"/>
          </a:xfrm>
          <a:prstGeom prst="rect">
            <a:avLst/>
          </a:prstGeom>
        </p:spPr>
        <p:txBody>
          <a:bodyPr/>
          <a:lstStyle>
            <a:lvl1pPr>
              <a:defRPr sz="1000"/>
            </a:lvl1pPr>
          </a:lstStyle>
          <a:p>
            <a:pPr algn="r">
              <a:defRPr/>
            </a:pPr>
            <a:fld id="{4FAB73BC-B049-4115-A692-8D63A059BFB8}" type="slidenum">
              <a:rPr lang="en-US">
                <a:solidFill>
                  <a:schemeClr val="bg1">
                    <a:lumMod val="50000"/>
                  </a:schemeClr>
                </a:solidFill>
                <a:latin typeface="Calibri"/>
                <a:cs typeface="Calibri"/>
              </a:rPr>
              <a:t>‹#›</a:t>
            </a:fld>
            <a:endParaRPr lang="en-US">
              <a:solidFill>
                <a:schemeClr val="bg1">
                  <a:lumMod val="50000"/>
                </a:schemeClr>
              </a:solidFill>
              <a:latin typeface="Calibri"/>
              <a:cs typeface="Calibri"/>
            </a:endParaRPr>
          </a:p>
        </p:txBody>
      </p:sp>
      <p:sp>
        <p:nvSpPr>
          <p:cNvPr id="12" name="TextBox 11"/>
          <p:cNvSpPr txBox="1"/>
          <p:nvPr userDrawn="1"/>
        </p:nvSpPr>
        <p:spPr bwMode="auto">
          <a:xfrm>
            <a:off x="2361459" y="6561882"/>
            <a:ext cx="8708955" cy="246221"/>
          </a:xfrm>
          <a:prstGeom prst="rect">
            <a:avLst/>
          </a:prstGeom>
          <a:noFill/>
        </p:spPr>
        <p:txBody>
          <a:bodyPr wrap="square">
            <a:spAutoFit/>
          </a:bodyPr>
          <a:lstStyle/>
          <a:p>
            <a:pPr algn="ctr">
              <a:defRPr/>
            </a:pPr>
            <a:r>
              <a:rPr lang="en-US" sz="1000">
                <a:solidFill>
                  <a:schemeClr val="bg1">
                    <a:lumMod val="50000"/>
                  </a:schemeClr>
                </a:solidFill>
                <a:latin typeface="Calibri"/>
                <a:cs typeface="Calibri"/>
              </a:rPr>
              <a:t>Connecting to the digital world</a:t>
            </a:r>
            <a:endParaRPr lang="en-IN" sz="10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a:lnSpc>
          <a:spcPct val="80000"/>
        </a:lnSpc>
        <a:spcBef>
          <a:spcPts val="0"/>
        </a:spcBef>
        <a:buNone/>
        <a:defRPr sz="2800" cap="none" spc="100">
          <a:solidFill>
            <a:schemeClr val="tx1">
              <a:lumMod val="95000"/>
              <a:lumOff val="5000"/>
            </a:schemeClr>
          </a:solidFill>
          <a:latin typeface="Calibri"/>
          <a:ea typeface="+mj-ea"/>
          <a:cs typeface="Calibri"/>
        </a:defRPr>
      </a:lvl1pPr>
    </p:titleStyle>
    <p:bodyStyle>
      <a:lvl1pPr marL="91440" indent="-91440" algn="l" defTabSz="914400">
        <a:lnSpc>
          <a:spcPct val="90000"/>
        </a:lnSpc>
        <a:spcBef>
          <a:spcPts val="1200"/>
        </a:spcBef>
        <a:spcAft>
          <a:spcPts val="200"/>
        </a:spcAft>
        <a:buClr>
          <a:schemeClr val="accent1"/>
        </a:buClr>
        <a:buSzPct val="100000"/>
        <a:buFont typeface="Tw Cen MT"/>
        <a:buChar char=" "/>
        <a:defRPr sz="2200">
          <a:solidFill>
            <a:schemeClr val="tx1"/>
          </a:solidFill>
          <a:latin typeface="Calibri"/>
          <a:ea typeface="+mn-ea"/>
          <a:cs typeface="Calibri"/>
        </a:defRPr>
      </a:lvl1pPr>
      <a:lvl2pPr marL="265176" indent="-137160" algn="l" defTabSz="914400">
        <a:lnSpc>
          <a:spcPct val="90000"/>
        </a:lnSpc>
        <a:spcBef>
          <a:spcPts val="200"/>
        </a:spcBef>
        <a:spcAft>
          <a:spcPts val="400"/>
        </a:spcAft>
        <a:buClr>
          <a:schemeClr val="accent1"/>
        </a:buClr>
        <a:buFont typeface="Wingdings 3"/>
        <a:buChar char=""/>
        <a:defRPr sz="1800">
          <a:solidFill>
            <a:schemeClr val="tx1"/>
          </a:solidFill>
          <a:latin typeface="Calibri"/>
          <a:ea typeface="+mn-ea"/>
          <a:cs typeface="Calibri"/>
        </a:defRPr>
      </a:lvl2pPr>
      <a:lvl3pPr marL="448056" indent="-137160" algn="l" defTabSz="914400">
        <a:lnSpc>
          <a:spcPct val="90000"/>
        </a:lnSpc>
        <a:spcBef>
          <a:spcPts val="200"/>
        </a:spcBef>
        <a:spcAft>
          <a:spcPts val="400"/>
        </a:spcAft>
        <a:buClr>
          <a:schemeClr val="accent1"/>
        </a:buClr>
        <a:buFont typeface="Wingdings 3"/>
        <a:buChar char=""/>
        <a:defRPr sz="1400">
          <a:solidFill>
            <a:schemeClr val="tx1"/>
          </a:solidFill>
          <a:latin typeface="Calibri"/>
          <a:ea typeface="+mn-ea"/>
          <a:cs typeface="Calibri"/>
        </a:defRPr>
      </a:lvl3pPr>
      <a:lvl4pPr marL="594360" indent="-137160" algn="l" defTabSz="914400">
        <a:lnSpc>
          <a:spcPct val="90000"/>
        </a:lnSpc>
        <a:spcBef>
          <a:spcPts val="200"/>
        </a:spcBef>
        <a:spcAft>
          <a:spcPts val="400"/>
        </a:spcAft>
        <a:buClr>
          <a:schemeClr val="accent1"/>
        </a:buClr>
        <a:buFont typeface="Wingdings 3"/>
        <a:buChar char=""/>
        <a:defRPr sz="1400">
          <a:solidFill>
            <a:schemeClr val="tx1"/>
          </a:solidFill>
          <a:latin typeface="Calibri"/>
          <a:ea typeface="+mn-ea"/>
          <a:cs typeface="Calibri"/>
        </a:defRPr>
      </a:lvl4pPr>
      <a:lvl5pPr marL="777240" indent="-137160" algn="l" defTabSz="914400">
        <a:lnSpc>
          <a:spcPct val="90000"/>
        </a:lnSpc>
        <a:spcBef>
          <a:spcPts val="200"/>
        </a:spcBef>
        <a:spcAft>
          <a:spcPts val="400"/>
        </a:spcAft>
        <a:buClr>
          <a:schemeClr val="accent1"/>
        </a:buClr>
        <a:buFont typeface="Wingdings 3"/>
        <a:buChar char=""/>
        <a:defRPr sz="1400">
          <a:solidFill>
            <a:schemeClr val="tx1"/>
          </a:solidFill>
          <a:latin typeface="Calibri"/>
          <a:ea typeface="+mn-ea"/>
          <a:cs typeface="Calibri"/>
        </a:defRPr>
      </a:lvl5pPr>
      <a:lvl6pPr marL="914400"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6pPr>
      <a:lvl7pPr marL="1060704"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7pPr>
      <a:lvl8pPr marL="1216151"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8pPr>
      <a:lvl9pPr marL="1362455" indent="-137160" algn="l" defTabSz="914400">
        <a:lnSpc>
          <a:spcPct val="90000"/>
        </a:lnSpc>
        <a:spcBef>
          <a:spcPts val="200"/>
        </a:spcBef>
        <a:spcAft>
          <a:spcPts val="400"/>
        </a:spcAft>
        <a:buClr>
          <a:schemeClr val="accent1"/>
        </a:buClr>
        <a:buFont typeface="Wingdings 3"/>
        <a:buChar char=""/>
        <a:defRPr sz="14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png"/><Relationship Id="rId15" Type="http://schemas.openxmlformats.org/officeDocument/2006/relationships/image" Target="../media/image20.sv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svg"/><Relationship Id="rId4" Type="http://schemas.openxmlformats.org/officeDocument/2006/relationships/image" Target="../media/image9.jp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Subtitle 4"/>
          <p:cNvSpPr>
            <a:spLocks noGrp="1"/>
          </p:cNvSpPr>
          <p:nvPr>
            <p:ph type="subTitle" idx="4294967295"/>
          </p:nvPr>
        </p:nvSpPr>
        <p:spPr bwMode="auto">
          <a:xfrm>
            <a:off x="3955677" y="4928908"/>
            <a:ext cx="5345341" cy="1019310"/>
          </a:xfrm>
        </p:spPr>
        <p:txBody>
          <a:bodyPr/>
          <a:lstStyle/>
          <a:p>
            <a:pPr>
              <a:defRPr/>
            </a:pPr>
            <a:r>
              <a:rPr lang="en-US">
                <a:solidFill>
                  <a:schemeClr val="bg1"/>
                </a:solidFill>
              </a:rPr>
              <a:t>IoT Gateway</a:t>
            </a:r>
            <a:endParaRPr/>
          </a:p>
        </p:txBody>
      </p:sp>
      <p:sp>
        <p:nvSpPr>
          <p:cNvPr id="3" name="Subtitle 2"/>
          <p:cNvSpPr txBox="1"/>
          <p:nvPr/>
        </p:nvSpPr>
        <p:spPr bwMode="auto">
          <a:xfrm>
            <a:off x="10452847" y="4945631"/>
            <a:ext cx="1538363" cy="514816"/>
          </a:xfrm>
          <a:prstGeom prst="rect">
            <a:avLst/>
          </a:prstGeom>
        </p:spPr>
        <p:txBody>
          <a:bodyPr vert="horz" lIns="91440" tIns="45720" rIns="91440" bIns="45720" rtlCol="0" anchor="t">
            <a:normAutofit/>
          </a:bodyPr>
          <a:lstStyle>
            <a:lvl1pPr marL="0" indent="0" algn="l" defTabSz="914400">
              <a:lnSpc>
                <a:spcPct val="100000"/>
              </a:lnSpc>
              <a:spcBef>
                <a:spcPts val="0"/>
              </a:spcBef>
              <a:spcAft>
                <a:spcPts val="200"/>
              </a:spcAft>
              <a:buClr>
                <a:schemeClr val="accent1"/>
              </a:buClr>
              <a:buSzPct val="100000"/>
              <a:buFont typeface="Tw Cen MT"/>
              <a:buNone/>
              <a:defRPr sz="1800">
                <a:solidFill>
                  <a:schemeClr val="tx1">
                    <a:lumMod val="95000"/>
                    <a:lumOff val="5000"/>
                  </a:schemeClr>
                </a:solidFill>
                <a:latin typeface="+mn-lt"/>
                <a:ea typeface="+mn-ea"/>
                <a:cs typeface="+mn-cs"/>
              </a:defRPr>
            </a:lvl1pPr>
            <a:lvl2pPr marL="4572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2pPr>
            <a:lvl3pPr marL="9144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3pPr>
            <a:lvl4pPr marL="13716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4pPr>
            <a:lvl5pPr marL="18288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5pPr>
            <a:lvl6pPr marL="22860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6pPr>
            <a:lvl7pPr marL="27432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7pPr>
            <a:lvl8pPr marL="32004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8pPr>
            <a:lvl9pPr marL="3657600" indent="0" algn="ctr" defTabSz="914400">
              <a:lnSpc>
                <a:spcPct val="90000"/>
              </a:lnSpc>
              <a:spcBef>
                <a:spcPts val="200"/>
              </a:spcBef>
              <a:spcAft>
                <a:spcPts val="400"/>
              </a:spcAft>
              <a:buClr>
                <a:schemeClr val="accent1"/>
              </a:buClr>
              <a:buFont typeface="Wingdings 3"/>
              <a:buNone/>
              <a:defRPr sz="1800">
                <a:solidFill>
                  <a:schemeClr val="tx1"/>
                </a:solidFill>
                <a:latin typeface="+mn-lt"/>
                <a:ea typeface="+mn-ea"/>
                <a:cs typeface="+mn-cs"/>
              </a:defRPr>
            </a:lvl9pPr>
          </a:lstStyle>
          <a:p>
            <a:pPr algn="r">
              <a:defRPr/>
            </a:pPr>
            <a:r>
              <a:rPr lang="en-US" sz="1200">
                <a:solidFill>
                  <a:schemeClr val="bg1">
                    <a:lumMod val="75000"/>
                  </a:schemeClr>
                </a:solidFill>
              </a:rPr>
              <a:t>Date: 03rd Jan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IN" sz="2400">
                <a:solidFill>
                  <a:schemeClr val="tx1"/>
                </a:solidFill>
                <a:ea typeface="Poppins"/>
              </a:rPr>
              <a:t>Confidentiality Notice</a:t>
            </a:r>
            <a:endParaRPr lang="en-IN" sz="2400">
              <a:solidFill>
                <a:schemeClr val="tx1"/>
              </a:solidFill>
            </a:endParaRPr>
          </a:p>
        </p:txBody>
      </p:sp>
      <p:sp>
        <p:nvSpPr>
          <p:cNvPr id="3" name="Content Placeholder 2"/>
          <p:cNvSpPr>
            <a:spLocks noGrp="1"/>
          </p:cNvSpPr>
          <p:nvPr>
            <p:ph idx="1"/>
          </p:nvPr>
        </p:nvSpPr>
        <p:spPr bwMode="auto"/>
        <p:txBody>
          <a:bodyPr>
            <a:normAutofit/>
          </a:bodyPr>
          <a:lstStyle/>
          <a:p>
            <a:pPr marL="0" lvl="0" indent="0" algn="l">
              <a:spcBef>
                <a:spcPts val="0"/>
              </a:spcBef>
              <a:spcAft>
                <a:spcPts val="0"/>
              </a:spcAft>
              <a:buNone/>
              <a:defRPr/>
            </a:pPr>
            <a:r>
              <a:rPr lang="en-US" sz="1800">
                <a:solidFill>
                  <a:srgbClr val="000000"/>
                </a:solidFill>
                <a:ea typeface="Poppins"/>
              </a:rPr>
              <a:t>Copyright © 202</a:t>
            </a:r>
            <a:r>
              <a:rPr lang="en-US" sz="1800">
                <a:ea typeface="Poppins"/>
              </a:rPr>
              <a:t>1</a:t>
            </a:r>
            <a:r>
              <a:rPr lang="en-US" sz="1800">
                <a:solidFill>
                  <a:srgbClr val="000000"/>
                </a:solidFill>
                <a:ea typeface="Poppins"/>
              </a:rPr>
              <a:t> AdiInfi. All rights reserved.</a:t>
            </a:r>
            <a:endParaRPr/>
          </a:p>
          <a:p>
            <a:pPr marL="177800" lvl="0" indent="-101600" algn="just">
              <a:spcBef>
                <a:spcPts val="0"/>
              </a:spcBef>
              <a:spcAft>
                <a:spcPts val="0"/>
              </a:spcAft>
              <a:buNone/>
              <a:defRPr/>
            </a:pPr>
            <a:endParaRPr lang="en-US" sz="1800">
              <a:solidFill>
                <a:srgbClr val="000000"/>
              </a:solidFill>
              <a:ea typeface="Poppins"/>
            </a:endParaRPr>
          </a:p>
          <a:p>
            <a:pPr marL="0" indent="0" algn="just">
              <a:lnSpc>
                <a:spcPct val="100699"/>
              </a:lnSpc>
              <a:spcBef>
                <a:spcPts val="800"/>
              </a:spcBef>
              <a:spcAft>
                <a:spcPts val="0"/>
              </a:spcAft>
              <a:buNone/>
              <a:defRPr/>
            </a:pPr>
            <a:r>
              <a:rPr lang="en-US" sz="1600">
                <a:solidFill>
                  <a:srgbClr val="000000"/>
                </a:solidFill>
                <a:ea typeface="Times New Roman"/>
              </a:rPr>
              <a:t>All files, information, diagrams and material contained in this document are copyright by </a:t>
            </a:r>
            <a:r>
              <a:rPr lang="en-US" sz="1600">
                <a:solidFill>
                  <a:srgbClr val="222222"/>
                </a:solidFill>
                <a:ea typeface="Times New Roman"/>
              </a:rPr>
              <a:t>AdiInfi</a:t>
            </a:r>
            <a:r>
              <a:rPr lang="en-US" sz="1600">
                <a:solidFill>
                  <a:srgbClr val="000000"/>
                </a:solidFill>
                <a:ea typeface="Times New Roman"/>
              </a:rPr>
              <a:t>, and may not be duplicated,</a:t>
            </a:r>
            <a:r>
              <a:rPr lang="en-US" sz="1600">
                <a:solidFill>
                  <a:srgbClr val="222222"/>
                </a:solidFill>
                <a:ea typeface="Times New Roman"/>
              </a:rPr>
              <a:t> copied, modified or adapted, </a:t>
            </a:r>
            <a:r>
              <a:rPr lang="en-US" sz="1600">
                <a:solidFill>
                  <a:srgbClr val="000000"/>
                </a:solidFill>
                <a:ea typeface="Times New Roman"/>
              </a:rPr>
              <a:t>in any way without our written permission. This document may contain our service marks or trademarks as well as those of our affiliates or other companies, in the form of words, graphics, and logos. </a:t>
            </a:r>
            <a:r>
              <a:rPr lang="en-US" sz="1600">
                <a:solidFill>
                  <a:srgbClr val="000000"/>
                </a:solidFill>
                <a:ea typeface="Poppins"/>
              </a:rPr>
              <a:t>This document is authored by AdiInfi and is AdiInfi intellectual property, including the copyrights in all countries in the world. This document is provided under a license to use only with all other rights, including ownership rights, being retained by AdiInfi. This file may not be distributed, copied, or reproduced in any manner, electronic or otherwise, without the express written consent of AdiInfi.</a:t>
            </a:r>
            <a:endParaRPr/>
          </a:p>
          <a:p>
            <a:pPr marL="0" indent="0" algn="just">
              <a:lnSpc>
                <a:spcPct val="100699"/>
              </a:lnSpc>
              <a:spcBef>
                <a:spcPts val="800"/>
              </a:spcBef>
              <a:spcAft>
                <a:spcPts val="0"/>
              </a:spcAft>
              <a:buNone/>
              <a:defRPr/>
            </a:pPr>
            <a:endParaRPr lang="en-US" sz="1800">
              <a:solidFill>
                <a:srgbClr val="000000"/>
              </a:solidFill>
              <a:ea typeface="Poppins"/>
            </a:endParaRPr>
          </a:p>
          <a:p>
            <a:pPr>
              <a:defRPr/>
            </a:pPr>
            <a:endParaRPr lang="en-IN" sz="1800"/>
          </a:p>
        </p:txBody>
      </p:sp>
      <p:sp>
        <p:nvSpPr>
          <p:cNvPr id="4" name="Slide Number Placeholder 3"/>
          <p:cNvSpPr>
            <a:spLocks noGrp="1"/>
          </p:cNvSpPr>
          <p:nvPr>
            <p:ph type="sldNum" sz="quarter" idx="12"/>
          </p:nvPr>
        </p:nvSpPr>
        <p:spPr bwMode="auto"/>
        <p:txBody>
          <a:bodyPr/>
          <a:lstStyle/>
          <a:p>
            <a:pPr>
              <a:defRPr/>
            </a:pPr>
            <a:fld id="{4FAB73BC-B049-4115-A692-8D63A059BFB8}"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9168241" name="Title 1"/>
          <p:cNvSpPr>
            <a:spLocks noGrp="1"/>
          </p:cNvSpPr>
          <p:nvPr>
            <p:ph type="title"/>
          </p:nvPr>
        </p:nvSpPr>
        <p:spPr bwMode="auto">
          <a:xfrm>
            <a:off x="56881" y="2534"/>
            <a:ext cx="10342482" cy="504542"/>
          </a:xfrm>
        </p:spPr>
        <p:txBody>
          <a:bodyPr>
            <a:normAutofit/>
          </a:bodyPr>
          <a:lstStyle>
            <a:lvl1pPr>
              <a:defRPr sz="2400"/>
            </a:lvl1pPr>
          </a:lstStyle>
          <a:p>
            <a:pPr>
              <a:defRPr/>
            </a:pPr>
            <a:r>
              <a:rPr lang="en-US" dirty="0">
                <a:latin typeface="Calibri"/>
                <a:cs typeface="Calibri"/>
              </a:rPr>
              <a:t>High Level Diagram</a:t>
            </a:r>
            <a:endParaRPr dirty="0">
              <a:latin typeface="Calibri"/>
              <a:cs typeface="Calibri"/>
            </a:endParaRPr>
          </a:p>
        </p:txBody>
      </p:sp>
      <p:sp>
        <p:nvSpPr>
          <p:cNvPr id="342830754" name="Slide Number Placeholder 5"/>
          <p:cNvSpPr>
            <a:spLocks noGrp="1"/>
          </p:cNvSpPr>
          <p:nvPr>
            <p:ph type="sldNum" sz="quarter" idx="12"/>
          </p:nvPr>
        </p:nvSpPr>
        <p:spPr bwMode="auto">
          <a:xfrm>
            <a:off x="11061905" y="6367404"/>
            <a:ext cx="973666" cy="387293"/>
          </a:xfrm>
          <a:prstGeom prst="rect">
            <a:avLst/>
          </a:prstGeom>
        </p:spPr>
        <p:txBody>
          <a:bodyPr anchor="ctr"/>
          <a:lstStyle>
            <a:lvl1pPr algn="ctr">
              <a:defRPr sz="1200">
                <a:solidFill>
                  <a:schemeClr val="bg1">
                    <a:lumMod val="50000"/>
                  </a:schemeClr>
                </a:solidFill>
                <a:latin typeface="Calibri"/>
                <a:cs typeface="Calibri"/>
              </a:defRPr>
            </a:lvl1pPr>
          </a:lstStyle>
          <a:p>
            <a:pPr>
              <a:defRPr/>
            </a:pPr>
            <a:fld id="{802CBB6A-B80D-A3C8-0500-88796C663871}" type="slidenum">
              <a:rPr lang="en-US">
                <a:latin typeface="Calibri"/>
                <a:ea typeface="Calibri"/>
                <a:cs typeface="Calibri"/>
              </a:rPr>
              <a:t>3</a:t>
            </a:fld>
            <a:endParaRPr>
              <a:latin typeface="Calibri"/>
              <a:cs typeface="Calibri"/>
            </a:endParaRPr>
          </a:p>
        </p:txBody>
      </p:sp>
      <p:grpSp>
        <p:nvGrpSpPr>
          <p:cNvPr id="1828171103" name="Group 1828171102"/>
          <p:cNvGrpSpPr/>
          <p:nvPr/>
        </p:nvGrpSpPr>
        <p:grpSpPr bwMode="auto">
          <a:xfrm>
            <a:off x="328458" y="663289"/>
            <a:ext cx="11580750" cy="5656977"/>
            <a:chOff x="0" y="0"/>
            <a:chExt cx="11580750" cy="5656977"/>
          </a:xfrm>
        </p:grpSpPr>
        <p:sp>
          <p:nvSpPr>
            <p:cNvPr id="789636742" name="Flowchart: Magnetic Disk 9"/>
            <p:cNvSpPr/>
            <p:nvPr/>
          </p:nvSpPr>
          <p:spPr bwMode="auto">
            <a:xfrm>
              <a:off x="5034517" y="161116"/>
              <a:ext cx="1122992" cy="1056247"/>
            </a:xfrm>
            <a:prstGeom prst="flowChartMagneticDisk">
              <a:avLst/>
            </a:prstGeom>
            <a:solidFill>
              <a:srgbClr val="269AF2"/>
            </a:solidFill>
            <a:ln w="15875" cap="flat" cmpd="sng" algn="ctr">
              <a:solidFill>
                <a:srgbClr val="0070C0"/>
              </a:solidFill>
              <a:prstDash val="soli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defRPr/>
              </a:pPr>
              <a:r>
                <a:rPr sz="1100">
                  <a:latin typeface="Calibri"/>
                  <a:ea typeface="Calibri"/>
                  <a:cs typeface="Calibri"/>
                </a:rPr>
                <a:t>Database Server</a:t>
              </a:r>
              <a:endParaRPr sz="1100">
                <a:latin typeface="Calibri"/>
                <a:cs typeface="Calibri"/>
              </a:endParaRPr>
            </a:p>
          </p:txBody>
        </p:sp>
        <p:sp>
          <p:nvSpPr>
            <p:cNvPr id="43524129" name="Rectangle 26"/>
            <p:cNvSpPr/>
            <p:nvPr/>
          </p:nvSpPr>
          <p:spPr bwMode="auto">
            <a:xfrm>
              <a:off x="4937840" y="46220"/>
              <a:ext cx="5614562" cy="1229711"/>
            </a:xfrm>
            <a:prstGeom prst="rect">
              <a:avLst/>
            </a:prstGeom>
            <a:noFill/>
            <a:ln>
              <a:solidFill>
                <a:srgbClr val="1589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a:lnSpc>
                  <a:spcPct val="100000"/>
                </a:lnSpc>
                <a:spcBef>
                  <a:spcPts val="999"/>
                </a:spcBef>
                <a:spcAft>
                  <a:spcPts val="0"/>
                </a:spcAft>
                <a:buClrTx/>
                <a:buSzTx/>
                <a:buFont typeface="Arial"/>
                <a:buNone/>
                <a:defRPr/>
              </a:pPr>
              <a:endParaRPr lang="en-US" sz="1100" b="1" i="0" u="none" strike="noStrike" cap="none" spc="0">
                <a:solidFill>
                  <a:schemeClr val="bg1"/>
                </a:solidFill>
                <a:latin typeface="Calibri"/>
                <a:cs typeface="Calibri"/>
              </a:endParaRPr>
            </a:p>
          </p:txBody>
        </p:sp>
        <p:grpSp>
          <p:nvGrpSpPr>
            <p:cNvPr id="1975310940" name="Group 1975310939"/>
            <p:cNvGrpSpPr/>
            <p:nvPr/>
          </p:nvGrpSpPr>
          <p:grpSpPr bwMode="auto">
            <a:xfrm>
              <a:off x="7270087" y="111769"/>
              <a:ext cx="1065666" cy="1065666"/>
              <a:chOff x="0" y="0"/>
              <a:chExt cx="1065666" cy="1065666"/>
            </a:xfrm>
          </p:grpSpPr>
          <p:pic>
            <p:nvPicPr>
              <p:cNvPr id="533278864" name="Picture 18" descr="Clouds - Free weather icons"/>
              <p:cNvPicPr>
                <a:picLocks noChangeAspect="1" noChangeArrowheads="1"/>
              </p:cNvPicPr>
              <p:nvPr/>
            </p:nvPicPr>
            <p:blipFill>
              <a:blip r:embed="rId3"/>
              <a:stretch/>
            </p:blipFill>
            <p:spPr bwMode="auto">
              <a:xfrm>
                <a:off x="0" y="0"/>
                <a:ext cx="1065666" cy="1065666"/>
              </a:xfrm>
              <a:prstGeom prst="rect">
                <a:avLst/>
              </a:prstGeom>
              <a:noFill/>
            </p:spPr>
          </p:pic>
          <p:sp>
            <p:nvSpPr>
              <p:cNvPr id="797646514" name="Subtitle 2"/>
              <p:cNvSpPr txBox="1"/>
              <p:nvPr/>
            </p:nvSpPr>
            <p:spPr bwMode="auto">
              <a:xfrm>
                <a:off x="75633" y="448127"/>
                <a:ext cx="914400"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1" i="0" u="none" strike="noStrike" cap="none" spc="0">
                    <a:ln>
                      <a:noFill/>
                    </a:ln>
                    <a:solidFill>
                      <a:schemeClr val="bg1"/>
                    </a:solidFill>
                    <a:latin typeface="Calibri"/>
                    <a:ea typeface="Calibri"/>
                    <a:cs typeface="Calibri"/>
                  </a:rPr>
                  <a:t>Micro Services</a:t>
                </a:r>
                <a:endParaRPr b="1">
                  <a:solidFill>
                    <a:schemeClr val="bg1"/>
                  </a:solidFill>
                  <a:latin typeface="Calibri"/>
                  <a:cs typeface="Calibri"/>
                </a:endParaRPr>
              </a:p>
            </p:txBody>
          </p:sp>
        </p:grpSp>
        <p:grpSp>
          <p:nvGrpSpPr>
            <p:cNvPr id="4848682" name="Group 4848681"/>
            <p:cNvGrpSpPr/>
            <p:nvPr/>
          </p:nvGrpSpPr>
          <p:grpSpPr bwMode="auto">
            <a:xfrm>
              <a:off x="9436714" y="110483"/>
              <a:ext cx="1065666" cy="1157514"/>
              <a:chOff x="0" y="0"/>
              <a:chExt cx="1065666" cy="1157514"/>
            </a:xfrm>
          </p:grpSpPr>
          <p:pic>
            <p:nvPicPr>
              <p:cNvPr id="1498161285" name="Picture 18" descr="Clouds - Free weather icons"/>
              <p:cNvPicPr>
                <a:picLocks noChangeAspect="1" noChangeArrowheads="1"/>
              </p:cNvPicPr>
              <p:nvPr/>
            </p:nvPicPr>
            <p:blipFill>
              <a:blip r:embed="rId3"/>
              <a:stretch/>
            </p:blipFill>
            <p:spPr bwMode="auto">
              <a:xfrm>
                <a:off x="0" y="0"/>
                <a:ext cx="1065666" cy="1157514"/>
              </a:xfrm>
              <a:prstGeom prst="rect">
                <a:avLst/>
              </a:prstGeom>
              <a:noFill/>
            </p:spPr>
          </p:pic>
          <p:sp>
            <p:nvSpPr>
              <p:cNvPr id="2143281708" name="Subtitle 2"/>
              <p:cNvSpPr txBox="1"/>
              <p:nvPr/>
            </p:nvSpPr>
            <p:spPr bwMode="auto">
              <a:xfrm>
                <a:off x="18199" y="469299"/>
                <a:ext cx="1047466" cy="540618"/>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1" i="0" u="none" strike="noStrike" cap="none" spc="0">
                    <a:ln>
                      <a:noFill/>
                    </a:ln>
                    <a:solidFill>
                      <a:schemeClr val="bg1"/>
                    </a:solidFill>
                    <a:latin typeface="Calibri"/>
                    <a:ea typeface="Calibri"/>
                    <a:cs typeface="Calibri"/>
                  </a:rPr>
                  <a:t>MQTT  Broker Server</a:t>
                </a:r>
              </a:p>
            </p:txBody>
          </p:sp>
        </p:grpSp>
        <p:sp>
          <p:nvSpPr>
            <p:cNvPr id="274328829" name="Arrow: Left-Right 274328828"/>
            <p:cNvSpPr/>
            <p:nvPr/>
          </p:nvSpPr>
          <p:spPr bwMode="auto">
            <a:xfrm>
              <a:off x="6157983" y="534942"/>
              <a:ext cx="1100666" cy="412749"/>
            </a:xfrm>
            <a:prstGeom prst="leftRightArrow">
              <a:avLst>
                <a:gd name="adj1" fmla="val 50000"/>
                <a:gd name="adj2" fmla="val 50000"/>
              </a:avLst>
            </a:prstGeom>
            <a:solidFill>
              <a:srgbClr val="CA7C42"/>
            </a:solidFill>
            <a:ln w="15875" cap="flat" cmpd="sng" algn="ctr">
              <a:solidFill>
                <a:srgbClr val="CA7C42"/>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70658807" name="Arrow: Left-Right 2070658806"/>
            <p:cNvSpPr/>
            <p:nvPr/>
          </p:nvSpPr>
          <p:spPr bwMode="auto">
            <a:xfrm>
              <a:off x="8353504" y="534942"/>
              <a:ext cx="1100666" cy="412749"/>
            </a:xfrm>
            <a:prstGeom prst="leftRightArrow">
              <a:avLst>
                <a:gd name="adj1" fmla="val 50000"/>
                <a:gd name="adj2" fmla="val 50000"/>
              </a:avLst>
            </a:prstGeom>
            <a:solidFill>
              <a:srgbClr val="CA7C42"/>
            </a:solidFill>
            <a:ln w="15875" cap="flat" cmpd="sng" algn="ctr">
              <a:solidFill>
                <a:srgbClr val="CA7C42"/>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844632280" name="Subtitle 2"/>
            <p:cNvSpPr txBox="1"/>
            <p:nvPr/>
          </p:nvSpPr>
          <p:spPr bwMode="auto">
            <a:xfrm>
              <a:off x="8231307" y="0"/>
              <a:ext cx="1339336" cy="6892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Machine Data to Store &amp; Commands to Devices</a:t>
              </a:r>
              <a:endParaRPr>
                <a:latin typeface="Calibri"/>
                <a:cs typeface="Calibri"/>
              </a:endParaRPr>
            </a:p>
          </p:txBody>
        </p:sp>
        <p:grpSp>
          <p:nvGrpSpPr>
            <p:cNvPr id="1839864121" name="Group 1839864120"/>
            <p:cNvGrpSpPr/>
            <p:nvPr/>
          </p:nvGrpSpPr>
          <p:grpSpPr bwMode="auto">
            <a:xfrm>
              <a:off x="9098356" y="3117813"/>
              <a:ext cx="2418740" cy="2539163"/>
              <a:chOff x="0" y="0"/>
              <a:chExt cx="2418740" cy="2539163"/>
            </a:xfrm>
          </p:grpSpPr>
          <p:grpSp>
            <p:nvGrpSpPr>
              <p:cNvPr id="1629480189" name="Group 1629480188"/>
              <p:cNvGrpSpPr/>
              <p:nvPr/>
            </p:nvGrpSpPr>
            <p:grpSpPr bwMode="auto">
              <a:xfrm>
                <a:off x="625376" y="1218956"/>
                <a:ext cx="1226081" cy="1320206"/>
                <a:chOff x="0" y="0"/>
                <a:chExt cx="1226081" cy="1320206"/>
              </a:xfrm>
            </p:grpSpPr>
            <p:pic>
              <p:nvPicPr>
                <p:cNvPr id="182328130" name="Picture 10" descr="drugs production machine line icon vector illustration 10174671 Vector Art  at Vecteezy"/>
                <p:cNvPicPr>
                  <a:picLocks noChangeAspect="1" noChangeArrowheads="1"/>
                </p:cNvPicPr>
                <p:nvPr/>
              </p:nvPicPr>
              <p:blipFill>
                <a:blip r:embed="rId4"/>
                <a:stretch/>
              </p:blipFill>
              <p:spPr bwMode="auto">
                <a:xfrm>
                  <a:off x="0" y="0"/>
                  <a:ext cx="1226081" cy="1226081"/>
                </a:xfrm>
                <a:prstGeom prst="rect">
                  <a:avLst/>
                </a:prstGeom>
                <a:noFill/>
              </p:spPr>
            </p:pic>
            <p:sp>
              <p:nvSpPr>
                <p:cNvPr id="128747331" name="Subtitle 2"/>
                <p:cNvSpPr txBox="1"/>
                <p:nvPr/>
              </p:nvSpPr>
              <p:spPr bwMode="auto">
                <a:xfrm>
                  <a:off x="176536" y="957365"/>
                  <a:ext cx="860024"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Machine</a:t>
                  </a:r>
                  <a:endParaRPr>
                    <a:latin typeface="Calibri"/>
                    <a:cs typeface="Calibri"/>
                  </a:endParaRPr>
                </a:p>
              </p:txBody>
            </p:sp>
          </p:grpSp>
          <p:grpSp>
            <p:nvGrpSpPr>
              <p:cNvPr id="247314680" name="Group 247314679"/>
              <p:cNvGrpSpPr/>
              <p:nvPr/>
            </p:nvGrpSpPr>
            <p:grpSpPr bwMode="auto">
              <a:xfrm>
                <a:off x="287526" y="1146664"/>
                <a:ext cx="2131213" cy="284110"/>
                <a:chOff x="0" y="0"/>
                <a:chExt cx="2131213" cy="284110"/>
              </a:xfrm>
            </p:grpSpPr>
            <p:sp>
              <p:nvSpPr>
                <p:cNvPr id="7163362" name="Rectangle: Rounded Corners 1026"/>
                <p:cNvSpPr/>
                <p:nvPr/>
              </p:nvSpPr>
              <p:spPr bwMode="auto">
                <a:xfrm>
                  <a:off x="0" y="0"/>
                  <a:ext cx="2087013" cy="284110"/>
                </a:xfrm>
                <a:prstGeom prst="roundRect">
                  <a:avLst>
                    <a:gd name="adj" fmla="val 0"/>
                  </a:avLst>
                </a:prstGeom>
                <a:noFill/>
                <a:ln w="15875" cap="flat" cmpd="sng" algn="ctr">
                  <a:solidFill>
                    <a:schemeClr val="tx1">
                      <a:lumMod val="94901"/>
                      <a:lumOff val="5099"/>
                    </a:schemeClr>
                  </a:solidFill>
                  <a:prstDash val="solid"/>
                </a:ln>
              </p:spPr>
              <p:style>
                <a:lnRef idx="2">
                  <a:schemeClr val="accent2"/>
                </a:lnRef>
                <a:fillRef idx="1">
                  <a:schemeClr val="lt1"/>
                </a:fillRef>
                <a:effectRef idx="0">
                  <a:schemeClr val="accent2"/>
                </a:effectRef>
                <a:fontRef idx="minor">
                  <a:schemeClr val="dk1"/>
                </a:fontRef>
              </p:style>
              <p:txBody>
                <a:bodyPr rtlCol="0" anchor="ctr"/>
                <a:lstStyle/>
                <a:p>
                  <a:pPr algn="ctr">
                    <a:defRPr/>
                  </a:pPr>
                  <a:endParaRPr>
                    <a:latin typeface="Calibri"/>
                    <a:cs typeface="Calibri"/>
                  </a:endParaRPr>
                </a:p>
              </p:txBody>
            </p:sp>
            <p:grpSp>
              <p:nvGrpSpPr>
                <p:cNvPr id="1065168141" name="Group 1065168140"/>
                <p:cNvGrpSpPr/>
                <p:nvPr/>
              </p:nvGrpSpPr>
              <p:grpSpPr bwMode="auto">
                <a:xfrm>
                  <a:off x="72666" y="24449"/>
                  <a:ext cx="2058546" cy="229262"/>
                  <a:chOff x="0" y="0"/>
                  <a:chExt cx="2058546" cy="229262"/>
                </a:xfrm>
              </p:grpSpPr>
              <p:pic>
                <p:nvPicPr>
                  <p:cNvPr id="1571895930" name="Graphic 48" descr="Processor"/>
                  <p:cNvPicPr>
                    <a:picLocks noChangeAspect="1"/>
                  </p:cNvPicPr>
                  <p:nvPr/>
                </p:nvPicPr>
                <p:blipFill>
                  <a:blip r:embed="rId5"/>
                  <a:stretch/>
                </p:blipFill>
                <p:spPr bwMode="auto">
                  <a:xfrm>
                    <a:off x="0" y="0"/>
                    <a:ext cx="224186" cy="228845"/>
                  </a:xfrm>
                  <a:prstGeom prst="rect">
                    <a:avLst/>
                  </a:prstGeom>
                </p:spPr>
              </p:pic>
              <p:pic>
                <p:nvPicPr>
                  <p:cNvPr id="225767276" name="Graphic 50" descr="Teacher"/>
                  <p:cNvPicPr>
                    <a:picLocks noChangeAspect="1"/>
                  </p:cNvPicPr>
                  <p:nvPr/>
                </p:nvPicPr>
                <p:blipFill>
                  <a:blip r:embed="rId6"/>
                  <a:stretch/>
                </p:blipFill>
                <p:spPr bwMode="auto">
                  <a:xfrm>
                    <a:off x="1381005" y="0"/>
                    <a:ext cx="224186" cy="228845"/>
                  </a:xfrm>
                  <a:prstGeom prst="rect">
                    <a:avLst/>
                  </a:prstGeom>
                </p:spPr>
              </p:pic>
              <p:pic>
                <p:nvPicPr>
                  <p:cNvPr id="1400866630" name="Graphic 51" descr="Box"/>
                  <p:cNvPicPr>
                    <a:picLocks noChangeAspect="1"/>
                  </p:cNvPicPr>
                  <p:nvPr/>
                </p:nvPicPr>
                <p:blipFill>
                  <a:blip r:embed="rId7"/>
                  <a:stretch/>
                </p:blipFill>
                <p:spPr bwMode="auto">
                  <a:xfrm flipH="1">
                    <a:off x="776349" y="0"/>
                    <a:ext cx="224186" cy="228845"/>
                  </a:xfrm>
                  <a:prstGeom prst="rect">
                    <a:avLst/>
                  </a:prstGeom>
                </p:spPr>
              </p:pic>
              <p:sp>
                <p:nvSpPr>
                  <p:cNvPr id="714768723" name="TextBox 52"/>
                  <p:cNvSpPr txBox="1"/>
                  <p:nvPr/>
                </p:nvSpPr>
                <p:spPr bwMode="auto">
                  <a:xfrm>
                    <a:off x="1613042" y="302"/>
                    <a:ext cx="445504"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HMI</a:t>
                    </a:r>
                    <a:endParaRPr sz="900">
                      <a:latin typeface="Calibri"/>
                      <a:cs typeface="Calibri"/>
                    </a:endParaRPr>
                  </a:p>
                </p:txBody>
              </p:sp>
              <p:sp>
                <p:nvSpPr>
                  <p:cNvPr id="1297807509" name="TextBox 54"/>
                  <p:cNvSpPr txBox="1"/>
                  <p:nvPr/>
                </p:nvSpPr>
                <p:spPr bwMode="auto">
                  <a:xfrm>
                    <a:off x="161776" y="302"/>
                    <a:ext cx="677424"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Controller</a:t>
                    </a:r>
                    <a:endParaRPr sz="900">
                      <a:latin typeface="Calibri"/>
                      <a:cs typeface="Calibri"/>
                    </a:endParaRPr>
                  </a:p>
                </p:txBody>
              </p:sp>
              <p:sp>
                <p:nvSpPr>
                  <p:cNvPr id="624521354" name="TextBox 60"/>
                  <p:cNvSpPr txBox="1"/>
                  <p:nvPr/>
                </p:nvSpPr>
                <p:spPr bwMode="auto">
                  <a:xfrm>
                    <a:off x="1008386" y="302"/>
                    <a:ext cx="420661"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PLC</a:t>
                    </a:r>
                    <a:endParaRPr sz="900">
                      <a:latin typeface="Calibri"/>
                      <a:cs typeface="Calibri"/>
                    </a:endParaRPr>
                  </a:p>
                </p:txBody>
              </p:sp>
            </p:grpSp>
          </p:grpSp>
          <p:grpSp>
            <p:nvGrpSpPr>
              <p:cNvPr id="165642439" name="Group 165642438"/>
              <p:cNvGrpSpPr/>
              <p:nvPr/>
            </p:nvGrpSpPr>
            <p:grpSpPr bwMode="auto">
              <a:xfrm>
                <a:off x="939938" y="0"/>
                <a:ext cx="877381" cy="609926"/>
                <a:chOff x="0" y="0"/>
                <a:chExt cx="877381" cy="609926"/>
              </a:xfrm>
            </p:grpSpPr>
            <p:pic>
              <p:nvPicPr>
                <p:cNvPr id="750228596" name="Picture 750228595"/>
                <p:cNvPicPr>
                  <a:picLocks noChangeAspect="1"/>
                </p:cNvPicPr>
                <p:nvPr/>
              </p:nvPicPr>
              <p:blipFill>
                <a:blip r:embed="rId8"/>
                <a:stretch/>
              </p:blipFill>
              <p:spPr bwMode="auto">
                <a:xfrm>
                  <a:off x="0" y="0"/>
                  <a:ext cx="877381" cy="609926"/>
                </a:xfrm>
                <a:prstGeom prst="rect">
                  <a:avLst/>
                </a:prstGeom>
              </p:spPr>
            </p:pic>
            <p:pic>
              <p:nvPicPr>
                <p:cNvPr id="1974902631" name="Picture 1974902630"/>
                <p:cNvPicPr>
                  <a:picLocks noChangeAspect="1"/>
                </p:cNvPicPr>
                <p:nvPr/>
              </p:nvPicPr>
              <p:blipFill>
                <a:blip r:embed="rId9"/>
                <a:stretch/>
              </p:blipFill>
              <p:spPr bwMode="auto">
                <a:xfrm>
                  <a:off x="102635" y="372410"/>
                  <a:ext cx="235333" cy="235333"/>
                </a:xfrm>
                <a:prstGeom prst="rect">
                  <a:avLst/>
                </a:prstGeom>
              </p:spPr>
            </p:pic>
          </p:grpSp>
          <p:sp>
            <p:nvSpPr>
              <p:cNvPr id="329919608" name="Subtitle 2"/>
              <p:cNvSpPr txBox="1"/>
              <p:nvPr/>
            </p:nvSpPr>
            <p:spPr bwMode="auto">
              <a:xfrm>
                <a:off x="0" y="245455"/>
                <a:ext cx="914400"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AdiInfi IoT Gateway</a:t>
                </a:r>
                <a:endParaRPr>
                  <a:latin typeface="Calibri"/>
                  <a:cs typeface="Calibri"/>
                </a:endParaRPr>
              </a:p>
            </p:txBody>
          </p:sp>
          <p:cxnSp>
            <p:nvCxnSpPr>
              <p:cNvPr id="1627241646" name="Straight Arrow Connector 1048"/>
              <p:cNvCxnSpPr>
                <a:cxnSpLocks/>
              </p:cNvCxnSpPr>
              <p:nvPr/>
            </p:nvCxnSpPr>
            <p:spPr bwMode="auto">
              <a:xfrm rot="5399978" flipV="1">
                <a:off x="1079639" y="870962"/>
                <a:ext cx="494804" cy="0"/>
              </a:xfrm>
              <a:prstGeom prst="straightConnector1">
                <a:avLst/>
              </a:prstGeom>
              <a:ln w="9525" cap="flat" cmpd="sng" algn="ctr">
                <a:solidFill>
                  <a:srgbClr val="5F606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16229709" name="Group 516229708"/>
            <p:cNvGrpSpPr/>
            <p:nvPr/>
          </p:nvGrpSpPr>
          <p:grpSpPr bwMode="auto">
            <a:xfrm>
              <a:off x="5213461" y="3117813"/>
              <a:ext cx="2418740" cy="2539163"/>
              <a:chOff x="0" y="0"/>
              <a:chExt cx="2418740" cy="2539163"/>
            </a:xfrm>
          </p:grpSpPr>
          <p:grpSp>
            <p:nvGrpSpPr>
              <p:cNvPr id="1874217951" name="Group 1874217950"/>
              <p:cNvGrpSpPr/>
              <p:nvPr/>
            </p:nvGrpSpPr>
            <p:grpSpPr bwMode="auto">
              <a:xfrm>
                <a:off x="625376" y="1218956"/>
                <a:ext cx="1226081" cy="1320206"/>
                <a:chOff x="0" y="0"/>
                <a:chExt cx="1226081" cy="1320206"/>
              </a:xfrm>
            </p:grpSpPr>
            <p:pic>
              <p:nvPicPr>
                <p:cNvPr id="1137453629" name="Picture 10" descr="drugs production machine line icon vector illustration 10174671 Vector Art  at Vecteezy"/>
                <p:cNvPicPr>
                  <a:picLocks noChangeAspect="1" noChangeArrowheads="1"/>
                </p:cNvPicPr>
                <p:nvPr/>
              </p:nvPicPr>
              <p:blipFill>
                <a:blip r:embed="rId4"/>
                <a:stretch/>
              </p:blipFill>
              <p:spPr bwMode="auto">
                <a:xfrm>
                  <a:off x="0" y="0"/>
                  <a:ext cx="1226081" cy="1226081"/>
                </a:xfrm>
                <a:prstGeom prst="rect">
                  <a:avLst/>
                </a:prstGeom>
                <a:noFill/>
              </p:spPr>
            </p:pic>
            <p:sp>
              <p:nvSpPr>
                <p:cNvPr id="1982109804" name="Subtitle 2"/>
                <p:cNvSpPr txBox="1"/>
                <p:nvPr/>
              </p:nvSpPr>
              <p:spPr bwMode="auto">
                <a:xfrm>
                  <a:off x="176536" y="957365"/>
                  <a:ext cx="860024"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Machine</a:t>
                  </a:r>
                  <a:endParaRPr>
                    <a:latin typeface="Calibri"/>
                    <a:cs typeface="Calibri"/>
                  </a:endParaRPr>
                </a:p>
              </p:txBody>
            </p:sp>
          </p:grpSp>
          <p:grpSp>
            <p:nvGrpSpPr>
              <p:cNvPr id="1513151762" name="Group 1513151761"/>
              <p:cNvGrpSpPr/>
              <p:nvPr/>
            </p:nvGrpSpPr>
            <p:grpSpPr bwMode="auto">
              <a:xfrm>
                <a:off x="287526" y="1146664"/>
                <a:ext cx="2131213" cy="284110"/>
                <a:chOff x="0" y="0"/>
                <a:chExt cx="2131213" cy="284110"/>
              </a:xfrm>
            </p:grpSpPr>
            <p:sp>
              <p:nvSpPr>
                <p:cNvPr id="1400280470" name="Rectangle: Rounded Corners 1026"/>
                <p:cNvSpPr/>
                <p:nvPr/>
              </p:nvSpPr>
              <p:spPr bwMode="auto">
                <a:xfrm>
                  <a:off x="0" y="0"/>
                  <a:ext cx="2087013" cy="284110"/>
                </a:xfrm>
                <a:prstGeom prst="roundRect">
                  <a:avLst>
                    <a:gd name="adj" fmla="val 0"/>
                  </a:avLst>
                </a:prstGeom>
                <a:noFill/>
                <a:ln w="15875" cap="flat" cmpd="sng" algn="ctr">
                  <a:solidFill>
                    <a:schemeClr val="tx1">
                      <a:lumMod val="94901"/>
                      <a:lumOff val="5099"/>
                    </a:schemeClr>
                  </a:solidFill>
                  <a:prstDash val="solid"/>
                </a:ln>
              </p:spPr>
              <p:style>
                <a:lnRef idx="2">
                  <a:schemeClr val="accent2"/>
                </a:lnRef>
                <a:fillRef idx="1">
                  <a:schemeClr val="lt1"/>
                </a:fillRef>
                <a:effectRef idx="0">
                  <a:schemeClr val="accent2"/>
                </a:effectRef>
                <a:fontRef idx="minor">
                  <a:schemeClr val="dk1"/>
                </a:fontRef>
              </p:style>
              <p:txBody>
                <a:bodyPr rtlCol="0" anchor="ctr"/>
                <a:lstStyle/>
                <a:p>
                  <a:pPr algn="ctr">
                    <a:defRPr/>
                  </a:pPr>
                  <a:endParaRPr>
                    <a:latin typeface="Calibri"/>
                    <a:cs typeface="Calibri"/>
                  </a:endParaRPr>
                </a:p>
              </p:txBody>
            </p:sp>
            <p:grpSp>
              <p:nvGrpSpPr>
                <p:cNvPr id="1065787422" name="Group 1065787421"/>
                <p:cNvGrpSpPr/>
                <p:nvPr/>
              </p:nvGrpSpPr>
              <p:grpSpPr bwMode="auto">
                <a:xfrm>
                  <a:off x="72666" y="24449"/>
                  <a:ext cx="2058546" cy="229262"/>
                  <a:chOff x="0" y="0"/>
                  <a:chExt cx="2058546" cy="229262"/>
                </a:xfrm>
              </p:grpSpPr>
              <p:pic>
                <p:nvPicPr>
                  <p:cNvPr id="611793228" name="Graphic 48" descr="Processor"/>
                  <p:cNvPicPr>
                    <a:picLocks noChangeAspect="1"/>
                  </p:cNvPicPr>
                  <p:nvPr/>
                </p:nvPicPr>
                <p:blipFill>
                  <a:blip r:embed="rId5"/>
                  <a:stretch/>
                </p:blipFill>
                <p:spPr bwMode="auto">
                  <a:xfrm>
                    <a:off x="0" y="0"/>
                    <a:ext cx="224186" cy="228845"/>
                  </a:xfrm>
                  <a:prstGeom prst="rect">
                    <a:avLst/>
                  </a:prstGeom>
                </p:spPr>
              </p:pic>
              <p:pic>
                <p:nvPicPr>
                  <p:cNvPr id="538968241" name="Graphic 50" descr="Teacher"/>
                  <p:cNvPicPr>
                    <a:picLocks noChangeAspect="1"/>
                  </p:cNvPicPr>
                  <p:nvPr/>
                </p:nvPicPr>
                <p:blipFill>
                  <a:blip r:embed="rId6"/>
                  <a:stretch/>
                </p:blipFill>
                <p:spPr bwMode="auto">
                  <a:xfrm>
                    <a:off x="1381005" y="0"/>
                    <a:ext cx="224186" cy="228845"/>
                  </a:xfrm>
                  <a:prstGeom prst="rect">
                    <a:avLst/>
                  </a:prstGeom>
                </p:spPr>
              </p:pic>
              <p:pic>
                <p:nvPicPr>
                  <p:cNvPr id="99346933" name="Graphic 51" descr="Box"/>
                  <p:cNvPicPr>
                    <a:picLocks noChangeAspect="1"/>
                  </p:cNvPicPr>
                  <p:nvPr/>
                </p:nvPicPr>
                <p:blipFill>
                  <a:blip r:embed="rId7"/>
                  <a:stretch/>
                </p:blipFill>
                <p:spPr bwMode="auto">
                  <a:xfrm flipH="1">
                    <a:off x="776349" y="0"/>
                    <a:ext cx="224186" cy="228845"/>
                  </a:xfrm>
                  <a:prstGeom prst="rect">
                    <a:avLst/>
                  </a:prstGeom>
                </p:spPr>
              </p:pic>
              <p:sp>
                <p:nvSpPr>
                  <p:cNvPr id="472046936" name="TextBox 52"/>
                  <p:cNvSpPr txBox="1"/>
                  <p:nvPr/>
                </p:nvSpPr>
                <p:spPr bwMode="auto">
                  <a:xfrm>
                    <a:off x="1613042" y="302"/>
                    <a:ext cx="445504"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HMI</a:t>
                    </a:r>
                    <a:endParaRPr sz="900">
                      <a:latin typeface="Calibri"/>
                      <a:cs typeface="Calibri"/>
                    </a:endParaRPr>
                  </a:p>
                </p:txBody>
              </p:sp>
              <p:sp>
                <p:nvSpPr>
                  <p:cNvPr id="1204876764" name="TextBox 54"/>
                  <p:cNvSpPr txBox="1"/>
                  <p:nvPr/>
                </p:nvSpPr>
                <p:spPr bwMode="auto">
                  <a:xfrm>
                    <a:off x="161776" y="302"/>
                    <a:ext cx="677424"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Controller</a:t>
                    </a:r>
                    <a:endParaRPr sz="900">
                      <a:latin typeface="Calibri"/>
                      <a:cs typeface="Calibri"/>
                    </a:endParaRPr>
                  </a:p>
                </p:txBody>
              </p:sp>
              <p:sp>
                <p:nvSpPr>
                  <p:cNvPr id="1189805334" name="TextBox 60"/>
                  <p:cNvSpPr txBox="1"/>
                  <p:nvPr/>
                </p:nvSpPr>
                <p:spPr bwMode="auto">
                  <a:xfrm>
                    <a:off x="1008386" y="302"/>
                    <a:ext cx="420661"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PLC</a:t>
                    </a:r>
                    <a:endParaRPr sz="900">
                      <a:latin typeface="Calibri"/>
                      <a:cs typeface="Calibri"/>
                    </a:endParaRPr>
                  </a:p>
                </p:txBody>
              </p:sp>
            </p:grpSp>
          </p:grpSp>
          <p:grpSp>
            <p:nvGrpSpPr>
              <p:cNvPr id="353139169" name="Group 353139168"/>
              <p:cNvGrpSpPr/>
              <p:nvPr/>
            </p:nvGrpSpPr>
            <p:grpSpPr bwMode="auto">
              <a:xfrm>
                <a:off x="939938" y="0"/>
                <a:ext cx="877381" cy="609926"/>
                <a:chOff x="0" y="0"/>
                <a:chExt cx="877381" cy="609926"/>
              </a:xfrm>
            </p:grpSpPr>
            <p:pic>
              <p:nvPicPr>
                <p:cNvPr id="913041321" name="Picture 913041320"/>
                <p:cNvPicPr>
                  <a:picLocks noChangeAspect="1"/>
                </p:cNvPicPr>
                <p:nvPr/>
              </p:nvPicPr>
              <p:blipFill>
                <a:blip r:embed="rId8"/>
                <a:stretch/>
              </p:blipFill>
              <p:spPr bwMode="auto">
                <a:xfrm>
                  <a:off x="0" y="0"/>
                  <a:ext cx="877381" cy="609926"/>
                </a:xfrm>
                <a:prstGeom prst="rect">
                  <a:avLst/>
                </a:prstGeom>
              </p:spPr>
            </p:pic>
            <p:pic>
              <p:nvPicPr>
                <p:cNvPr id="1532332481" name="Picture 1532332480"/>
                <p:cNvPicPr>
                  <a:picLocks noChangeAspect="1"/>
                </p:cNvPicPr>
                <p:nvPr/>
              </p:nvPicPr>
              <p:blipFill>
                <a:blip r:embed="rId9"/>
                <a:stretch/>
              </p:blipFill>
              <p:spPr bwMode="auto">
                <a:xfrm>
                  <a:off x="102635" y="372410"/>
                  <a:ext cx="235333" cy="235333"/>
                </a:xfrm>
                <a:prstGeom prst="rect">
                  <a:avLst/>
                </a:prstGeom>
              </p:spPr>
            </p:pic>
          </p:grpSp>
          <p:sp>
            <p:nvSpPr>
              <p:cNvPr id="1725919311" name="Subtitle 2"/>
              <p:cNvSpPr txBox="1"/>
              <p:nvPr/>
            </p:nvSpPr>
            <p:spPr bwMode="auto">
              <a:xfrm>
                <a:off x="0" y="245455"/>
                <a:ext cx="914400"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AdiInfi IoT Gateway</a:t>
                </a:r>
                <a:endParaRPr>
                  <a:latin typeface="Calibri"/>
                  <a:cs typeface="Calibri"/>
                </a:endParaRPr>
              </a:p>
            </p:txBody>
          </p:sp>
          <p:cxnSp>
            <p:nvCxnSpPr>
              <p:cNvPr id="19829244" name="Straight Arrow Connector 1048"/>
              <p:cNvCxnSpPr>
                <a:cxnSpLocks/>
              </p:cNvCxnSpPr>
              <p:nvPr/>
            </p:nvCxnSpPr>
            <p:spPr bwMode="auto">
              <a:xfrm rot="5399978" flipV="1">
                <a:off x="1079639" y="870962"/>
                <a:ext cx="494804" cy="0"/>
              </a:xfrm>
              <a:prstGeom prst="straightConnector1">
                <a:avLst/>
              </a:prstGeom>
              <a:ln w="9525" cap="flat" cmpd="sng" algn="ctr">
                <a:solidFill>
                  <a:srgbClr val="5F606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17804678" name="Subtitle 2"/>
            <p:cNvSpPr txBox="1"/>
            <p:nvPr/>
          </p:nvSpPr>
          <p:spPr bwMode="auto">
            <a:xfrm>
              <a:off x="174316" y="4518191"/>
              <a:ext cx="1453174"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Commissioning Engineer</a:t>
              </a:r>
              <a:endParaRPr>
                <a:latin typeface="Calibri"/>
                <a:cs typeface="Calibri"/>
              </a:endParaRPr>
            </a:p>
          </p:txBody>
        </p:sp>
        <p:grpSp>
          <p:nvGrpSpPr>
            <p:cNvPr id="130773873" name="Group 130773872"/>
            <p:cNvGrpSpPr/>
            <p:nvPr/>
          </p:nvGrpSpPr>
          <p:grpSpPr bwMode="auto">
            <a:xfrm>
              <a:off x="0" y="1247797"/>
              <a:ext cx="1938753" cy="1373051"/>
              <a:chOff x="0" y="0"/>
              <a:chExt cx="1938753" cy="1373051"/>
            </a:xfrm>
          </p:grpSpPr>
          <p:grpSp>
            <p:nvGrpSpPr>
              <p:cNvPr id="994591550" name="Group 1046"/>
              <p:cNvGrpSpPr/>
              <p:nvPr/>
            </p:nvGrpSpPr>
            <p:grpSpPr bwMode="auto">
              <a:xfrm>
                <a:off x="761866" y="0"/>
                <a:ext cx="881423" cy="1002777"/>
                <a:chOff x="0" y="0"/>
                <a:chExt cx="881423" cy="1002777"/>
              </a:xfrm>
            </p:grpSpPr>
            <p:pic>
              <p:nvPicPr>
                <p:cNvPr id="1416698379" name="Graphic 51" descr="Laptop outline"/>
                <p:cNvPicPr>
                  <a:picLocks noChangeAspect="1"/>
                </p:cNvPicPr>
                <p:nvPr/>
              </p:nvPicPr>
              <p:blipFill>
                <a:blip r:embed="rId10">
                  <a:extLst>
                    <a:ext uri="{96DAC541-7B7A-43D3-8B79-37D633B846F1}">
                      <asvg:svgBlip xmlns:asvg="http://schemas.microsoft.com/office/drawing/2016/SVG/main" r:embed="rId11"/>
                    </a:ext>
                  </a:extLst>
                </a:blip>
                <a:stretch/>
              </p:blipFill>
              <p:spPr bwMode="auto">
                <a:xfrm>
                  <a:off x="451538" y="0"/>
                  <a:ext cx="429885" cy="429885"/>
                </a:xfrm>
                <a:prstGeom prst="rect">
                  <a:avLst/>
                </a:prstGeom>
              </p:spPr>
            </p:pic>
            <p:pic>
              <p:nvPicPr>
                <p:cNvPr id="753075877" name="Graphic 53" descr="Computer outline"/>
                <p:cNvPicPr>
                  <a:picLocks noChangeAspect="1"/>
                </p:cNvPicPr>
                <p:nvPr/>
              </p:nvPicPr>
              <p:blipFill>
                <a:blip r:embed="rId12">
                  <a:extLst>
                    <a:ext uri="{96DAC541-7B7A-43D3-8B79-37D633B846F1}">
                      <asvg:svgBlip xmlns:asvg="http://schemas.microsoft.com/office/drawing/2016/SVG/main" r:embed="rId13"/>
                    </a:ext>
                  </a:extLst>
                </a:blip>
                <a:stretch/>
              </p:blipFill>
              <p:spPr bwMode="auto">
                <a:xfrm>
                  <a:off x="158194" y="295347"/>
                  <a:ext cx="707429" cy="707429"/>
                </a:xfrm>
                <a:prstGeom prst="rect">
                  <a:avLst/>
                </a:prstGeom>
              </p:spPr>
            </p:pic>
            <p:pic>
              <p:nvPicPr>
                <p:cNvPr id="1410941168" name="Graphic 1045" descr="Tablet with solid fill"/>
                <p:cNvPicPr>
                  <a:picLocks noChangeAspect="1"/>
                </p:cNvPicPr>
                <p:nvPr/>
              </p:nvPicPr>
              <p:blipFill>
                <a:blip r:embed="rId14">
                  <a:extLst>
                    <a:ext uri="{96DAC541-7B7A-43D3-8B79-37D633B846F1}">
                      <asvg:svgBlip xmlns:asvg="http://schemas.microsoft.com/office/drawing/2016/SVG/main" r:embed="rId15"/>
                    </a:ext>
                  </a:extLst>
                </a:blip>
                <a:stretch/>
              </p:blipFill>
              <p:spPr bwMode="auto">
                <a:xfrm>
                  <a:off x="0" y="28134"/>
                  <a:ext cx="457200" cy="457200"/>
                </a:xfrm>
                <a:prstGeom prst="rect">
                  <a:avLst/>
                </a:prstGeom>
              </p:spPr>
            </p:pic>
          </p:grpSp>
          <p:pic>
            <p:nvPicPr>
              <p:cNvPr id="843570802" name="Graphic 1047" descr="Man outline"/>
              <p:cNvPicPr>
                <a:picLocks noChangeAspect="1"/>
              </p:cNvPicPr>
              <p:nvPr/>
            </p:nvPicPr>
            <p:blipFill>
              <a:blip r:embed="rId16">
                <a:extLst>
                  <a:ext uri="{96DAC541-7B7A-43D3-8B79-37D633B846F1}">
                    <asvg:svgBlip xmlns:asvg="http://schemas.microsoft.com/office/drawing/2016/SVG/main" r:embed="rId17"/>
                  </a:ext>
                </a:extLst>
              </a:blip>
              <a:stretch/>
            </p:blipFill>
            <p:spPr bwMode="auto">
              <a:xfrm>
                <a:off x="0" y="108716"/>
                <a:ext cx="914400" cy="914400"/>
              </a:xfrm>
              <a:prstGeom prst="rect">
                <a:avLst/>
              </a:prstGeom>
            </p:spPr>
          </p:pic>
          <p:sp>
            <p:nvSpPr>
              <p:cNvPr id="2080285698" name="Subtitle 2"/>
              <p:cNvSpPr txBox="1"/>
              <p:nvPr/>
            </p:nvSpPr>
            <p:spPr bwMode="auto">
              <a:xfrm>
                <a:off x="485578" y="1010210"/>
                <a:ext cx="1453174"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Users (Web Clients/App)</a:t>
                </a:r>
                <a:endParaRPr>
                  <a:latin typeface="Calibri"/>
                  <a:cs typeface="Calibri"/>
                </a:endParaRPr>
              </a:p>
            </p:txBody>
          </p:sp>
        </p:grpSp>
        <p:grpSp>
          <p:nvGrpSpPr>
            <p:cNvPr id="1106354266" name="Group 1106354265"/>
            <p:cNvGrpSpPr/>
            <p:nvPr/>
          </p:nvGrpSpPr>
          <p:grpSpPr bwMode="auto">
            <a:xfrm>
              <a:off x="328997" y="3456312"/>
              <a:ext cx="1280759" cy="914400"/>
              <a:chOff x="0" y="0"/>
              <a:chExt cx="1280759" cy="914400"/>
            </a:xfrm>
          </p:grpSpPr>
          <p:pic>
            <p:nvPicPr>
              <p:cNvPr id="1798571073" name="Graphic 41" descr="Smart Phone"/>
              <p:cNvPicPr>
                <a:picLocks noChangeAspect="1"/>
              </p:cNvPicPr>
              <p:nvPr/>
            </p:nvPicPr>
            <p:blipFill>
              <a:blip r:embed="rId18">
                <a:extLst>
                  <a:ext uri="{96DAC541-7B7A-43D3-8B79-37D633B846F1}">
                    <asvg:svgBlip xmlns:asvg="http://schemas.microsoft.com/office/drawing/2016/SVG/main" r:embed="rId19"/>
                  </a:ext>
                </a:extLst>
              </a:blip>
              <a:stretch/>
            </p:blipFill>
            <p:spPr bwMode="auto">
              <a:xfrm>
                <a:off x="0" y="107118"/>
                <a:ext cx="732718" cy="732718"/>
              </a:xfrm>
              <a:prstGeom prst="rect">
                <a:avLst/>
              </a:prstGeom>
            </p:spPr>
          </p:pic>
          <p:pic>
            <p:nvPicPr>
              <p:cNvPr id="1586517485" name="Graphic 1047" descr="Man outline"/>
              <p:cNvPicPr>
                <a:picLocks noChangeAspect="1"/>
              </p:cNvPicPr>
              <p:nvPr/>
            </p:nvPicPr>
            <p:blipFill>
              <a:blip r:embed="rId20"/>
              <a:stretch/>
            </p:blipFill>
            <p:spPr bwMode="auto">
              <a:xfrm>
                <a:off x="366359" y="0"/>
                <a:ext cx="914400" cy="914400"/>
              </a:xfrm>
              <a:prstGeom prst="rect">
                <a:avLst/>
              </a:prstGeom>
            </p:spPr>
          </p:pic>
        </p:grpSp>
        <p:grpSp>
          <p:nvGrpSpPr>
            <p:cNvPr id="423526578" name="Group 423526577"/>
            <p:cNvGrpSpPr/>
            <p:nvPr/>
          </p:nvGrpSpPr>
          <p:grpSpPr bwMode="auto">
            <a:xfrm>
              <a:off x="2832595" y="3117813"/>
              <a:ext cx="2782004" cy="2539163"/>
              <a:chOff x="0" y="0"/>
              <a:chExt cx="2782004" cy="2539163"/>
            </a:xfrm>
          </p:grpSpPr>
          <p:grpSp>
            <p:nvGrpSpPr>
              <p:cNvPr id="483943388" name="Group 483943387"/>
              <p:cNvGrpSpPr/>
              <p:nvPr/>
            </p:nvGrpSpPr>
            <p:grpSpPr bwMode="auto">
              <a:xfrm>
                <a:off x="625376" y="698071"/>
                <a:ext cx="2156628" cy="1841091"/>
                <a:chOff x="0" y="0"/>
                <a:chExt cx="2156628" cy="1841091"/>
              </a:xfrm>
            </p:grpSpPr>
            <p:pic>
              <p:nvPicPr>
                <p:cNvPr id="263161722" name="Picture 10" descr="drugs production machine line icon vector illustration 10174671 Vector Art  at Vecteezy"/>
                <p:cNvPicPr>
                  <a:picLocks noChangeAspect="1" noChangeArrowheads="1"/>
                </p:cNvPicPr>
                <p:nvPr/>
              </p:nvPicPr>
              <p:blipFill>
                <a:blip r:embed="rId4"/>
                <a:stretch/>
              </p:blipFill>
              <p:spPr bwMode="auto">
                <a:xfrm>
                  <a:off x="0" y="520885"/>
                  <a:ext cx="1226081" cy="1226081"/>
                </a:xfrm>
                <a:prstGeom prst="rect">
                  <a:avLst/>
                </a:prstGeom>
                <a:noFill/>
              </p:spPr>
            </p:pic>
            <p:sp>
              <p:nvSpPr>
                <p:cNvPr id="1641864012" name="Subtitle 2"/>
                <p:cNvSpPr txBox="1"/>
                <p:nvPr/>
              </p:nvSpPr>
              <p:spPr bwMode="auto">
                <a:xfrm>
                  <a:off x="176536" y="1478250"/>
                  <a:ext cx="860024"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Machine</a:t>
                  </a:r>
                  <a:endParaRPr>
                    <a:latin typeface="Calibri"/>
                    <a:cs typeface="Calibri"/>
                  </a:endParaRPr>
                </a:p>
              </p:txBody>
            </p:sp>
            <p:sp>
              <p:nvSpPr>
                <p:cNvPr id="1656179876" name="Subtitle 2"/>
                <p:cNvSpPr txBox="1"/>
                <p:nvPr/>
              </p:nvSpPr>
              <p:spPr bwMode="auto">
                <a:xfrm>
                  <a:off x="726755" y="0"/>
                  <a:ext cx="1429872"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Ethernet IP/ RS485 based Modbus</a:t>
                  </a:r>
                  <a:endParaRPr>
                    <a:latin typeface="Calibri"/>
                    <a:cs typeface="Calibri"/>
                  </a:endParaRPr>
                </a:p>
              </p:txBody>
            </p:sp>
          </p:grpSp>
          <p:grpSp>
            <p:nvGrpSpPr>
              <p:cNvPr id="1594036757" name="Group 1594036756"/>
              <p:cNvGrpSpPr/>
              <p:nvPr/>
            </p:nvGrpSpPr>
            <p:grpSpPr bwMode="auto">
              <a:xfrm>
                <a:off x="287526" y="1146664"/>
                <a:ext cx="2131213" cy="284110"/>
                <a:chOff x="0" y="0"/>
                <a:chExt cx="2131213" cy="284110"/>
              </a:xfrm>
            </p:grpSpPr>
            <p:sp>
              <p:nvSpPr>
                <p:cNvPr id="1570306063" name="Rectangle: Rounded Corners 1026"/>
                <p:cNvSpPr/>
                <p:nvPr/>
              </p:nvSpPr>
              <p:spPr bwMode="auto">
                <a:xfrm>
                  <a:off x="0" y="0"/>
                  <a:ext cx="2087013" cy="284110"/>
                </a:xfrm>
                <a:prstGeom prst="roundRect">
                  <a:avLst>
                    <a:gd name="adj" fmla="val 0"/>
                  </a:avLst>
                </a:prstGeom>
                <a:noFill/>
                <a:ln w="15875" cap="flat" cmpd="sng" algn="ctr">
                  <a:solidFill>
                    <a:schemeClr val="tx1">
                      <a:lumMod val="94901"/>
                      <a:lumOff val="5099"/>
                    </a:schemeClr>
                  </a:solidFill>
                  <a:prstDash val="solid"/>
                </a:ln>
              </p:spPr>
              <p:style>
                <a:lnRef idx="2">
                  <a:schemeClr val="accent2"/>
                </a:lnRef>
                <a:fillRef idx="1">
                  <a:schemeClr val="lt1"/>
                </a:fillRef>
                <a:effectRef idx="0">
                  <a:schemeClr val="accent2"/>
                </a:effectRef>
                <a:fontRef idx="minor">
                  <a:schemeClr val="dk1"/>
                </a:fontRef>
              </p:style>
              <p:txBody>
                <a:bodyPr rtlCol="0" anchor="ctr"/>
                <a:lstStyle/>
                <a:p>
                  <a:pPr algn="ctr">
                    <a:defRPr/>
                  </a:pPr>
                  <a:endParaRPr>
                    <a:latin typeface="Calibri"/>
                    <a:cs typeface="Calibri"/>
                  </a:endParaRPr>
                </a:p>
              </p:txBody>
            </p:sp>
            <p:grpSp>
              <p:nvGrpSpPr>
                <p:cNvPr id="1227764062" name="Group 1227764061"/>
                <p:cNvGrpSpPr/>
                <p:nvPr/>
              </p:nvGrpSpPr>
              <p:grpSpPr bwMode="auto">
                <a:xfrm>
                  <a:off x="72666" y="24449"/>
                  <a:ext cx="2058546" cy="229262"/>
                  <a:chOff x="0" y="0"/>
                  <a:chExt cx="2058546" cy="229262"/>
                </a:xfrm>
              </p:grpSpPr>
              <p:pic>
                <p:nvPicPr>
                  <p:cNvPr id="384238775" name="Graphic 48" descr="Processor"/>
                  <p:cNvPicPr>
                    <a:picLocks noChangeAspect="1"/>
                  </p:cNvPicPr>
                  <p:nvPr/>
                </p:nvPicPr>
                <p:blipFill>
                  <a:blip r:embed="rId5"/>
                  <a:stretch/>
                </p:blipFill>
                <p:spPr bwMode="auto">
                  <a:xfrm>
                    <a:off x="0" y="0"/>
                    <a:ext cx="224186" cy="228845"/>
                  </a:xfrm>
                  <a:prstGeom prst="rect">
                    <a:avLst/>
                  </a:prstGeom>
                </p:spPr>
              </p:pic>
              <p:pic>
                <p:nvPicPr>
                  <p:cNvPr id="1648816389" name="Graphic 50" descr="Teacher"/>
                  <p:cNvPicPr>
                    <a:picLocks noChangeAspect="1"/>
                  </p:cNvPicPr>
                  <p:nvPr/>
                </p:nvPicPr>
                <p:blipFill>
                  <a:blip r:embed="rId6"/>
                  <a:stretch/>
                </p:blipFill>
                <p:spPr bwMode="auto">
                  <a:xfrm>
                    <a:off x="1381005" y="0"/>
                    <a:ext cx="224186" cy="228845"/>
                  </a:xfrm>
                  <a:prstGeom prst="rect">
                    <a:avLst/>
                  </a:prstGeom>
                </p:spPr>
              </p:pic>
              <p:pic>
                <p:nvPicPr>
                  <p:cNvPr id="404226698" name="Graphic 51" descr="Box"/>
                  <p:cNvPicPr>
                    <a:picLocks noChangeAspect="1"/>
                  </p:cNvPicPr>
                  <p:nvPr/>
                </p:nvPicPr>
                <p:blipFill>
                  <a:blip r:embed="rId7"/>
                  <a:stretch/>
                </p:blipFill>
                <p:spPr bwMode="auto">
                  <a:xfrm flipH="1">
                    <a:off x="776349" y="0"/>
                    <a:ext cx="224186" cy="228845"/>
                  </a:xfrm>
                  <a:prstGeom prst="rect">
                    <a:avLst/>
                  </a:prstGeom>
                </p:spPr>
              </p:pic>
              <p:sp>
                <p:nvSpPr>
                  <p:cNvPr id="1197006221" name="TextBox 52"/>
                  <p:cNvSpPr txBox="1"/>
                  <p:nvPr/>
                </p:nvSpPr>
                <p:spPr bwMode="auto">
                  <a:xfrm>
                    <a:off x="1613042" y="302"/>
                    <a:ext cx="445504"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HMI</a:t>
                    </a:r>
                    <a:endParaRPr sz="900">
                      <a:latin typeface="Calibri"/>
                      <a:cs typeface="Calibri"/>
                    </a:endParaRPr>
                  </a:p>
                </p:txBody>
              </p:sp>
              <p:sp>
                <p:nvSpPr>
                  <p:cNvPr id="318233478" name="TextBox 54"/>
                  <p:cNvSpPr txBox="1"/>
                  <p:nvPr/>
                </p:nvSpPr>
                <p:spPr bwMode="auto">
                  <a:xfrm>
                    <a:off x="161776" y="302"/>
                    <a:ext cx="677424"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Controller</a:t>
                    </a:r>
                    <a:endParaRPr sz="900">
                      <a:latin typeface="Calibri"/>
                      <a:cs typeface="Calibri"/>
                    </a:endParaRPr>
                  </a:p>
                </p:txBody>
              </p:sp>
              <p:sp>
                <p:nvSpPr>
                  <p:cNvPr id="555192937" name="TextBox 60"/>
                  <p:cNvSpPr txBox="1"/>
                  <p:nvPr/>
                </p:nvSpPr>
                <p:spPr bwMode="auto">
                  <a:xfrm>
                    <a:off x="1008386" y="302"/>
                    <a:ext cx="420661" cy="228960"/>
                  </a:xfrm>
                  <a:prstGeom prst="rect">
                    <a:avLst/>
                  </a:prstGeom>
                  <a:noFill/>
                </p:spPr>
                <p:txBody>
                  <a:bodyPr vertOverflow="overflow" horzOverflow="overflow" vert="horz" wrap="square" lIns="91440" tIns="45720" rIns="91440" bIns="45720" numCol="1" spcCol="0" rtlCol="0" fromWordArt="0" anchor="ctr" anchorCtr="0" forceAA="0" compatLnSpc="0">
                    <a:spAutoFit/>
                  </a:bodyPr>
                  <a:lstStyle/>
                  <a:p>
                    <a:pPr>
                      <a:defRPr/>
                    </a:pPr>
                    <a:r>
                      <a:rPr lang="en-US" sz="900">
                        <a:latin typeface="Calibri"/>
                        <a:ea typeface="Calibri"/>
                        <a:cs typeface="Calibri"/>
                      </a:rPr>
                      <a:t>PLC</a:t>
                    </a:r>
                    <a:endParaRPr sz="900">
                      <a:latin typeface="Calibri"/>
                      <a:cs typeface="Calibri"/>
                    </a:endParaRPr>
                  </a:p>
                </p:txBody>
              </p:sp>
            </p:grpSp>
          </p:grpSp>
          <p:grpSp>
            <p:nvGrpSpPr>
              <p:cNvPr id="1483884238" name="Group 1483884237"/>
              <p:cNvGrpSpPr/>
              <p:nvPr/>
            </p:nvGrpSpPr>
            <p:grpSpPr bwMode="auto">
              <a:xfrm>
                <a:off x="939938" y="0"/>
                <a:ext cx="877381" cy="609926"/>
                <a:chOff x="0" y="0"/>
                <a:chExt cx="877381" cy="609926"/>
              </a:xfrm>
            </p:grpSpPr>
            <p:pic>
              <p:nvPicPr>
                <p:cNvPr id="1930001623" name="Picture 1930001622"/>
                <p:cNvPicPr>
                  <a:picLocks noChangeAspect="1"/>
                </p:cNvPicPr>
                <p:nvPr/>
              </p:nvPicPr>
              <p:blipFill>
                <a:blip r:embed="rId8"/>
                <a:stretch/>
              </p:blipFill>
              <p:spPr bwMode="auto">
                <a:xfrm>
                  <a:off x="0" y="0"/>
                  <a:ext cx="877381" cy="609926"/>
                </a:xfrm>
                <a:prstGeom prst="rect">
                  <a:avLst/>
                </a:prstGeom>
              </p:spPr>
            </p:pic>
            <p:pic>
              <p:nvPicPr>
                <p:cNvPr id="1533959828" name="Picture 1533959827"/>
                <p:cNvPicPr>
                  <a:picLocks noChangeAspect="1"/>
                </p:cNvPicPr>
                <p:nvPr/>
              </p:nvPicPr>
              <p:blipFill>
                <a:blip r:embed="rId9"/>
                <a:stretch/>
              </p:blipFill>
              <p:spPr bwMode="auto">
                <a:xfrm>
                  <a:off x="102635" y="372410"/>
                  <a:ext cx="235333" cy="235333"/>
                </a:xfrm>
                <a:prstGeom prst="rect">
                  <a:avLst/>
                </a:prstGeom>
              </p:spPr>
            </p:pic>
          </p:grpSp>
          <p:sp>
            <p:nvSpPr>
              <p:cNvPr id="1782810393" name="Subtitle 2"/>
              <p:cNvSpPr txBox="1"/>
              <p:nvPr/>
            </p:nvSpPr>
            <p:spPr bwMode="auto">
              <a:xfrm>
                <a:off x="0" y="245455"/>
                <a:ext cx="914400"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AdiInfi IoT Gateway</a:t>
                </a:r>
                <a:endParaRPr>
                  <a:latin typeface="Calibri"/>
                  <a:cs typeface="Calibri"/>
                </a:endParaRPr>
              </a:p>
            </p:txBody>
          </p:sp>
          <p:cxnSp>
            <p:nvCxnSpPr>
              <p:cNvPr id="30450020" name="Straight Arrow Connector 1048"/>
              <p:cNvCxnSpPr>
                <a:cxnSpLocks/>
              </p:cNvCxnSpPr>
              <p:nvPr/>
            </p:nvCxnSpPr>
            <p:spPr bwMode="auto">
              <a:xfrm rot="5399978" flipV="1">
                <a:off x="1079639" y="870962"/>
                <a:ext cx="494804" cy="0"/>
              </a:xfrm>
              <a:prstGeom prst="straightConnector1">
                <a:avLst/>
              </a:prstGeom>
              <a:ln w="9525" cap="flat" cmpd="sng" algn="ctr">
                <a:solidFill>
                  <a:srgbClr val="5F606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516452072" name="Straight Arrow Connector 1048"/>
            <p:cNvCxnSpPr>
              <a:cxnSpLocks/>
            </p:cNvCxnSpPr>
            <p:nvPr/>
          </p:nvCxnSpPr>
          <p:spPr bwMode="auto">
            <a:xfrm>
              <a:off x="7908636" y="4448210"/>
              <a:ext cx="1060834" cy="0"/>
            </a:xfrm>
            <a:prstGeom prst="straightConnector1">
              <a:avLst/>
            </a:prstGeom>
            <a:ln w="9525" cap="flat" cmpd="sng" algn="ctr">
              <a:solidFill>
                <a:srgbClr val="5F6062"/>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08524895" name="Rectangle 26"/>
            <p:cNvSpPr/>
            <p:nvPr/>
          </p:nvSpPr>
          <p:spPr bwMode="auto">
            <a:xfrm>
              <a:off x="2757244" y="3050969"/>
              <a:ext cx="8823506" cy="2594779"/>
            </a:xfrm>
            <a:prstGeom prst="rect">
              <a:avLst/>
            </a:prstGeom>
            <a:noFill/>
            <a:ln w="15875" cap="flat" cmpd="sng" algn="ctr">
              <a:solidFill>
                <a:srgbClr val="5F606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a:lnSpc>
                  <a:spcPct val="100000"/>
                </a:lnSpc>
                <a:spcBef>
                  <a:spcPts val="999"/>
                </a:spcBef>
                <a:spcAft>
                  <a:spcPts val="0"/>
                </a:spcAft>
                <a:buClrTx/>
                <a:buSzTx/>
                <a:buFont typeface="Arial"/>
                <a:buNone/>
                <a:defRPr/>
              </a:pPr>
              <a:endParaRPr lang="en-US" sz="1100" b="1" i="0" u="none" strike="noStrike" cap="none" spc="0">
                <a:solidFill>
                  <a:schemeClr val="bg1"/>
                </a:solidFill>
                <a:latin typeface="Calibri"/>
                <a:cs typeface="Calibri"/>
              </a:endParaRPr>
            </a:p>
          </p:txBody>
        </p:sp>
        <p:grpSp>
          <p:nvGrpSpPr>
            <p:cNvPr id="1216875800" name="Group 1216875799"/>
            <p:cNvGrpSpPr/>
            <p:nvPr/>
          </p:nvGrpSpPr>
          <p:grpSpPr bwMode="auto">
            <a:xfrm>
              <a:off x="4218270" y="2620849"/>
              <a:ext cx="6244680" cy="537137"/>
              <a:chOff x="0" y="0"/>
              <a:chExt cx="6244680" cy="537137"/>
            </a:xfrm>
          </p:grpSpPr>
          <p:cxnSp>
            <p:nvCxnSpPr>
              <p:cNvPr id="646726082" name="Straight Arrow Connector 1048"/>
              <p:cNvCxnSpPr>
                <a:cxnSpLocks/>
              </p:cNvCxnSpPr>
              <p:nvPr/>
            </p:nvCxnSpPr>
            <p:spPr bwMode="auto">
              <a:xfrm flipV="1">
                <a:off x="0" y="3809"/>
                <a:ext cx="6244680" cy="45720"/>
              </a:xfrm>
              <a:prstGeom prst="straightConnector1">
                <a:avLst/>
              </a:prstGeom>
              <a:ln w="19049" cap="flat" cmpd="sng" algn="ctr">
                <a:solidFill>
                  <a:srgbClr val="CA7C4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6634942" name="Straight Arrow Connector 1048"/>
              <p:cNvCxnSpPr>
                <a:cxnSpLocks/>
              </p:cNvCxnSpPr>
              <p:nvPr/>
            </p:nvCxnSpPr>
            <p:spPr bwMode="auto">
              <a:xfrm rot="5399978" flipV="1">
                <a:off x="-236304" y="289735"/>
                <a:ext cx="494803" cy="0"/>
              </a:xfrm>
              <a:prstGeom prst="straightConnector1">
                <a:avLst/>
              </a:prstGeom>
              <a:ln w="19049" cap="flat" cmpd="sng" algn="ctr">
                <a:solidFill>
                  <a:srgbClr val="CA7C4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87235618" name="Straight Arrow Connector 1048"/>
              <p:cNvCxnSpPr>
                <a:cxnSpLocks/>
              </p:cNvCxnSpPr>
              <p:nvPr/>
            </p:nvCxnSpPr>
            <p:spPr bwMode="auto">
              <a:xfrm rot="5399978" flipV="1">
                <a:off x="2166111" y="289735"/>
                <a:ext cx="494803" cy="0"/>
              </a:xfrm>
              <a:prstGeom prst="straightConnector1">
                <a:avLst/>
              </a:prstGeom>
              <a:ln w="19049" cap="flat" cmpd="sng" algn="ctr">
                <a:solidFill>
                  <a:srgbClr val="CA7C4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83313962" name="Straight Arrow Connector 1048"/>
              <p:cNvCxnSpPr>
                <a:cxnSpLocks/>
              </p:cNvCxnSpPr>
              <p:nvPr/>
            </p:nvCxnSpPr>
            <p:spPr bwMode="auto">
              <a:xfrm rot="5399978" flipV="1">
                <a:off x="5986695" y="247401"/>
                <a:ext cx="494803" cy="0"/>
              </a:xfrm>
              <a:prstGeom prst="straightConnector1">
                <a:avLst/>
              </a:prstGeom>
              <a:ln w="19049" cap="flat" cmpd="sng" algn="ctr">
                <a:solidFill>
                  <a:srgbClr val="CA7C4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234723938" name="Connector: Elbow 1234723937"/>
            <p:cNvCxnSpPr>
              <a:cxnSpLocks/>
            </p:cNvCxnSpPr>
            <p:nvPr/>
          </p:nvCxnSpPr>
          <p:spPr bwMode="auto">
            <a:xfrm rot="5399978">
              <a:off x="749189" y="2493382"/>
              <a:ext cx="2041576" cy="992401"/>
            </a:xfrm>
            <a:prstGeom prst="bentConnector2">
              <a:avLst/>
            </a:prstGeom>
            <a:ln w="19049" cap="flat" cmpd="sng" algn="ctr">
              <a:solidFill>
                <a:srgbClr val="00B050"/>
              </a:solidFill>
              <a:prstDash val="solid"/>
              <a:headEnd type="triangle" len="med"/>
              <a:tailEnd type="triangle" len="med"/>
            </a:ln>
          </p:spPr>
          <p:style>
            <a:lnRef idx="1">
              <a:schemeClr val="accent1">
                <a:shade val="50000"/>
              </a:schemeClr>
            </a:lnRef>
            <a:fillRef idx="0">
              <a:schemeClr val="accent1"/>
            </a:fillRef>
            <a:effectRef idx="0">
              <a:schemeClr val="accent1"/>
            </a:effectRef>
            <a:fontRef idx="minor">
              <a:schemeClr val="tx1"/>
            </a:fontRef>
          </p:style>
        </p:cxnSp>
        <p:sp>
          <p:nvSpPr>
            <p:cNvPr id="1310468647" name="Subtitle 2"/>
            <p:cNvSpPr txBox="1"/>
            <p:nvPr/>
          </p:nvSpPr>
          <p:spPr bwMode="auto">
            <a:xfrm>
              <a:off x="2278234" y="1940651"/>
              <a:ext cx="3035768"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Authentication, Commissioning and Other Required REST APIs</a:t>
              </a:r>
              <a:endParaRPr>
                <a:latin typeface="Calibri"/>
                <a:cs typeface="Calibri"/>
              </a:endParaRPr>
            </a:p>
          </p:txBody>
        </p:sp>
        <p:cxnSp>
          <p:nvCxnSpPr>
            <p:cNvPr id="1328938830" name="Connector: Elbow 1328938829"/>
            <p:cNvCxnSpPr>
              <a:cxnSpLocks/>
            </p:cNvCxnSpPr>
            <p:nvPr/>
          </p:nvCxnSpPr>
          <p:spPr bwMode="auto">
            <a:xfrm rot="5399978">
              <a:off x="2393883" y="2629847"/>
              <a:ext cx="399801" cy="2666043"/>
            </a:xfrm>
            <a:prstGeom prst="bentConnector2">
              <a:avLst/>
            </a:prstGeom>
            <a:ln w="19049" cap="flat" cmpd="sng" algn="ctr">
              <a:solidFill>
                <a:srgbClr val="003F7D"/>
              </a:solidFill>
              <a:prstDash val="sysDot"/>
              <a:headEnd type="triangle" len="med"/>
              <a:tailEnd type="triangle" len="med"/>
            </a:ln>
          </p:spPr>
          <p:style>
            <a:lnRef idx="1">
              <a:schemeClr val="accent1">
                <a:shade val="50000"/>
              </a:schemeClr>
            </a:lnRef>
            <a:fillRef idx="0">
              <a:schemeClr val="accent1"/>
            </a:fillRef>
            <a:effectRef idx="0">
              <a:schemeClr val="accent1"/>
            </a:effectRef>
            <a:fontRef idx="minor">
              <a:schemeClr val="tx1"/>
            </a:fontRef>
          </p:style>
        </p:cxnSp>
        <p:pic>
          <p:nvPicPr>
            <p:cNvPr id="187862404" name="Picture 20" descr="10+ Free Bluetooth Icon &amp; Bluetooth Images - Pixabay"/>
            <p:cNvPicPr>
              <a:picLocks noChangeAspect="1" noChangeArrowheads="1"/>
            </p:cNvPicPr>
            <p:nvPr/>
          </p:nvPicPr>
          <p:blipFill>
            <a:blip r:embed="rId21"/>
            <a:stretch/>
          </p:blipFill>
          <p:spPr bwMode="auto">
            <a:xfrm flipV="1">
              <a:off x="1320195" y="4228762"/>
              <a:ext cx="173399" cy="299793"/>
            </a:xfrm>
            <a:prstGeom prst="rect">
              <a:avLst/>
            </a:prstGeom>
            <a:noFill/>
          </p:spPr>
        </p:pic>
        <p:pic>
          <p:nvPicPr>
            <p:cNvPr id="1730869994" name="Picture 20" descr="10+ Free Bluetooth Icon &amp; Bluetooth Images - Pixabay"/>
            <p:cNvPicPr>
              <a:picLocks noChangeAspect="1" noChangeArrowheads="1"/>
            </p:cNvPicPr>
            <p:nvPr/>
          </p:nvPicPr>
          <p:blipFill>
            <a:blip r:embed="rId21"/>
            <a:stretch/>
          </p:blipFill>
          <p:spPr bwMode="auto">
            <a:xfrm flipV="1">
              <a:off x="3660296" y="3838880"/>
              <a:ext cx="173399" cy="299793"/>
            </a:xfrm>
            <a:prstGeom prst="rect">
              <a:avLst/>
            </a:prstGeom>
            <a:noFill/>
          </p:spPr>
        </p:pic>
        <p:sp>
          <p:nvSpPr>
            <p:cNvPr id="94012520" name="Subtitle 2"/>
            <p:cNvSpPr txBox="1"/>
            <p:nvPr/>
          </p:nvSpPr>
          <p:spPr bwMode="auto">
            <a:xfrm>
              <a:off x="1428348" y="4388763"/>
              <a:ext cx="1453174" cy="3628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Bluetooth Communication For Commissioning            / OTA</a:t>
              </a:r>
            </a:p>
          </p:txBody>
        </p:sp>
        <p:sp>
          <p:nvSpPr>
            <p:cNvPr id="280915847" name="Arrow: Left-Right 280915846"/>
            <p:cNvSpPr/>
            <p:nvPr/>
          </p:nvSpPr>
          <p:spPr bwMode="auto">
            <a:xfrm rot="5399978">
              <a:off x="4769420" y="2412835"/>
              <a:ext cx="1089164" cy="201083"/>
            </a:xfrm>
            <a:prstGeom prst="leftRightArrow">
              <a:avLst>
                <a:gd name="adj1" fmla="val 50000"/>
                <a:gd name="adj2" fmla="val 50000"/>
              </a:avLst>
            </a:prstGeom>
            <a:solidFill>
              <a:srgbClr val="00B050"/>
            </a:solidFill>
            <a:ln w="15875" cap="flat" cmpd="sng" algn="ctr">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305058373" name="Subtitle 2"/>
            <p:cNvSpPr txBox="1"/>
            <p:nvPr/>
          </p:nvSpPr>
          <p:spPr bwMode="auto">
            <a:xfrm>
              <a:off x="5414544" y="1998227"/>
              <a:ext cx="1460853" cy="568065"/>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a:lnSpc>
                  <a:spcPct val="100000"/>
                </a:lnSpc>
                <a:spcBef>
                  <a:spcPts val="999"/>
                </a:spcBef>
                <a:spcAft>
                  <a:spcPts val="0"/>
                </a:spcAft>
                <a:buClrTx/>
                <a:buSzTx/>
                <a:buFont typeface="Arial"/>
                <a:buNone/>
                <a:defRPr/>
              </a:pPr>
              <a:r>
                <a:rPr lang="en-US" sz="1100" b="1" i="0" u="none" strike="noStrike" cap="none" spc="0">
                  <a:ln>
                    <a:noFill/>
                  </a:ln>
                  <a:solidFill>
                    <a:srgbClr val="00B050"/>
                  </a:solidFill>
                  <a:latin typeface="Calibri"/>
                  <a:ea typeface="Calibri"/>
                  <a:cs typeface="Calibri"/>
                </a:rPr>
                <a:t>Device F/w OTA APIs and F/w File transfer</a:t>
              </a:r>
              <a:endParaRPr b="1">
                <a:solidFill>
                  <a:srgbClr val="00B050"/>
                </a:solidFill>
                <a:latin typeface="Calibri"/>
                <a:cs typeface="Calibri"/>
              </a:endParaRPr>
            </a:p>
          </p:txBody>
        </p:sp>
        <p:sp>
          <p:nvSpPr>
            <p:cNvPr id="1808988506" name="Subtitle 2"/>
            <p:cNvSpPr txBox="1"/>
            <p:nvPr/>
          </p:nvSpPr>
          <p:spPr bwMode="auto">
            <a:xfrm>
              <a:off x="9097391" y="1908226"/>
              <a:ext cx="1331999" cy="6892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l" defTabSz="914400">
                <a:lnSpc>
                  <a:spcPct val="100000"/>
                </a:lnSpc>
                <a:spcBef>
                  <a:spcPts val="999"/>
                </a:spcBef>
                <a:spcAft>
                  <a:spcPts val="0"/>
                </a:spcAft>
                <a:buClrTx/>
                <a:buSzTx/>
                <a:buFont typeface="Arial"/>
                <a:buNone/>
                <a:defRPr/>
              </a:pPr>
              <a:r>
                <a:rPr lang="en-US" sz="1100" b="0" i="0" u="none" strike="noStrike" cap="none" spc="0">
                  <a:ln>
                    <a:noFill/>
                  </a:ln>
                  <a:solidFill>
                    <a:schemeClr val="tx1">
                      <a:lumMod val="65000"/>
                      <a:lumOff val="35000"/>
                    </a:schemeClr>
                  </a:solidFill>
                  <a:latin typeface="Calibri"/>
                  <a:ea typeface="Calibri"/>
                  <a:cs typeface="Calibri"/>
                </a:rPr>
                <a:t>Data Reporting and Command to Devices (MQTT)</a:t>
              </a:r>
              <a:endParaRPr>
                <a:latin typeface="Calibri"/>
                <a:cs typeface="Calibri"/>
              </a:endParaRPr>
            </a:p>
          </p:txBody>
        </p:sp>
        <p:cxnSp>
          <p:nvCxnSpPr>
            <p:cNvPr id="1611223166" name="Connector: Elbow 1611223165"/>
            <p:cNvCxnSpPr>
              <a:cxnSpLocks/>
            </p:cNvCxnSpPr>
            <p:nvPr/>
          </p:nvCxnSpPr>
          <p:spPr bwMode="auto">
            <a:xfrm rot="5399978">
              <a:off x="4228144" y="-1624998"/>
              <a:ext cx="974122" cy="6175429"/>
            </a:xfrm>
            <a:prstGeom prst="bentConnector2">
              <a:avLst/>
            </a:prstGeom>
            <a:ln w="19049" cap="flat" cmpd="sng" algn="ctr">
              <a:solidFill>
                <a:srgbClr val="00B050"/>
              </a:solidFill>
              <a:prstDash val="solid"/>
              <a:headEnd type="triangle" len="med"/>
              <a:tailEnd type="triangle" len="med"/>
            </a:ln>
          </p:spPr>
          <p:style>
            <a:lnRef idx="1">
              <a:schemeClr val="accent1">
                <a:shade val="50000"/>
              </a:schemeClr>
            </a:lnRef>
            <a:fillRef idx="0">
              <a:schemeClr val="accent1"/>
            </a:fillRef>
            <a:effectRef idx="0">
              <a:schemeClr val="accent1"/>
            </a:effectRef>
            <a:fontRef idx="minor">
              <a:schemeClr val="tx1"/>
            </a:fontRef>
          </p:style>
        </p:cxnSp>
        <p:cxnSp>
          <p:nvCxnSpPr>
            <p:cNvPr id="2" name="Connector: Elbow 1"/>
            <p:cNvCxnSpPr>
              <a:cxnSpLocks/>
              <a:stCxn id="2143281708" idx="2"/>
            </p:cNvCxnSpPr>
            <p:nvPr/>
          </p:nvCxnSpPr>
          <p:spPr bwMode="auto">
            <a:xfrm rot="5399978">
              <a:off x="8760155" y="1388283"/>
              <a:ext cx="1486374" cy="950610"/>
            </a:xfrm>
            <a:prstGeom prst="bentConnector3">
              <a:avLst>
                <a:gd name="adj1" fmla="val 50000"/>
              </a:avLst>
            </a:prstGeom>
            <a:ln w="19049" cap="flat" cmpd="sng" algn="ctr">
              <a:solidFill>
                <a:srgbClr val="CA7C42"/>
              </a:solidFill>
              <a:prstDash val="solid"/>
              <a:headEnd type="triangle" len="med"/>
              <a:tailEnd type="none" len="med"/>
            </a:ln>
          </p:spPr>
          <p:style>
            <a:lnRef idx="1">
              <a:schemeClr val="accent1">
                <a:shade val="50000"/>
              </a:schemeClr>
            </a:lnRef>
            <a:fillRef idx="0">
              <a:schemeClr val="accent1"/>
            </a:fillRef>
            <a:effectRef idx="0">
              <a:schemeClr val="accent1"/>
            </a:effectRef>
            <a:fontRef idx="minor">
              <a:schemeClr val="tx1"/>
            </a:fontRef>
          </p:style>
        </p:cxnSp>
        <p:sp>
          <p:nvSpPr>
            <p:cNvPr id="902954914" name="Arrow: Bent 902954913"/>
            <p:cNvSpPr/>
            <p:nvPr/>
          </p:nvSpPr>
          <p:spPr bwMode="auto">
            <a:xfrm flipH="1" flipV="1">
              <a:off x="1700217" y="1048163"/>
              <a:ext cx="8070428" cy="682436"/>
            </a:xfrm>
            <a:prstGeom prst="bentArrow">
              <a:avLst>
                <a:gd name="adj1" fmla="val 29719"/>
                <a:gd name="adj2" fmla="val 24489"/>
                <a:gd name="adj3" fmla="val 28663"/>
                <a:gd name="adj4" fmla="val 0"/>
              </a:avLst>
            </a:prstGeom>
            <a:solidFill>
              <a:srgbClr val="9785DE"/>
            </a:solidFill>
            <a:ln w="15875" cap="flat" cmpd="sng" algn="ctr">
              <a:solidFill>
                <a:srgbClr val="9785DE"/>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617481720" name="Subtitle 2"/>
            <p:cNvSpPr txBox="1"/>
            <p:nvPr/>
          </p:nvSpPr>
          <p:spPr bwMode="auto">
            <a:xfrm>
              <a:off x="2154935" y="899970"/>
              <a:ext cx="2530952" cy="634787"/>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r" defTabSz="914400">
                <a:lnSpc>
                  <a:spcPct val="100000"/>
                </a:lnSpc>
                <a:spcBef>
                  <a:spcPts val="999"/>
                </a:spcBef>
                <a:spcAft>
                  <a:spcPts val="0"/>
                </a:spcAft>
                <a:buClrTx/>
                <a:buSzTx/>
                <a:buFont typeface="Arial"/>
                <a:buNone/>
                <a:defRPr/>
              </a:pPr>
              <a:r>
                <a:rPr lang="en-US" sz="1400" b="1" i="1" u="none" strike="noStrike" cap="none" spc="0">
                  <a:ln>
                    <a:noFill/>
                  </a:ln>
                  <a:solidFill>
                    <a:srgbClr val="7030A0"/>
                  </a:solidFill>
                  <a:latin typeface="Calibri"/>
                  <a:ea typeface="Calibri"/>
                  <a:cs typeface="Calibri"/>
                </a:rPr>
                <a:t>Gateway &lt;—&gt; Web Client DIRECT LIVE DATA TRANSFER</a:t>
              </a:r>
              <a:endParaRPr sz="1400" b="1" i="1">
                <a:solidFill>
                  <a:srgbClr val="7030A0"/>
                </a:solidFill>
                <a:latin typeface="Calibri"/>
                <a:cs typeface="Calibri"/>
              </a:endParaRPr>
            </a:p>
          </p:txBody>
        </p:sp>
        <p:sp>
          <p:nvSpPr>
            <p:cNvPr id="1713500180" name="Subtitle 2"/>
            <p:cNvSpPr txBox="1"/>
            <p:nvPr/>
          </p:nvSpPr>
          <p:spPr bwMode="auto">
            <a:xfrm>
              <a:off x="10575100" y="258451"/>
              <a:ext cx="753095" cy="689240"/>
            </a:xfrm>
            <a:prstGeom prst="rect">
              <a:avLst/>
            </a:prstGeom>
            <a:grpFill/>
            <a:ln>
              <a:noFill/>
            </a:ln>
          </p:spPr>
          <p:txBody>
            <a:bodyPr anchor="ctr">
              <a:no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0" marR="0" lvl="0" indent="0" algn="ctr" defTabSz="914400">
                <a:lnSpc>
                  <a:spcPct val="100000"/>
                </a:lnSpc>
                <a:spcBef>
                  <a:spcPts val="999"/>
                </a:spcBef>
                <a:spcAft>
                  <a:spcPts val="0"/>
                </a:spcAft>
                <a:buClrTx/>
                <a:buSzTx/>
                <a:buFont typeface="Arial"/>
                <a:buNone/>
                <a:defRPr/>
              </a:pPr>
              <a:r>
                <a:rPr lang="en-US" sz="1400" b="1" i="0" u="none" strike="noStrike" cap="none" spc="0">
                  <a:ln>
                    <a:noFill/>
                  </a:ln>
                  <a:solidFill>
                    <a:schemeClr val="tx1">
                      <a:lumMod val="65000"/>
                      <a:lumOff val="35000"/>
                    </a:schemeClr>
                  </a:solidFill>
                  <a:latin typeface="Calibri"/>
                  <a:ea typeface="Calibri"/>
                  <a:cs typeface="Calibri"/>
                </a:rPr>
                <a:t>Cloud Layer</a:t>
              </a:r>
            </a:p>
          </p:txBody>
        </p:sp>
        <p:cxnSp>
          <p:nvCxnSpPr>
            <p:cNvPr id="473906174" name="Connector: Elbow 473906173"/>
            <p:cNvCxnSpPr>
              <a:cxnSpLocks/>
            </p:cNvCxnSpPr>
            <p:nvPr/>
          </p:nvCxnSpPr>
          <p:spPr bwMode="auto">
            <a:xfrm rot="5399978">
              <a:off x="5538035" y="-2567507"/>
              <a:ext cx="456792" cy="7832610"/>
            </a:xfrm>
            <a:prstGeom prst="bentConnector2">
              <a:avLst/>
            </a:prstGeom>
            <a:ln w="19049" cap="flat" cmpd="sng" algn="ctr">
              <a:solidFill>
                <a:srgbClr val="FFFFFF"/>
              </a:solidFill>
              <a:prstDash val="sysDash"/>
              <a:headEnd type="triangle" len="med"/>
              <a:tailEnd type="triangle" len="med"/>
            </a:ln>
          </p:spPr>
          <p:style>
            <a:lnRef idx="1">
              <a:schemeClr val="accent1">
                <a:shade val="50000"/>
              </a:schemeClr>
            </a:lnRef>
            <a:fillRef idx="0">
              <a:schemeClr val="accent1"/>
            </a:fillRef>
            <a:effectRef idx="0">
              <a:schemeClr val="accent1"/>
            </a:effectRef>
            <a:fontRef idx="minor">
              <a:schemeClr val="tx1"/>
            </a:fontRef>
          </p:style>
        </p:cxnSp>
      </p:grpSp>
      <p:grpSp>
        <p:nvGrpSpPr>
          <p:cNvPr id="1648902651" name="Group 1648902650"/>
          <p:cNvGrpSpPr/>
          <p:nvPr/>
        </p:nvGrpSpPr>
        <p:grpSpPr bwMode="auto">
          <a:xfrm>
            <a:off x="658149" y="725298"/>
            <a:ext cx="1844403" cy="1111310"/>
            <a:chOff x="0" y="0"/>
            <a:chExt cx="1844403" cy="1111310"/>
          </a:xfrm>
        </p:grpSpPr>
        <p:pic>
          <p:nvPicPr>
            <p:cNvPr id="607922138" name="Picture 607922137"/>
            <p:cNvPicPr>
              <a:picLocks noChangeAspect="1"/>
            </p:cNvPicPr>
            <p:nvPr/>
          </p:nvPicPr>
          <p:blipFill>
            <a:blip r:embed="rId22"/>
            <a:stretch/>
          </p:blipFill>
          <p:spPr bwMode="auto">
            <a:xfrm>
              <a:off x="0" y="0"/>
              <a:ext cx="1844403" cy="1111310"/>
            </a:xfrm>
            <a:prstGeom prst="rect">
              <a:avLst/>
            </a:prstGeom>
          </p:spPr>
        </p:pic>
        <p:pic>
          <p:nvPicPr>
            <p:cNvPr id="982704984" name="Picture 982704983"/>
            <p:cNvPicPr>
              <a:picLocks noChangeAspect="1"/>
            </p:cNvPicPr>
            <p:nvPr/>
          </p:nvPicPr>
          <p:blipFill>
            <a:blip r:embed="rId23"/>
            <a:stretch/>
          </p:blipFill>
          <p:spPr bwMode="auto">
            <a:xfrm>
              <a:off x="29355" y="134713"/>
              <a:ext cx="189708" cy="56899"/>
            </a:xfrm>
            <a:prstGeom prst="rect">
              <a:avLst/>
            </a:prstGeom>
          </p:spPr>
        </p:pic>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g"/></Relationships>
</file>

<file path=ppt/theme/_rels/theme2.xml.rels><?xml version="1.0" encoding="UTF-8" standalone="yes"?>
<Relationships xmlns="http://schemas.openxmlformats.org/package/2006/relationships"><Relationship Id="rId1" Type="http://schemas.openxmlformats.org/officeDocument/2006/relationships/image" Target="../media/image1.jpg"/></Relationships>
</file>

<file path=ppt/theme/theme1.xml><?xml version="1.0" encoding="utf-8"?>
<a:theme xmlns:a="http://schemas.openxmlformats.org/drawingml/2006/main" name="Integral">
  <a:themeElements>
    <a:clrScheme name="Custom 1">
      <a:dk1>
        <a:sysClr val="windowText" lastClr="000000"/>
      </a:dk1>
      <a:lt1>
        <a:sysClr val="window" lastClr="FFFFFF"/>
      </a:lt1>
      <a:dk2>
        <a:srgbClr val="335B74"/>
      </a:dk2>
      <a:lt2>
        <a:srgbClr val="DFE3E5"/>
      </a:lt2>
      <a:accent1>
        <a:srgbClr val="1589CB"/>
      </a:accent1>
      <a:accent2>
        <a:srgbClr val="2683C6"/>
      </a:accent2>
      <a:accent3>
        <a:srgbClr val="CA7C42"/>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Arial"/>
        <a:cs typeface="Arial"/>
      </a:majorFont>
      <a:minorFont>
        <a:latin typeface="Tw Cen MT"/>
        <a:ea typeface="Arial"/>
        <a:cs typeface="Arial"/>
      </a:minorFont>
    </a:fontScheme>
    <a:fmtScheme name="Integral">
      <a:fillStyleLst>
        <a:solidFill>
          <a:schemeClr val="phClr"/>
        </a:solidFill>
        <a:gradFill>
          <a:gsLst>
            <a:gs pos="0">
              <a:schemeClr val="phClr">
                <a:tint val="83000"/>
                <a:satMod val="100000"/>
                <a:lumMod val="100000"/>
              </a:schemeClr>
            </a:gs>
            <a:gs pos="100000">
              <a:schemeClr val="phClr">
                <a:tint val="61000"/>
                <a:satMod val="150000"/>
                <a:lumMod val="100000"/>
              </a:schemeClr>
            </a:gs>
          </a:gsLst>
          <a:path path="circle"/>
        </a:gradFill>
        <a:gradFill>
          <a:gsLst>
            <a:gs pos="0">
              <a:schemeClr val="phClr">
                <a:tint val="100000"/>
                <a:shade val="85000"/>
                <a:satMod val="100000"/>
                <a:lumMod val="100000"/>
              </a:schemeClr>
            </a:gs>
            <a:gs pos="100000">
              <a:schemeClr val="phClr">
                <a:tint val="90000"/>
                <a:shade val="100000"/>
                <a:satMod val="150000"/>
                <a:lumMod val="100000"/>
              </a:schemeClr>
            </a:gs>
          </a:gsLst>
          <a:path path="circle"/>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hade val="85000"/>
            <a:satMod val="125000"/>
          </a:schemeClr>
        </a:solidFill>
        <a:blipFill>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theme>
</file>

<file path=ppt/theme/theme2.xml><?xml version="1.0" encoding="utf-8"?>
<a:theme xmlns:a="http://schemas.openxmlformats.org/drawingml/2006/main" name="1_Integral">
  <a:themeElements>
    <a:clrScheme name="Custom 1">
      <a:dk1>
        <a:sysClr val="windowText" lastClr="000000"/>
      </a:dk1>
      <a:lt1>
        <a:sysClr val="window" lastClr="FFFFFF"/>
      </a:lt1>
      <a:dk2>
        <a:srgbClr val="335B74"/>
      </a:dk2>
      <a:lt2>
        <a:srgbClr val="DFE3E5"/>
      </a:lt2>
      <a:accent1>
        <a:srgbClr val="1589CB"/>
      </a:accent1>
      <a:accent2>
        <a:srgbClr val="2683C6"/>
      </a:accent2>
      <a:accent3>
        <a:srgbClr val="CA7C42"/>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Arial"/>
        <a:cs typeface="Arial"/>
      </a:majorFont>
      <a:minorFont>
        <a:latin typeface="Tw Cen MT"/>
        <a:ea typeface="Arial"/>
        <a:cs typeface="Arial"/>
      </a:minorFont>
    </a:fontScheme>
    <a:fmtScheme name="Integral">
      <a:fillStyleLst>
        <a:solidFill>
          <a:schemeClr val="phClr"/>
        </a:solidFill>
        <a:gradFill>
          <a:gsLst>
            <a:gs pos="0">
              <a:schemeClr val="phClr">
                <a:tint val="83000"/>
                <a:satMod val="100000"/>
                <a:lumMod val="100000"/>
              </a:schemeClr>
            </a:gs>
            <a:gs pos="100000">
              <a:schemeClr val="phClr">
                <a:tint val="61000"/>
                <a:satMod val="150000"/>
                <a:lumMod val="100000"/>
              </a:schemeClr>
            </a:gs>
          </a:gsLst>
          <a:path path="circle"/>
        </a:gradFill>
        <a:gradFill>
          <a:gsLst>
            <a:gs pos="0">
              <a:schemeClr val="phClr">
                <a:tint val="100000"/>
                <a:shade val="85000"/>
                <a:satMod val="100000"/>
                <a:lumMod val="100000"/>
              </a:schemeClr>
            </a:gs>
            <a:gs pos="100000">
              <a:schemeClr val="phClr">
                <a:tint val="90000"/>
                <a:shade val="100000"/>
                <a:satMod val="150000"/>
                <a:lumMod val="100000"/>
              </a:schemeClr>
            </a:gs>
          </a:gsLst>
          <a:path path="circle"/>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hade val="85000"/>
            <a:satMod val="125000"/>
          </a:schemeClr>
        </a:solidFill>
        <a:blipFill>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73</TotalTime>
  <Words>263</Words>
  <Application>Microsoft Office PowerPoint</Application>
  <PresentationFormat>Widescreen</PresentationFormat>
  <Paragraphs>40</Paragraphs>
  <Slides>3</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Arial</vt:lpstr>
      <vt:lpstr>Calibri</vt:lpstr>
      <vt:lpstr>Poppins</vt:lpstr>
      <vt:lpstr>Times New Roman</vt:lpstr>
      <vt:lpstr>Tw Cen MT</vt:lpstr>
      <vt:lpstr>Wingdings 3</vt:lpstr>
      <vt:lpstr>Integral</vt:lpstr>
      <vt:lpstr>1_Integral</vt:lpstr>
      <vt:lpstr>PowerPoint Presentation</vt:lpstr>
      <vt:lpstr>Confidentiality Notice</vt:lpstr>
      <vt:lpstr>High Level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brijesh chodavadiya</dc:creator>
  <cp:lastModifiedBy>brijesh chodavadiya</cp:lastModifiedBy>
  <cp:revision>678</cp:revision>
  <dcterms:created xsi:type="dcterms:W3CDTF">2022-03-21T12:55:51Z</dcterms:created>
  <dcterms:modified xsi:type="dcterms:W3CDTF">2025-01-19T09:57:59Z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
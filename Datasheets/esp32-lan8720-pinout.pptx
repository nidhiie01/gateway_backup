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02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08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17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37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43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30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35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72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96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10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37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E3161-73E7-446A-924F-0A8B8E2F7892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C8D4A-FBAA-4D59-8E35-20ABFBB3B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59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623813"/>
              </p:ext>
            </p:extLst>
          </p:nvPr>
        </p:nvGraphicFramePr>
        <p:xfrm>
          <a:off x="2032000" y="719666"/>
          <a:ext cx="812799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LAN</a:t>
                      </a:r>
                      <a:r>
                        <a:rPr lang="en-US" baseline="0" dirty="0" smtClean="0"/>
                        <a:t> 8720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ESP</a:t>
                      </a:r>
                      <a:r>
                        <a:rPr lang="en-US" baseline="0" dirty="0" smtClean="0"/>
                        <a:t>32 WROOM 32U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FUNCTION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VCC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3V3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POWER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GROUND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MDC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GPIO23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 TO PHY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MDIO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GPIO18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BIDIRECTIONAL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GPIO27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EMAC_RX_DV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RETCLK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GPIO0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EMAC_TX_CLK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RX1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GPIO26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EMAC_RXD1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RX0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GPIO25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EMAC_RXD0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TX0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GPIO19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EMAC_TXD0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TX_EN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GPIO21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EMAC_TX_EN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TX1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GPIO22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EMAC_TXD1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90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41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</cp:revision>
  <dcterms:created xsi:type="dcterms:W3CDTF">2025-01-16T05:15:45Z</dcterms:created>
  <dcterms:modified xsi:type="dcterms:W3CDTF">2025-01-16T05:41:42Z</dcterms:modified>
</cp:coreProperties>
</file>
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B96C-8C86-4097-AED7-3C21848E6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7C2AF-D1F4-4CD2-B097-0CA7CA61E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060D-D278-4768-8BAB-B5DCC1422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AB4AD-3665-488F-8196-8B4983D6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74921-2084-4101-8B99-41D84AFA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87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99580-9F4B-469C-AAD3-BCAD9742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5AAE1-6A6A-42E3-95A5-4B67347D4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6C63E-2793-4733-AE9E-1341AE40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5C522-380C-4965-BCE0-800F35D14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B1AFC-349D-4BE0-8842-A1AD450B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38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4FA4-D66A-452F-B968-58FEB94B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80211-23CB-4528-A805-1880E4E96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E0050-E04D-4BE6-8BFE-47C7F753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DCF23-CA1F-45CE-A11D-6BA395A72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63DE9-F0E5-40FE-9969-72D14ACF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99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4A34-88FD-40FF-A9D9-6787B606D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0416C-63CB-4872-9CBD-8CCB46C04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193DD-CCE1-4CF0-AC26-1F6368D1E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D0B4C-DA6B-47B2-AADC-8565D773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8E11D-0432-4CFC-A507-C572CFC4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350C1-322A-4FF6-BA7D-905DC3758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47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226D-7427-456A-A80A-1FD5AEC16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E1805-0312-4FA8-BA61-847EE5511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B52CC-90D7-4BCE-8F92-0FB1E8D15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A555B-6DFA-44CE-BB09-61499BCBC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170672-6B05-4465-98EE-5D15C49FC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8D4E5-626E-4917-A57F-AB28AE90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ED329B-208A-44B6-BE90-6DE0CC77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486981-A388-4F70-B79A-2D49F950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40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585A-A64D-4F55-B4A9-75F38D4B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2A0BB-2110-4E28-9D8B-B5A3982C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7CBC0-02BE-48AA-A222-1499B65A0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B4EBE-298C-4409-9010-2324B601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20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28228B-6487-4CBB-A571-CE75BF7B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4E9EF-486E-4BEE-B4FB-0BD53C76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4F708-9619-47D6-BD57-FA4AE0D6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213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D2ED-8EF0-4EFF-A9BC-719C9BD89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6935E-79A0-41E0-8B66-2E79E74A0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EF999-6147-4186-BC33-2A00AC666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7DF81-4DB4-4C5E-978E-92E07BB66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0E7EC-8C34-4A6C-9EF7-13D3A9F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4D6A8-BDF4-4D1B-AABC-C38545079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24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0D5E-CD08-41F8-A8A3-EE11204BE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5E2CC-D23A-4D0E-B9E4-E67C51B98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0CE54-DCE9-4F5A-B26C-E0123A969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2481E-D2C3-4DCD-B699-84AAA644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6624F-51C0-4DAC-AE57-12F9994C4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9DEBB-5A39-4BC7-990D-3112C549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787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9D2F-0423-4738-B288-BF352CEE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F6034-DA4E-4339-9007-A7781E7FE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1F8C7-8674-4E02-9F28-10294CB85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C29EA-DADD-462B-B607-A0BC227E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B174-6AB5-43EB-B089-20B4AF49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A0DCA5-3B6E-4B36-93D6-0F6448DB3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901EC-89C2-4935-A16F-ECF4F916F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0BC9F-0D65-4830-AC03-2BFA43FE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D2529-FFC6-49BB-A8DA-E9771998C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F18C2-57FC-4D47-A68F-D0E99A35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007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1CE072-C979-4AD6-AA51-761A82E3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8A9E2-EC53-49D4-9200-064BCE191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5706A-FB24-417A-9BDE-D4FB7AD32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95AD9-512D-4912-B7BD-4DFF3C95BF0D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EA20F-F1F0-4E9F-A275-8C15B6EBF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4CC49-83FB-4AEC-8124-70194D205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23DC0-D1F9-4842-A684-6AF24B59B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38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C05CCAE-B893-4ED4-AE43-5585C5857DDB}"/>
              </a:ext>
            </a:extLst>
          </p:cNvPr>
          <p:cNvGrpSpPr/>
          <p:nvPr/>
        </p:nvGrpSpPr>
        <p:grpSpPr>
          <a:xfrm>
            <a:off x="3083858" y="0"/>
            <a:ext cx="6750423" cy="6857999"/>
            <a:chOff x="2653553" y="0"/>
            <a:chExt cx="6508376" cy="7159711"/>
          </a:xfrm>
        </p:grpSpPr>
        <p:pic>
          <p:nvPicPr>
            <p:cNvPr id="1025" name="Picture 1" descr="Machine generated alternative text:&#10;Feature &#10;Category &#10;Wired &#10;Connectivity &#10;Wireless &#10;Connectivity &#10;Storage &#10;Important &#10;Features &#10;Digital I/O &#10;Analog MO &#10;Other &#10;Interfaces &#10;Feature Name &#10;Ethernet-I &#10;(Modbus/lnternet) &#10;Ethernet-2 (Intemet) &#10;RS485 (1 port) &#10;4G cellular &#10;5G cellular &#10;Wi-Fi &#10;Bluetooth &#10;Future: LoRaWAN &#10;Future: Thread/Matter &#10;Future: Zigbee &#10;SD card Slot &#10;VPN &#10;Digital I/O (2 Input/ 2 &#10;Output) &#10;Future: Digital I/O (4 Input / &#10;4 Output) &#10;Future: Analog I/O (e.g., 2 &#10;Input O Output) &#10;Debug UART &#10;Bit &#10;Position &#10;2 &#10;3 &#10;4 &#10;5 &#10;6 &#10;7 &#10;8 &#10;9 &#10;10 &#10;11 &#10;12 &#10;13 &#10;14 &#10;15 &#10;Bit Value &#10;(2APosition) &#10;2 &#10;4 &#10;8 &#10;16 &#10;32 &#10;128 &#10;256 &#10;512 &#10;1024 &#10;2048 &#10;4096 &#10;8192 &#10;16384 &#10;32768 &#10;Model-3 &#10;ON OFF &#10;Model-3 &#10;Notes &#10;Model Code &#10;2 &#10;4 &#10;8 &#10;32 &#10;1024 &#10;4096 &#10;32768 ">
              <a:extLst>
                <a:ext uri="{FF2B5EF4-FFF2-40B4-BE49-F238E27FC236}">
                  <a16:creationId xmlns:a16="http://schemas.microsoft.com/office/drawing/2014/main" id="{DA47D419-8ADB-4079-8676-C1A22EAB1B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3554" y="0"/>
              <a:ext cx="6508375" cy="5504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Machine generated alternative text:&#10;Future: GPS Module &#10;Future: Display Interface &#10;Future: USB Host Port &#10;Future: Camera &#10;Future: Reserved &#10;Expansion &#10;16 &#10;17 &#10;18 &#10;19 &#10;131072 &#10;262144 &#10;524288 &#10;1048576 ">
              <a:extLst>
                <a:ext uri="{FF2B5EF4-FFF2-40B4-BE49-F238E27FC236}">
                  <a16:creationId xmlns:a16="http://schemas.microsoft.com/office/drawing/2014/main" id="{36ABF977-1AA1-487F-A347-A81FCDD218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3553" y="5504138"/>
              <a:ext cx="6508375" cy="16555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69167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2025-05-30T04:43:09Z</dcterms:created>
  <dcterms:modified xsi:type="dcterms:W3CDTF">2025-05-30T04:44:49Z</dcterms:modified>
</cp:coreProperties>
</file>
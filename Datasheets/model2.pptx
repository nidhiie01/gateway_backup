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</p:sldIdLst>
  <p:sldSz cx="5400675" cy="3240088"/>
  <p:notesSz cx="6858000" cy="9144000"/>
  <p:defaultTextStyle>
    <a:defPPr>
      <a:defRPr lang="en-US"/>
    </a:defPPr>
    <a:lvl1pPr marL="0" algn="l" defTabSz="397419" rtl="0" eaLnBrk="1" latinLnBrk="0" hangingPunct="1">
      <a:defRPr sz="782" kern="1200">
        <a:solidFill>
          <a:schemeClr val="tx1"/>
        </a:solidFill>
        <a:latin typeface="+mn-lt"/>
        <a:ea typeface="+mn-ea"/>
        <a:cs typeface="+mn-cs"/>
      </a:defRPr>
    </a:lvl1pPr>
    <a:lvl2pPr marL="198710" algn="l" defTabSz="397419" rtl="0" eaLnBrk="1" latinLnBrk="0" hangingPunct="1">
      <a:defRPr sz="782" kern="1200">
        <a:solidFill>
          <a:schemeClr val="tx1"/>
        </a:solidFill>
        <a:latin typeface="+mn-lt"/>
        <a:ea typeface="+mn-ea"/>
        <a:cs typeface="+mn-cs"/>
      </a:defRPr>
    </a:lvl2pPr>
    <a:lvl3pPr marL="397419" algn="l" defTabSz="397419" rtl="0" eaLnBrk="1" latinLnBrk="0" hangingPunct="1">
      <a:defRPr sz="782" kern="1200">
        <a:solidFill>
          <a:schemeClr val="tx1"/>
        </a:solidFill>
        <a:latin typeface="+mn-lt"/>
        <a:ea typeface="+mn-ea"/>
        <a:cs typeface="+mn-cs"/>
      </a:defRPr>
    </a:lvl3pPr>
    <a:lvl4pPr marL="596129" algn="l" defTabSz="397419" rtl="0" eaLnBrk="1" latinLnBrk="0" hangingPunct="1">
      <a:defRPr sz="782" kern="1200">
        <a:solidFill>
          <a:schemeClr val="tx1"/>
        </a:solidFill>
        <a:latin typeface="+mn-lt"/>
        <a:ea typeface="+mn-ea"/>
        <a:cs typeface="+mn-cs"/>
      </a:defRPr>
    </a:lvl4pPr>
    <a:lvl5pPr marL="794839" algn="l" defTabSz="397419" rtl="0" eaLnBrk="1" latinLnBrk="0" hangingPunct="1">
      <a:defRPr sz="782" kern="1200">
        <a:solidFill>
          <a:schemeClr val="tx1"/>
        </a:solidFill>
        <a:latin typeface="+mn-lt"/>
        <a:ea typeface="+mn-ea"/>
        <a:cs typeface="+mn-cs"/>
      </a:defRPr>
    </a:lvl5pPr>
    <a:lvl6pPr marL="993547" algn="l" defTabSz="397419" rtl="0" eaLnBrk="1" latinLnBrk="0" hangingPunct="1">
      <a:defRPr sz="782" kern="1200">
        <a:solidFill>
          <a:schemeClr val="tx1"/>
        </a:solidFill>
        <a:latin typeface="+mn-lt"/>
        <a:ea typeface="+mn-ea"/>
        <a:cs typeface="+mn-cs"/>
      </a:defRPr>
    </a:lvl6pPr>
    <a:lvl7pPr marL="1192257" algn="l" defTabSz="397419" rtl="0" eaLnBrk="1" latinLnBrk="0" hangingPunct="1">
      <a:defRPr sz="782" kern="1200">
        <a:solidFill>
          <a:schemeClr val="tx1"/>
        </a:solidFill>
        <a:latin typeface="+mn-lt"/>
        <a:ea typeface="+mn-ea"/>
        <a:cs typeface="+mn-cs"/>
      </a:defRPr>
    </a:lvl7pPr>
    <a:lvl8pPr marL="1390967" algn="l" defTabSz="397419" rtl="0" eaLnBrk="1" latinLnBrk="0" hangingPunct="1">
      <a:defRPr sz="782" kern="1200">
        <a:solidFill>
          <a:schemeClr val="tx1"/>
        </a:solidFill>
        <a:latin typeface="+mn-lt"/>
        <a:ea typeface="+mn-ea"/>
        <a:cs typeface="+mn-cs"/>
      </a:defRPr>
    </a:lvl8pPr>
    <a:lvl9pPr marL="1589676" algn="l" defTabSz="397419" rtl="0" eaLnBrk="1" latinLnBrk="0" hangingPunct="1">
      <a:defRPr sz="782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21" userDrawn="1">
          <p15:clr>
            <a:srgbClr val="A4A3A4"/>
          </p15:clr>
        </p15:guide>
        <p15:guide id="2" pos="170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FFFF"/>
    <a:srgbClr val="CC0099"/>
    <a:srgbClr val="5B2F55"/>
    <a:srgbClr val="9E227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4140" autoAdjust="0"/>
    <p:restoredTop sz="94660"/>
  </p:normalViewPr>
  <p:slideViewPr>
    <p:cSldViewPr>
      <p:cViewPr>
        <p:scale>
          <a:sx n="66" d="100"/>
          <a:sy n="66" d="100"/>
        </p:scale>
        <p:origin x="2410" y="1210"/>
      </p:cViewPr>
      <p:guideLst>
        <p:guide orient="horz" pos="1021"/>
        <p:guide pos="170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90001" cy="90001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75085" y="530265"/>
            <a:ext cx="4050506" cy="1128031"/>
          </a:xfrm>
        </p:spPr>
        <p:txBody>
          <a:bodyPr anchor="b"/>
          <a:lstStyle>
            <a:lvl1pPr algn="ctr">
              <a:defRPr sz="2658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75085" y="1701797"/>
            <a:ext cx="4050506" cy="782271"/>
          </a:xfrm>
        </p:spPr>
        <p:txBody>
          <a:bodyPr/>
          <a:lstStyle>
            <a:lvl1pPr marL="0" indent="0" algn="ctr">
              <a:buNone/>
              <a:defRPr sz="1063"/>
            </a:lvl1pPr>
            <a:lvl2pPr marL="202557" indent="0" algn="ctr">
              <a:buNone/>
              <a:defRPr sz="886"/>
            </a:lvl2pPr>
            <a:lvl3pPr marL="405114" indent="0" algn="ctr">
              <a:buNone/>
              <a:defRPr sz="797"/>
            </a:lvl3pPr>
            <a:lvl4pPr marL="607670" indent="0" algn="ctr">
              <a:buNone/>
              <a:defRPr sz="709"/>
            </a:lvl4pPr>
            <a:lvl5pPr marL="810227" indent="0" algn="ctr">
              <a:buNone/>
              <a:defRPr sz="709"/>
            </a:lvl5pPr>
            <a:lvl6pPr marL="1012784" indent="0" algn="ctr">
              <a:buNone/>
              <a:defRPr sz="709"/>
            </a:lvl6pPr>
            <a:lvl7pPr marL="1215341" indent="0" algn="ctr">
              <a:buNone/>
              <a:defRPr sz="709"/>
            </a:lvl7pPr>
            <a:lvl8pPr marL="1417897" indent="0" algn="ctr">
              <a:buNone/>
              <a:defRPr sz="709"/>
            </a:lvl8pPr>
            <a:lvl9pPr marL="1620454" indent="0" algn="ctr">
              <a:buNone/>
              <a:defRPr sz="709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F5EE7-A016-4592-9228-41D3F8FBA72D}" type="datetimeFigureOut">
              <a:rPr lang="en-IN" smtClean="0"/>
              <a:t>01-02-2025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8FAA1-E81F-4D47-B663-0151381F30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83630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F5EE7-A016-4592-9228-41D3F8FBA72D}" type="datetimeFigureOut">
              <a:rPr lang="en-IN" smtClean="0"/>
              <a:t>01-02-2025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8FAA1-E81F-4D47-B663-0151381F30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72714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8484" y="807773"/>
            <a:ext cx="4658082" cy="1347786"/>
          </a:xfrm>
        </p:spPr>
        <p:txBody>
          <a:bodyPr anchor="b"/>
          <a:lstStyle>
            <a:lvl1pPr>
              <a:defRPr sz="2658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8484" y="2168310"/>
            <a:ext cx="4658082" cy="708769"/>
          </a:xfrm>
        </p:spPr>
        <p:txBody>
          <a:bodyPr/>
          <a:lstStyle>
            <a:lvl1pPr marL="0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1pPr>
            <a:lvl2pPr marL="202557" indent="0">
              <a:buNone/>
              <a:defRPr sz="886">
                <a:solidFill>
                  <a:schemeClr val="tx1">
                    <a:tint val="75000"/>
                  </a:schemeClr>
                </a:solidFill>
              </a:defRPr>
            </a:lvl2pPr>
            <a:lvl3pPr marL="405114" indent="0">
              <a:buNone/>
              <a:defRPr sz="797">
                <a:solidFill>
                  <a:schemeClr val="tx1">
                    <a:tint val="75000"/>
                  </a:schemeClr>
                </a:solidFill>
              </a:defRPr>
            </a:lvl3pPr>
            <a:lvl4pPr marL="607670" indent="0">
              <a:buNone/>
              <a:defRPr sz="709">
                <a:solidFill>
                  <a:schemeClr val="tx1">
                    <a:tint val="75000"/>
                  </a:schemeClr>
                </a:solidFill>
              </a:defRPr>
            </a:lvl4pPr>
            <a:lvl5pPr marL="810227" indent="0">
              <a:buNone/>
              <a:defRPr sz="709">
                <a:solidFill>
                  <a:schemeClr val="tx1">
                    <a:tint val="75000"/>
                  </a:schemeClr>
                </a:solidFill>
              </a:defRPr>
            </a:lvl5pPr>
            <a:lvl6pPr marL="1012784" indent="0">
              <a:buNone/>
              <a:defRPr sz="709">
                <a:solidFill>
                  <a:schemeClr val="tx1">
                    <a:tint val="75000"/>
                  </a:schemeClr>
                </a:solidFill>
              </a:defRPr>
            </a:lvl6pPr>
            <a:lvl7pPr marL="1215341" indent="0">
              <a:buNone/>
              <a:defRPr sz="709">
                <a:solidFill>
                  <a:schemeClr val="tx1">
                    <a:tint val="75000"/>
                  </a:schemeClr>
                </a:solidFill>
              </a:defRPr>
            </a:lvl7pPr>
            <a:lvl8pPr marL="1417897" indent="0">
              <a:buNone/>
              <a:defRPr sz="709">
                <a:solidFill>
                  <a:schemeClr val="tx1">
                    <a:tint val="75000"/>
                  </a:schemeClr>
                </a:solidFill>
              </a:defRPr>
            </a:lvl8pPr>
            <a:lvl9pPr marL="1620454" indent="0">
              <a:buNone/>
              <a:defRPr sz="70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F5EE7-A016-4592-9228-41D3F8FBA72D}" type="datetimeFigureOut">
              <a:rPr lang="en-IN" smtClean="0"/>
              <a:t>01-02-2025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8FAA1-E81F-4D47-B663-0151381F30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67208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71298" y="862523"/>
            <a:ext cx="2295287" cy="205580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734094" y="862523"/>
            <a:ext cx="2295287" cy="205580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F5EE7-A016-4592-9228-41D3F8FBA72D}" type="datetimeFigureOut">
              <a:rPr lang="en-IN" smtClean="0"/>
              <a:t>01-02-2025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8FAA1-E81F-4D47-B663-0151381F30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64876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000" y="172506"/>
            <a:ext cx="4658082" cy="62626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2000" y="794272"/>
            <a:ext cx="2284738" cy="389260"/>
          </a:xfrm>
        </p:spPr>
        <p:txBody>
          <a:bodyPr anchor="b"/>
          <a:lstStyle>
            <a:lvl1pPr marL="0" indent="0">
              <a:buNone/>
              <a:defRPr sz="1063" b="1"/>
            </a:lvl1pPr>
            <a:lvl2pPr marL="202557" indent="0">
              <a:buNone/>
              <a:defRPr sz="886" b="1"/>
            </a:lvl2pPr>
            <a:lvl3pPr marL="405114" indent="0">
              <a:buNone/>
              <a:defRPr sz="797" b="1"/>
            </a:lvl3pPr>
            <a:lvl4pPr marL="607670" indent="0">
              <a:buNone/>
              <a:defRPr sz="709" b="1"/>
            </a:lvl4pPr>
            <a:lvl5pPr marL="810227" indent="0">
              <a:buNone/>
              <a:defRPr sz="709" b="1"/>
            </a:lvl5pPr>
            <a:lvl6pPr marL="1012784" indent="0">
              <a:buNone/>
              <a:defRPr sz="709" b="1"/>
            </a:lvl6pPr>
            <a:lvl7pPr marL="1215341" indent="0">
              <a:buNone/>
              <a:defRPr sz="709" b="1"/>
            </a:lvl7pPr>
            <a:lvl8pPr marL="1417897" indent="0">
              <a:buNone/>
              <a:defRPr sz="709" b="1"/>
            </a:lvl8pPr>
            <a:lvl9pPr marL="1620454" indent="0">
              <a:buNone/>
              <a:defRPr sz="709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2000" y="1183532"/>
            <a:ext cx="2284738" cy="174079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734092" y="794272"/>
            <a:ext cx="2295990" cy="389260"/>
          </a:xfrm>
        </p:spPr>
        <p:txBody>
          <a:bodyPr anchor="b"/>
          <a:lstStyle>
            <a:lvl1pPr marL="0" indent="0">
              <a:buNone/>
              <a:defRPr sz="1063" b="1"/>
            </a:lvl1pPr>
            <a:lvl2pPr marL="202557" indent="0">
              <a:buNone/>
              <a:defRPr sz="886" b="1"/>
            </a:lvl2pPr>
            <a:lvl3pPr marL="405114" indent="0">
              <a:buNone/>
              <a:defRPr sz="797" b="1"/>
            </a:lvl3pPr>
            <a:lvl4pPr marL="607670" indent="0">
              <a:buNone/>
              <a:defRPr sz="709" b="1"/>
            </a:lvl4pPr>
            <a:lvl5pPr marL="810227" indent="0">
              <a:buNone/>
              <a:defRPr sz="709" b="1"/>
            </a:lvl5pPr>
            <a:lvl6pPr marL="1012784" indent="0">
              <a:buNone/>
              <a:defRPr sz="709" b="1"/>
            </a:lvl6pPr>
            <a:lvl7pPr marL="1215341" indent="0">
              <a:buNone/>
              <a:defRPr sz="709" b="1"/>
            </a:lvl7pPr>
            <a:lvl8pPr marL="1417897" indent="0">
              <a:buNone/>
              <a:defRPr sz="709" b="1"/>
            </a:lvl8pPr>
            <a:lvl9pPr marL="1620454" indent="0">
              <a:buNone/>
              <a:defRPr sz="709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734092" y="1183532"/>
            <a:ext cx="2295990" cy="174079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F5EE7-A016-4592-9228-41D3F8FBA72D}" type="datetimeFigureOut">
              <a:rPr lang="en-IN" smtClean="0"/>
              <a:t>01-02-2025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8FAA1-E81F-4D47-B663-0151381F30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54539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F5EE7-A016-4592-9228-41D3F8FBA72D}" type="datetimeFigureOut">
              <a:rPr lang="en-IN" smtClean="0"/>
              <a:t>01-02-2025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8FAA1-E81F-4D47-B663-0151381F30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49697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F5EE7-A016-4592-9228-41D3F8FBA72D}" type="datetimeFigureOut">
              <a:rPr lang="en-IN" smtClean="0"/>
              <a:t>01-02-2025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8FAA1-E81F-4D47-B663-0151381F30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31085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000" y="216007"/>
            <a:ext cx="1741858" cy="756021"/>
          </a:xfrm>
        </p:spPr>
        <p:txBody>
          <a:bodyPr anchor="b"/>
          <a:lstStyle>
            <a:lvl1pPr>
              <a:defRPr sz="1418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95990" y="466513"/>
            <a:ext cx="2734092" cy="2302563"/>
          </a:xfrm>
        </p:spPr>
        <p:txBody>
          <a:bodyPr/>
          <a:lstStyle>
            <a:lvl1pPr>
              <a:defRPr sz="1418"/>
            </a:lvl1pPr>
            <a:lvl2pPr>
              <a:defRPr sz="1240"/>
            </a:lvl2pPr>
            <a:lvl3pPr>
              <a:defRPr sz="1063"/>
            </a:lvl3pPr>
            <a:lvl4pPr>
              <a:defRPr sz="886"/>
            </a:lvl4pPr>
            <a:lvl5pPr>
              <a:defRPr sz="886"/>
            </a:lvl5pPr>
            <a:lvl6pPr>
              <a:defRPr sz="886"/>
            </a:lvl6pPr>
            <a:lvl7pPr>
              <a:defRPr sz="886"/>
            </a:lvl7pPr>
            <a:lvl8pPr>
              <a:defRPr sz="886"/>
            </a:lvl8pPr>
            <a:lvl9pPr>
              <a:defRPr sz="886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2000" y="972027"/>
            <a:ext cx="1741858" cy="1800799"/>
          </a:xfrm>
        </p:spPr>
        <p:txBody>
          <a:bodyPr/>
          <a:lstStyle>
            <a:lvl1pPr marL="0" indent="0">
              <a:buNone/>
              <a:defRPr sz="709"/>
            </a:lvl1pPr>
            <a:lvl2pPr marL="202557" indent="0">
              <a:buNone/>
              <a:defRPr sz="620"/>
            </a:lvl2pPr>
            <a:lvl3pPr marL="405114" indent="0">
              <a:buNone/>
              <a:defRPr sz="532"/>
            </a:lvl3pPr>
            <a:lvl4pPr marL="607670" indent="0">
              <a:buNone/>
              <a:defRPr sz="443"/>
            </a:lvl4pPr>
            <a:lvl5pPr marL="810227" indent="0">
              <a:buNone/>
              <a:defRPr sz="443"/>
            </a:lvl5pPr>
            <a:lvl6pPr marL="1012784" indent="0">
              <a:buNone/>
              <a:defRPr sz="443"/>
            </a:lvl6pPr>
            <a:lvl7pPr marL="1215341" indent="0">
              <a:buNone/>
              <a:defRPr sz="443"/>
            </a:lvl7pPr>
            <a:lvl8pPr marL="1417897" indent="0">
              <a:buNone/>
              <a:defRPr sz="443"/>
            </a:lvl8pPr>
            <a:lvl9pPr marL="1620454" indent="0">
              <a:buNone/>
              <a:defRPr sz="443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F5EE7-A016-4592-9228-41D3F8FBA72D}" type="datetimeFigureOut">
              <a:rPr lang="en-IN" smtClean="0"/>
              <a:t>01-02-2025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8FAA1-E81F-4D47-B663-0151381F30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97142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000" y="216007"/>
            <a:ext cx="1741858" cy="756021"/>
          </a:xfrm>
        </p:spPr>
        <p:txBody>
          <a:bodyPr anchor="b"/>
          <a:lstStyle>
            <a:lvl1pPr>
              <a:defRPr sz="1418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95990" y="466513"/>
            <a:ext cx="2734092" cy="2302563"/>
          </a:xfrm>
        </p:spPr>
        <p:txBody>
          <a:bodyPr anchor="t"/>
          <a:lstStyle>
            <a:lvl1pPr marL="0" indent="0">
              <a:buNone/>
              <a:defRPr sz="1418"/>
            </a:lvl1pPr>
            <a:lvl2pPr marL="202557" indent="0">
              <a:buNone/>
              <a:defRPr sz="1240"/>
            </a:lvl2pPr>
            <a:lvl3pPr marL="405114" indent="0">
              <a:buNone/>
              <a:defRPr sz="1063"/>
            </a:lvl3pPr>
            <a:lvl4pPr marL="607670" indent="0">
              <a:buNone/>
              <a:defRPr sz="886"/>
            </a:lvl4pPr>
            <a:lvl5pPr marL="810227" indent="0">
              <a:buNone/>
              <a:defRPr sz="886"/>
            </a:lvl5pPr>
            <a:lvl6pPr marL="1012784" indent="0">
              <a:buNone/>
              <a:defRPr sz="886"/>
            </a:lvl6pPr>
            <a:lvl7pPr marL="1215341" indent="0">
              <a:buNone/>
              <a:defRPr sz="886"/>
            </a:lvl7pPr>
            <a:lvl8pPr marL="1417897" indent="0">
              <a:buNone/>
              <a:defRPr sz="886"/>
            </a:lvl8pPr>
            <a:lvl9pPr marL="1620454" indent="0">
              <a:buNone/>
              <a:defRPr sz="886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2000" y="972027"/>
            <a:ext cx="1741858" cy="1800799"/>
          </a:xfrm>
        </p:spPr>
        <p:txBody>
          <a:bodyPr/>
          <a:lstStyle>
            <a:lvl1pPr marL="0" indent="0">
              <a:buNone/>
              <a:defRPr sz="709"/>
            </a:lvl1pPr>
            <a:lvl2pPr marL="202557" indent="0">
              <a:buNone/>
              <a:defRPr sz="620"/>
            </a:lvl2pPr>
            <a:lvl3pPr marL="405114" indent="0">
              <a:buNone/>
              <a:defRPr sz="532"/>
            </a:lvl3pPr>
            <a:lvl4pPr marL="607670" indent="0">
              <a:buNone/>
              <a:defRPr sz="443"/>
            </a:lvl4pPr>
            <a:lvl5pPr marL="810227" indent="0">
              <a:buNone/>
              <a:defRPr sz="443"/>
            </a:lvl5pPr>
            <a:lvl6pPr marL="1012784" indent="0">
              <a:buNone/>
              <a:defRPr sz="443"/>
            </a:lvl6pPr>
            <a:lvl7pPr marL="1215341" indent="0">
              <a:buNone/>
              <a:defRPr sz="443"/>
            </a:lvl7pPr>
            <a:lvl8pPr marL="1417897" indent="0">
              <a:buNone/>
              <a:defRPr sz="443"/>
            </a:lvl8pPr>
            <a:lvl9pPr marL="1620454" indent="0">
              <a:buNone/>
              <a:defRPr sz="443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F5EE7-A016-4592-9228-41D3F8FBA72D}" type="datetimeFigureOut">
              <a:rPr lang="en-IN" smtClean="0"/>
              <a:t>01-02-2025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8FAA1-E81F-4D47-B663-0151381F30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07921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F5EE7-A016-4592-9228-41D3F8FBA72D}" type="datetimeFigureOut">
              <a:rPr lang="en-IN" smtClean="0"/>
              <a:t>01-02-2025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8FAA1-E81F-4D47-B663-0151381F30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61112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64860" y="172505"/>
            <a:ext cx="1164521" cy="27458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71299" y="172505"/>
            <a:ext cx="3426053" cy="27458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F5EE7-A016-4592-9228-41D3F8FBA72D}" type="datetimeFigureOut">
              <a:rPr lang="en-IN" smtClean="0"/>
              <a:t>01-02-2025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8FAA1-E81F-4D47-B663-0151381F30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99040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71297" y="172506"/>
            <a:ext cx="4658082" cy="626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1297" y="862523"/>
            <a:ext cx="4658082" cy="20558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71296" y="3003082"/>
            <a:ext cx="1215152" cy="1725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3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6F5EE7-A016-4592-9228-41D3F8FBA72D}" type="datetimeFigureOut">
              <a:rPr lang="en-IN" smtClean="0"/>
              <a:t>01-02-2025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88974" y="3003082"/>
            <a:ext cx="1822728" cy="1725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3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14227" y="3003082"/>
            <a:ext cx="1215152" cy="1725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3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B8FAA1-E81F-4D47-B663-0151381F30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06371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405114" rtl="0" eaLnBrk="1" latinLnBrk="0" hangingPunct="1">
        <a:lnSpc>
          <a:spcPct val="90000"/>
        </a:lnSpc>
        <a:spcBef>
          <a:spcPct val="0"/>
        </a:spcBef>
        <a:buNone/>
        <a:defRPr sz="194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1279" indent="-101279" algn="l" defTabSz="405114" rtl="0" eaLnBrk="1" latinLnBrk="0" hangingPunct="1">
        <a:lnSpc>
          <a:spcPct val="90000"/>
        </a:lnSpc>
        <a:spcBef>
          <a:spcPts val="443"/>
        </a:spcBef>
        <a:buFont typeface="Arial" panose="020B0604020202020204" pitchFamily="34" charset="0"/>
        <a:buChar char="•"/>
        <a:defRPr sz="1240" kern="1200">
          <a:solidFill>
            <a:schemeClr val="tx1"/>
          </a:solidFill>
          <a:latin typeface="+mn-lt"/>
          <a:ea typeface="+mn-ea"/>
          <a:cs typeface="+mn-cs"/>
        </a:defRPr>
      </a:lvl1pPr>
      <a:lvl2pPr marL="303835" indent="-101279" algn="l" defTabSz="405114" rtl="0" eaLnBrk="1" latinLnBrk="0" hangingPunct="1">
        <a:lnSpc>
          <a:spcPct val="90000"/>
        </a:lnSpc>
        <a:spcBef>
          <a:spcPts val="222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2pPr>
      <a:lvl3pPr marL="506392" indent="-101279" algn="l" defTabSz="405114" rtl="0" eaLnBrk="1" latinLnBrk="0" hangingPunct="1">
        <a:lnSpc>
          <a:spcPct val="90000"/>
        </a:lnSpc>
        <a:spcBef>
          <a:spcPts val="222"/>
        </a:spcBef>
        <a:buFont typeface="Arial" panose="020B0604020202020204" pitchFamily="34" charset="0"/>
        <a:buChar char="•"/>
        <a:defRPr sz="886" kern="1200">
          <a:solidFill>
            <a:schemeClr val="tx1"/>
          </a:solidFill>
          <a:latin typeface="+mn-lt"/>
          <a:ea typeface="+mn-ea"/>
          <a:cs typeface="+mn-cs"/>
        </a:defRPr>
      </a:lvl3pPr>
      <a:lvl4pPr marL="708949" indent="-101279" algn="l" defTabSz="405114" rtl="0" eaLnBrk="1" latinLnBrk="0" hangingPunct="1">
        <a:lnSpc>
          <a:spcPct val="90000"/>
        </a:lnSpc>
        <a:spcBef>
          <a:spcPts val="222"/>
        </a:spcBef>
        <a:buFont typeface="Arial" panose="020B0604020202020204" pitchFamily="34" charset="0"/>
        <a:buChar char="•"/>
        <a:defRPr sz="797" kern="1200">
          <a:solidFill>
            <a:schemeClr val="tx1"/>
          </a:solidFill>
          <a:latin typeface="+mn-lt"/>
          <a:ea typeface="+mn-ea"/>
          <a:cs typeface="+mn-cs"/>
        </a:defRPr>
      </a:lvl4pPr>
      <a:lvl5pPr marL="911505" indent="-101279" algn="l" defTabSz="405114" rtl="0" eaLnBrk="1" latinLnBrk="0" hangingPunct="1">
        <a:lnSpc>
          <a:spcPct val="90000"/>
        </a:lnSpc>
        <a:spcBef>
          <a:spcPts val="222"/>
        </a:spcBef>
        <a:buFont typeface="Arial" panose="020B0604020202020204" pitchFamily="34" charset="0"/>
        <a:buChar char="•"/>
        <a:defRPr sz="797" kern="1200">
          <a:solidFill>
            <a:schemeClr val="tx1"/>
          </a:solidFill>
          <a:latin typeface="+mn-lt"/>
          <a:ea typeface="+mn-ea"/>
          <a:cs typeface="+mn-cs"/>
        </a:defRPr>
      </a:lvl5pPr>
      <a:lvl6pPr marL="1114063" indent="-101279" algn="l" defTabSz="405114" rtl="0" eaLnBrk="1" latinLnBrk="0" hangingPunct="1">
        <a:lnSpc>
          <a:spcPct val="90000"/>
        </a:lnSpc>
        <a:spcBef>
          <a:spcPts val="222"/>
        </a:spcBef>
        <a:buFont typeface="Arial" panose="020B0604020202020204" pitchFamily="34" charset="0"/>
        <a:buChar char="•"/>
        <a:defRPr sz="797" kern="1200">
          <a:solidFill>
            <a:schemeClr val="tx1"/>
          </a:solidFill>
          <a:latin typeface="+mn-lt"/>
          <a:ea typeface="+mn-ea"/>
          <a:cs typeface="+mn-cs"/>
        </a:defRPr>
      </a:lvl6pPr>
      <a:lvl7pPr marL="1316619" indent="-101279" algn="l" defTabSz="405114" rtl="0" eaLnBrk="1" latinLnBrk="0" hangingPunct="1">
        <a:lnSpc>
          <a:spcPct val="90000"/>
        </a:lnSpc>
        <a:spcBef>
          <a:spcPts val="222"/>
        </a:spcBef>
        <a:buFont typeface="Arial" panose="020B0604020202020204" pitchFamily="34" charset="0"/>
        <a:buChar char="•"/>
        <a:defRPr sz="797" kern="1200">
          <a:solidFill>
            <a:schemeClr val="tx1"/>
          </a:solidFill>
          <a:latin typeface="+mn-lt"/>
          <a:ea typeface="+mn-ea"/>
          <a:cs typeface="+mn-cs"/>
        </a:defRPr>
      </a:lvl7pPr>
      <a:lvl8pPr marL="1519175" indent="-101279" algn="l" defTabSz="405114" rtl="0" eaLnBrk="1" latinLnBrk="0" hangingPunct="1">
        <a:lnSpc>
          <a:spcPct val="90000"/>
        </a:lnSpc>
        <a:spcBef>
          <a:spcPts val="222"/>
        </a:spcBef>
        <a:buFont typeface="Arial" panose="020B0604020202020204" pitchFamily="34" charset="0"/>
        <a:buChar char="•"/>
        <a:defRPr sz="797" kern="1200">
          <a:solidFill>
            <a:schemeClr val="tx1"/>
          </a:solidFill>
          <a:latin typeface="+mn-lt"/>
          <a:ea typeface="+mn-ea"/>
          <a:cs typeface="+mn-cs"/>
        </a:defRPr>
      </a:lvl8pPr>
      <a:lvl9pPr marL="1721733" indent="-101279" algn="l" defTabSz="405114" rtl="0" eaLnBrk="1" latinLnBrk="0" hangingPunct="1">
        <a:lnSpc>
          <a:spcPct val="90000"/>
        </a:lnSpc>
        <a:spcBef>
          <a:spcPts val="222"/>
        </a:spcBef>
        <a:buFont typeface="Arial" panose="020B0604020202020204" pitchFamily="34" charset="0"/>
        <a:buChar char="•"/>
        <a:defRPr sz="79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05114" rtl="0" eaLnBrk="1" latinLnBrk="0" hangingPunct="1">
        <a:defRPr sz="797" kern="1200">
          <a:solidFill>
            <a:schemeClr val="tx1"/>
          </a:solidFill>
          <a:latin typeface="+mn-lt"/>
          <a:ea typeface="+mn-ea"/>
          <a:cs typeface="+mn-cs"/>
        </a:defRPr>
      </a:lvl1pPr>
      <a:lvl2pPr marL="202557" algn="l" defTabSz="405114" rtl="0" eaLnBrk="1" latinLnBrk="0" hangingPunct="1">
        <a:defRPr sz="797" kern="1200">
          <a:solidFill>
            <a:schemeClr val="tx1"/>
          </a:solidFill>
          <a:latin typeface="+mn-lt"/>
          <a:ea typeface="+mn-ea"/>
          <a:cs typeface="+mn-cs"/>
        </a:defRPr>
      </a:lvl2pPr>
      <a:lvl3pPr marL="405114" algn="l" defTabSz="405114" rtl="0" eaLnBrk="1" latinLnBrk="0" hangingPunct="1">
        <a:defRPr sz="797" kern="1200">
          <a:solidFill>
            <a:schemeClr val="tx1"/>
          </a:solidFill>
          <a:latin typeface="+mn-lt"/>
          <a:ea typeface="+mn-ea"/>
          <a:cs typeface="+mn-cs"/>
        </a:defRPr>
      </a:lvl3pPr>
      <a:lvl4pPr marL="607670" algn="l" defTabSz="405114" rtl="0" eaLnBrk="1" latinLnBrk="0" hangingPunct="1">
        <a:defRPr sz="797" kern="1200">
          <a:solidFill>
            <a:schemeClr val="tx1"/>
          </a:solidFill>
          <a:latin typeface="+mn-lt"/>
          <a:ea typeface="+mn-ea"/>
          <a:cs typeface="+mn-cs"/>
        </a:defRPr>
      </a:lvl4pPr>
      <a:lvl5pPr marL="810227" algn="l" defTabSz="405114" rtl="0" eaLnBrk="1" latinLnBrk="0" hangingPunct="1">
        <a:defRPr sz="797" kern="1200">
          <a:solidFill>
            <a:schemeClr val="tx1"/>
          </a:solidFill>
          <a:latin typeface="+mn-lt"/>
          <a:ea typeface="+mn-ea"/>
          <a:cs typeface="+mn-cs"/>
        </a:defRPr>
      </a:lvl5pPr>
      <a:lvl6pPr marL="1012784" algn="l" defTabSz="405114" rtl="0" eaLnBrk="1" latinLnBrk="0" hangingPunct="1">
        <a:defRPr sz="797" kern="1200">
          <a:solidFill>
            <a:schemeClr val="tx1"/>
          </a:solidFill>
          <a:latin typeface="+mn-lt"/>
          <a:ea typeface="+mn-ea"/>
          <a:cs typeface="+mn-cs"/>
        </a:defRPr>
      </a:lvl6pPr>
      <a:lvl7pPr marL="1215341" algn="l" defTabSz="405114" rtl="0" eaLnBrk="1" latinLnBrk="0" hangingPunct="1">
        <a:defRPr sz="797" kern="1200">
          <a:solidFill>
            <a:schemeClr val="tx1"/>
          </a:solidFill>
          <a:latin typeface="+mn-lt"/>
          <a:ea typeface="+mn-ea"/>
          <a:cs typeface="+mn-cs"/>
        </a:defRPr>
      </a:lvl7pPr>
      <a:lvl8pPr marL="1417897" algn="l" defTabSz="405114" rtl="0" eaLnBrk="1" latinLnBrk="0" hangingPunct="1">
        <a:defRPr sz="797" kern="1200">
          <a:solidFill>
            <a:schemeClr val="tx1"/>
          </a:solidFill>
          <a:latin typeface="+mn-lt"/>
          <a:ea typeface="+mn-ea"/>
          <a:cs typeface="+mn-cs"/>
        </a:defRPr>
      </a:lvl8pPr>
      <a:lvl9pPr marL="1620454" algn="l" defTabSz="405114" rtl="0" eaLnBrk="1" latinLnBrk="0" hangingPunct="1">
        <a:defRPr sz="79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Micro SD Card Reader Adapter Module for Arduino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73" t="25191" r="11387" b="26187"/>
          <a:stretch/>
        </p:blipFill>
        <p:spPr bwMode="auto">
          <a:xfrm rot="5400000">
            <a:off x="4083669" y="326717"/>
            <a:ext cx="1643694" cy="990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2 Sets ESP32-DevKitC core Board ESP32 Development Board ESP32-32D  WiFi+Bluetooth Compatible IoT NodeMCU-32 with 38Pins ESP32 Type-C USB and  Micro USB Expansion Board : Amazon.in: Computers &amp; Accessories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112" t="4450" r="30596" b="2099"/>
          <a:stretch/>
        </p:blipFill>
        <p:spPr bwMode="auto">
          <a:xfrm rot="10800000">
            <a:off x="1375020" y="-1"/>
            <a:ext cx="1325316" cy="2250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LAN8720 Ethernet Network Module at ₹ 175 | Ethernet Module in Mumbai | ID:  2854131085212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72" t="31867" r="22910" b="31509"/>
          <a:stretch/>
        </p:blipFill>
        <p:spPr bwMode="auto">
          <a:xfrm rot="5400000">
            <a:off x="-549108" y="531693"/>
            <a:ext cx="2365160" cy="1253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Ethernet network module ENC28J60 Botland - Robotic Shop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76" t="11240" r="7430" b="11333"/>
          <a:stretch/>
        </p:blipFill>
        <p:spPr bwMode="auto">
          <a:xfrm rot="16200000">
            <a:off x="2300090" y="470223"/>
            <a:ext cx="2408342" cy="14198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Programming ESP-12E / ESP-12F / NodeMCU With Arduino IDE - Circuit Journal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046" t="11022" r="20836" b="12632"/>
          <a:stretch/>
        </p:blipFill>
        <p:spPr bwMode="auto">
          <a:xfrm rot="10800000">
            <a:off x="4519992" y="2077461"/>
            <a:ext cx="744619" cy="915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Elbow Connector 2"/>
          <p:cNvCxnSpPr/>
          <p:nvPr/>
        </p:nvCxnSpPr>
        <p:spPr>
          <a:xfrm flipV="1">
            <a:off x="460619" y="1935520"/>
            <a:ext cx="979704" cy="142669"/>
          </a:xfrm>
          <a:prstGeom prst="bentConnector3">
            <a:avLst>
              <a:gd name="adj1" fmla="val -910"/>
            </a:avLst>
          </a:prstGeom>
          <a:ln w="19050">
            <a:solidFill>
              <a:schemeClr val="tx1">
                <a:alpha val="97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Elbow Connector 11"/>
          <p:cNvCxnSpPr/>
          <p:nvPr/>
        </p:nvCxnSpPr>
        <p:spPr>
          <a:xfrm rot="16200000" flipV="1">
            <a:off x="1148392" y="2227453"/>
            <a:ext cx="1004013" cy="420150"/>
          </a:xfrm>
          <a:prstGeom prst="bentConnector3">
            <a:avLst>
              <a:gd name="adj1" fmla="val 50000"/>
            </a:avLst>
          </a:prstGeom>
          <a:ln w="19050">
            <a:solidFill>
              <a:schemeClr val="tx1">
                <a:alpha val="97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Elbow Connector 17"/>
          <p:cNvCxnSpPr/>
          <p:nvPr/>
        </p:nvCxnSpPr>
        <p:spPr>
          <a:xfrm rot="16200000" flipH="1">
            <a:off x="2324535" y="845688"/>
            <a:ext cx="1676713" cy="1132014"/>
          </a:xfrm>
          <a:prstGeom prst="bentConnector3">
            <a:avLst>
              <a:gd name="adj1" fmla="val -672"/>
            </a:avLst>
          </a:prstGeom>
          <a:ln w="19050">
            <a:solidFill>
              <a:schemeClr val="tx1">
                <a:alpha val="97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Elbow Connector 20"/>
          <p:cNvCxnSpPr/>
          <p:nvPr/>
        </p:nvCxnSpPr>
        <p:spPr>
          <a:xfrm rot="16200000" flipV="1">
            <a:off x="4312472" y="1863463"/>
            <a:ext cx="547949" cy="1022"/>
          </a:xfrm>
          <a:prstGeom prst="bentConnector3">
            <a:avLst>
              <a:gd name="adj1" fmla="val 50000"/>
            </a:avLst>
          </a:prstGeom>
          <a:ln w="19050">
            <a:solidFill>
              <a:schemeClr val="tx1">
                <a:alpha val="97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Elbow Connector 31"/>
          <p:cNvCxnSpPr/>
          <p:nvPr/>
        </p:nvCxnSpPr>
        <p:spPr>
          <a:xfrm>
            <a:off x="342845" y="2179972"/>
            <a:ext cx="2404943" cy="202778"/>
          </a:xfrm>
          <a:prstGeom prst="bentConnector3">
            <a:avLst>
              <a:gd name="adj1" fmla="val -379"/>
            </a:avLst>
          </a:prstGeom>
          <a:ln w="19050">
            <a:solidFill>
              <a:srgbClr val="FF0000">
                <a:alpha val="97000"/>
              </a:srgb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Elbow Connector 46"/>
          <p:cNvCxnSpPr/>
          <p:nvPr/>
        </p:nvCxnSpPr>
        <p:spPr>
          <a:xfrm>
            <a:off x="2747788" y="1908850"/>
            <a:ext cx="0" cy="483007"/>
          </a:xfrm>
          <a:prstGeom prst="straightConnector1">
            <a:avLst/>
          </a:prstGeom>
          <a:ln w="19050">
            <a:solidFill>
              <a:srgbClr val="FF0000">
                <a:alpha val="97000"/>
              </a:srgb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Elbow Connector 46"/>
          <p:cNvCxnSpPr/>
          <p:nvPr/>
        </p:nvCxnSpPr>
        <p:spPr>
          <a:xfrm>
            <a:off x="2618286" y="1919264"/>
            <a:ext cx="128534" cy="0"/>
          </a:xfrm>
          <a:prstGeom prst="straightConnector1">
            <a:avLst/>
          </a:prstGeom>
          <a:ln w="19050">
            <a:solidFill>
              <a:srgbClr val="FF0000">
                <a:alpha val="97000"/>
              </a:srgb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Elbow Connector 54"/>
          <p:cNvCxnSpPr/>
          <p:nvPr/>
        </p:nvCxnSpPr>
        <p:spPr>
          <a:xfrm rot="5400000" flipH="1" flipV="1">
            <a:off x="8380" y="80083"/>
            <a:ext cx="2700067" cy="2557743"/>
          </a:xfrm>
          <a:prstGeom prst="bentConnector3">
            <a:avLst>
              <a:gd name="adj1" fmla="val 98823"/>
            </a:avLst>
          </a:prstGeom>
          <a:ln w="19050">
            <a:solidFill>
              <a:srgbClr val="FF0000">
                <a:alpha val="97000"/>
              </a:srgb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Elbow Connector 59"/>
          <p:cNvCxnSpPr/>
          <p:nvPr/>
        </p:nvCxnSpPr>
        <p:spPr>
          <a:xfrm>
            <a:off x="2738052" y="2037024"/>
            <a:ext cx="990846" cy="298470"/>
          </a:xfrm>
          <a:prstGeom prst="bentConnector3">
            <a:avLst>
              <a:gd name="adj1" fmla="val 97680"/>
            </a:avLst>
          </a:prstGeom>
          <a:ln w="19050">
            <a:solidFill>
              <a:srgbClr val="FF0000">
                <a:alpha val="97000"/>
              </a:srgb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Elbow Connector 64"/>
          <p:cNvCxnSpPr/>
          <p:nvPr/>
        </p:nvCxnSpPr>
        <p:spPr>
          <a:xfrm rot="16200000" flipV="1">
            <a:off x="4731421" y="1544306"/>
            <a:ext cx="548495" cy="639881"/>
          </a:xfrm>
          <a:prstGeom prst="bentConnector3">
            <a:avLst>
              <a:gd name="adj1" fmla="val 50000"/>
            </a:avLst>
          </a:prstGeom>
          <a:ln w="19050">
            <a:solidFill>
              <a:srgbClr val="FF0000">
                <a:alpha val="97000"/>
              </a:srgb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Elbow Connector 46"/>
          <p:cNvCxnSpPr/>
          <p:nvPr/>
        </p:nvCxnSpPr>
        <p:spPr>
          <a:xfrm>
            <a:off x="5200344" y="2137947"/>
            <a:ext cx="128534" cy="0"/>
          </a:xfrm>
          <a:prstGeom prst="straightConnector1">
            <a:avLst/>
          </a:prstGeom>
          <a:ln w="19050">
            <a:solidFill>
              <a:srgbClr val="FF0000">
                <a:alpha val="97000"/>
              </a:srgb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Elbow Connector 96"/>
          <p:cNvCxnSpPr/>
          <p:nvPr/>
        </p:nvCxnSpPr>
        <p:spPr>
          <a:xfrm flipV="1">
            <a:off x="574527" y="1828899"/>
            <a:ext cx="874480" cy="339796"/>
          </a:xfrm>
          <a:prstGeom prst="bentConnector3">
            <a:avLst>
              <a:gd name="adj1" fmla="val 1469"/>
            </a:avLst>
          </a:prstGeom>
          <a:ln w="19050">
            <a:solidFill>
              <a:schemeClr val="accent6">
                <a:lumMod val="75000"/>
                <a:alpha val="97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Elbow Connector 102"/>
          <p:cNvCxnSpPr/>
          <p:nvPr/>
        </p:nvCxnSpPr>
        <p:spPr>
          <a:xfrm rot="5400000" flipH="1" flipV="1">
            <a:off x="321125" y="937244"/>
            <a:ext cx="1504122" cy="776312"/>
          </a:xfrm>
          <a:prstGeom prst="bentConnector3">
            <a:avLst>
              <a:gd name="adj1" fmla="val 99740"/>
            </a:avLst>
          </a:prstGeom>
          <a:ln w="19050">
            <a:solidFill>
              <a:schemeClr val="accent4">
                <a:lumMod val="75000"/>
                <a:alpha val="97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Elbow Connector 107"/>
          <p:cNvCxnSpPr/>
          <p:nvPr/>
        </p:nvCxnSpPr>
        <p:spPr>
          <a:xfrm flipV="1">
            <a:off x="768616" y="1080042"/>
            <a:ext cx="1811954" cy="397784"/>
          </a:xfrm>
          <a:prstGeom prst="bentConnector3">
            <a:avLst>
              <a:gd name="adj1" fmla="val 50000"/>
            </a:avLst>
          </a:prstGeom>
          <a:ln w="19050">
            <a:solidFill>
              <a:srgbClr val="FFFF00">
                <a:alpha val="97000"/>
              </a:srgb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Elbow Connector 112"/>
          <p:cNvCxnSpPr/>
          <p:nvPr/>
        </p:nvCxnSpPr>
        <p:spPr>
          <a:xfrm rot="5400000" flipH="1" flipV="1">
            <a:off x="810056" y="1484145"/>
            <a:ext cx="695696" cy="487554"/>
          </a:xfrm>
          <a:prstGeom prst="bentConnector3">
            <a:avLst>
              <a:gd name="adj1" fmla="val 98424"/>
            </a:avLst>
          </a:prstGeom>
          <a:ln w="19050">
            <a:solidFill>
              <a:srgbClr val="0000FF">
                <a:alpha val="96863"/>
              </a:srgb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Elbow Connector 117"/>
          <p:cNvCxnSpPr/>
          <p:nvPr/>
        </p:nvCxnSpPr>
        <p:spPr>
          <a:xfrm flipV="1">
            <a:off x="1037268" y="1701773"/>
            <a:ext cx="388788" cy="335251"/>
          </a:xfrm>
          <a:prstGeom prst="bentConnector3">
            <a:avLst>
              <a:gd name="adj1" fmla="val 63504"/>
            </a:avLst>
          </a:prstGeom>
          <a:ln w="19050">
            <a:solidFill>
              <a:schemeClr val="accent2">
                <a:lumMod val="75000"/>
                <a:alpha val="97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Elbow Connector 122"/>
          <p:cNvCxnSpPr/>
          <p:nvPr/>
        </p:nvCxnSpPr>
        <p:spPr>
          <a:xfrm rot="5400000" flipH="1" flipV="1">
            <a:off x="702174" y="1430564"/>
            <a:ext cx="948460" cy="466307"/>
          </a:xfrm>
          <a:prstGeom prst="bentConnector3">
            <a:avLst>
              <a:gd name="adj1" fmla="val 98896"/>
            </a:avLst>
          </a:prstGeom>
          <a:ln w="19050">
            <a:solidFill>
              <a:srgbClr val="7030A0">
                <a:alpha val="97000"/>
              </a:srgb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Elbow Connector 125"/>
          <p:cNvCxnSpPr/>
          <p:nvPr/>
        </p:nvCxnSpPr>
        <p:spPr>
          <a:xfrm flipV="1">
            <a:off x="791898" y="999238"/>
            <a:ext cx="1845387" cy="621600"/>
          </a:xfrm>
          <a:prstGeom prst="bentConnector3">
            <a:avLst>
              <a:gd name="adj1" fmla="val 50000"/>
            </a:avLst>
          </a:prstGeom>
          <a:ln w="19050">
            <a:solidFill>
              <a:srgbClr val="0070C0">
                <a:alpha val="97000"/>
              </a:srgb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Elbow Connector 128"/>
          <p:cNvCxnSpPr/>
          <p:nvPr/>
        </p:nvCxnSpPr>
        <p:spPr>
          <a:xfrm flipV="1">
            <a:off x="685030" y="900036"/>
            <a:ext cx="1933256" cy="1578407"/>
          </a:xfrm>
          <a:prstGeom prst="bentConnector3">
            <a:avLst>
              <a:gd name="adj1" fmla="val 45247"/>
            </a:avLst>
          </a:prstGeom>
          <a:ln w="19050">
            <a:solidFill>
              <a:srgbClr val="CC0099">
                <a:alpha val="96863"/>
              </a:srgb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Elbow Connector 46"/>
          <p:cNvCxnSpPr/>
          <p:nvPr/>
        </p:nvCxnSpPr>
        <p:spPr>
          <a:xfrm>
            <a:off x="768616" y="1460269"/>
            <a:ext cx="0" cy="576755"/>
          </a:xfrm>
          <a:prstGeom prst="straightConnector1">
            <a:avLst/>
          </a:prstGeom>
          <a:ln w="19050">
            <a:solidFill>
              <a:srgbClr val="FFFF00">
                <a:alpha val="97000"/>
              </a:srgb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Elbow Connector 46"/>
          <p:cNvCxnSpPr/>
          <p:nvPr/>
        </p:nvCxnSpPr>
        <p:spPr>
          <a:xfrm>
            <a:off x="810316" y="1603217"/>
            <a:ext cx="0" cy="576755"/>
          </a:xfrm>
          <a:prstGeom prst="straightConnector1">
            <a:avLst/>
          </a:prstGeom>
          <a:ln w="19050">
            <a:solidFill>
              <a:srgbClr val="0070C0">
                <a:alpha val="97000"/>
              </a:srgb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Elbow Connector 46"/>
          <p:cNvCxnSpPr/>
          <p:nvPr/>
        </p:nvCxnSpPr>
        <p:spPr>
          <a:xfrm>
            <a:off x="685030" y="2150353"/>
            <a:ext cx="0" cy="328089"/>
          </a:xfrm>
          <a:prstGeom prst="straightConnector1">
            <a:avLst/>
          </a:prstGeom>
          <a:ln w="19050">
            <a:solidFill>
              <a:srgbClr val="CC0099">
                <a:alpha val="97000"/>
              </a:srgb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Elbow Connector 155"/>
          <p:cNvCxnSpPr/>
          <p:nvPr/>
        </p:nvCxnSpPr>
        <p:spPr>
          <a:xfrm rot="16200000" flipH="1">
            <a:off x="1783154" y="706910"/>
            <a:ext cx="1576471" cy="1501632"/>
          </a:xfrm>
          <a:prstGeom prst="bentConnector3">
            <a:avLst>
              <a:gd name="adj1" fmla="val 50000"/>
            </a:avLst>
          </a:prstGeom>
          <a:ln w="19050">
            <a:solidFill>
              <a:srgbClr val="0000FF">
                <a:alpha val="96863"/>
              </a:srgb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Elbow Connector 46"/>
          <p:cNvCxnSpPr/>
          <p:nvPr/>
        </p:nvCxnSpPr>
        <p:spPr>
          <a:xfrm flipH="1" flipV="1">
            <a:off x="1449007" y="669489"/>
            <a:ext cx="371566" cy="1"/>
          </a:xfrm>
          <a:prstGeom prst="straightConnector1">
            <a:avLst/>
          </a:prstGeom>
          <a:ln w="19050">
            <a:solidFill>
              <a:srgbClr val="0000FF">
                <a:alpha val="97000"/>
              </a:srgb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Elbow Connector 160"/>
          <p:cNvCxnSpPr/>
          <p:nvPr/>
        </p:nvCxnSpPr>
        <p:spPr>
          <a:xfrm rot="16200000" flipH="1">
            <a:off x="2247362" y="1083481"/>
            <a:ext cx="1576470" cy="765779"/>
          </a:xfrm>
          <a:prstGeom prst="bentConnector3">
            <a:avLst>
              <a:gd name="adj1" fmla="val -510"/>
            </a:avLst>
          </a:prstGeom>
          <a:ln w="19050">
            <a:solidFill>
              <a:srgbClr val="FFFF00">
                <a:alpha val="97000"/>
              </a:srgb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Elbow Connector 164"/>
          <p:cNvCxnSpPr/>
          <p:nvPr/>
        </p:nvCxnSpPr>
        <p:spPr>
          <a:xfrm rot="16200000" flipH="1">
            <a:off x="2344347" y="1090139"/>
            <a:ext cx="1471674" cy="848154"/>
          </a:xfrm>
          <a:prstGeom prst="bentConnector3">
            <a:avLst>
              <a:gd name="adj1" fmla="val 56"/>
            </a:avLst>
          </a:prstGeom>
          <a:ln w="19050">
            <a:solidFill>
              <a:srgbClr val="00FFFF">
                <a:alpha val="96863"/>
              </a:srgb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Elbow Connector 167"/>
          <p:cNvCxnSpPr/>
          <p:nvPr/>
        </p:nvCxnSpPr>
        <p:spPr>
          <a:xfrm rot="16200000" flipH="1">
            <a:off x="2141513" y="1107624"/>
            <a:ext cx="2002893" cy="687706"/>
          </a:xfrm>
          <a:prstGeom prst="bentConnector3">
            <a:avLst>
              <a:gd name="adj1" fmla="val 100241"/>
            </a:avLst>
          </a:prstGeom>
          <a:ln w="19050">
            <a:solidFill>
              <a:srgbClr val="0000FF">
                <a:alpha val="97000"/>
              </a:srgb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Elbow Connector 46"/>
          <p:cNvCxnSpPr/>
          <p:nvPr/>
        </p:nvCxnSpPr>
        <p:spPr>
          <a:xfrm flipV="1">
            <a:off x="3504261" y="2346829"/>
            <a:ext cx="0" cy="131613"/>
          </a:xfrm>
          <a:prstGeom prst="straightConnector1">
            <a:avLst/>
          </a:prstGeom>
          <a:ln w="19050">
            <a:solidFill>
              <a:srgbClr val="0000FF">
                <a:alpha val="97000"/>
              </a:srgb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Elbow Connector 46"/>
          <p:cNvCxnSpPr/>
          <p:nvPr/>
        </p:nvCxnSpPr>
        <p:spPr>
          <a:xfrm>
            <a:off x="2652707" y="450032"/>
            <a:ext cx="157868" cy="2108"/>
          </a:xfrm>
          <a:prstGeom prst="straightConnector1">
            <a:avLst/>
          </a:prstGeom>
          <a:ln w="19050">
            <a:solidFill>
              <a:srgbClr val="0000FF">
                <a:alpha val="97000"/>
              </a:srgb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Elbow Connector 182"/>
          <p:cNvCxnSpPr/>
          <p:nvPr/>
        </p:nvCxnSpPr>
        <p:spPr>
          <a:xfrm>
            <a:off x="1417995" y="342793"/>
            <a:ext cx="2190451" cy="1998369"/>
          </a:xfrm>
          <a:prstGeom prst="bentConnector3">
            <a:avLst>
              <a:gd name="adj1" fmla="val 99934"/>
            </a:avLst>
          </a:prstGeom>
          <a:ln w="19050">
            <a:solidFill>
              <a:schemeClr val="accent6">
                <a:lumMod val="75000"/>
                <a:alpha val="97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70" name="Picture 2" descr="https://zbotic.in/wp-content/uploads/2022/04/MAX485-TTL-to-RS485-Converter-Module.jpg"/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22" t="38551" r="18179" b="42551"/>
          <a:stretch/>
        </p:blipFill>
        <p:spPr bwMode="auto">
          <a:xfrm>
            <a:off x="0" y="2612020"/>
            <a:ext cx="1808317" cy="6072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3307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172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Microsoft account</cp:lastModifiedBy>
  <cp:revision>15</cp:revision>
  <dcterms:created xsi:type="dcterms:W3CDTF">2025-02-01T10:50:50Z</dcterms:created>
  <dcterms:modified xsi:type="dcterms:W3CDTF">2025-02-01T14:03:58Z</dcterms:modified>
</cp:coreProperties>
</file>